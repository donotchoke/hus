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xlsx" ContentType="application/vnd.openxmlformats-officedocument.spreadsheetml.sheet"/>
  <Default Extension="jpg" ContentType="image/jpg"/>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ink/ink1.xml" ContentType="application/inkml+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ink/ink2.xml" ContentType="application/inkml+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05" r:id="rId4"/>
  </p:sldMasterIdLst>
  <p:notesMasterIdLst>
    <p:notesMasterId r:id="rId84"/>
  </p:notesMasterIdLst>
  <p:handoutMasterIdLst>
    <p:handoutMasterId r:id="rId85"/>
  </p:handoutMasterIdLst>
  <p:sldIdLst>
    <p:sldId id="694" r:id="rId5"/>
    <p:sldId id="718" r:id="rId6"/>
    <p:sldId id="717" r:id="rId7"/>
    <p:sldId id="342" r:id="rId8"/>
    <p:sldId id="607" r:id="rId9"/>
    <p:sldId id="608" r:id="rId10"/>
    <p:sldId id="493" r:id="rId11"/>
    <p:sldId id="699" r:id="rId12"/>
    <p:sldId id="505" r:id="rId13"/>
    <p:sldId id="708" r:id="rId14"/>
    <p:sldId id="700" r:id="rId15"/>
    <p:sldId id="701" r:id="rId16"/>
    <p:sldId id="709" r:id="rId17"/>
    <p:sldId id="702" r:id="rId18"/>
    <p:sldId id="499" r:id="rId19"/>
    <p:sldId id="644" r:id="rId20"/>
    <p:sldId id="686" r:id="rId21"/>
    <p:sldId id="646" r:id="rId22"/>
    <p:sldId id="648" r:id="rId23"/>
    <p:sldId id="687" r:id="rId24"/>
    <p:sldId id="345" r:id="rId25"/>
    <p:sldId id="346" r:id="rId26"/>
    <p:sldId id="703" r:id="rId27"/>
    <p:sldId id="704" r:id="rId28"/>
    <p:sldId id="705" r:id="rId29"/>
    <p:sldId id="344" r:id="rId30"/>
    <p:sldId id="660" r:id="rId31"/>
    <p:sldId id="710" r:id="rId32"/>
    <p:sldId id="485" r:id="rId33"/>
    <p:sldId id="706" r:id="rId34"/>
    <p:sldId id="348" r:id="rId35"/>
    <p:sldId id="510" r:id="rId36"/>
    <p:sldId id="509" r:id="rId37"/>
    <p:sldId id="688" r:id="rId38"/>
    <p:sldId id="601" r:id="rId39"/>
    <p:sldId id="689" r:id="rId40"/>
    <p:sldId id="602" r:id="rId41"/>
    <p:sldId id="719" r:id="rId42"/>
    <p:sldId id="720" r:id="rId43"/>
    <p:sldId id="721" r:id="rId44"/>
    <p:sldId id="473" r:id="rId45"/>
    <p:sldId id="474" r:id="rId46"/>
    <p:sldId id="475" r:id="rId47"/>
    <p:sldId id="476" r:id="rId48"/>
    <p:sldId id="479" r:id="rId49"/>
    <p:sldId id="350" r:id="rId50"/>
    <p:sldId id="690" r:id="rId51"/>
    <p:sldId id="478" r:id="rId52"/>
    <p:sldId id="354" r:id="rId53"/>
    <p:sldId id="711" r:id="rId54"/>
    <p:sldId id="355" r:id="rId55"/>
    <p:sldId id="691" r:id="rId56"/>
    <p:sldId id="356" r:id="rId57"/>
    <p:sldId id="685" r:id="rId58"/>
    <p:sldId id="712" r:id="rId59"/>
    <p:sldId id="357" r:id="rId60"/>
    <p:sldId id="707" r:id="rId61"/>
    <p:sldId id="668" r:id="rId62"/>
    <p:sldId id="713" r:id="rId63"/>
    <p:sldId id="358" r:id="rId64"/>
    <p:sldId id="683" r:id="rId65"/>
    <p:sldId id="714" r:id="rId66"/>
    <p:sldId id="359" r:id="rId67"/>
    <p:sldId id="655" r:id="rId68"/>
    <p:sldId id="611" r:id="rId69"/>
    <p:sldId id="612" r:id="rId70"/>
    <p:sldId id="715" r:id="rId71"/>
    <p:sldId id="360" r:id="rId72"/>
    <p:sldId id="487" r:id="rId73"/>
    <p:sldId id="484" r:id="rId74"/>
    <p:sldId id="361" r:id="rId75"/>
    <p:sldId id="362" r:id="rId76"/>
    <p:sldId id="363" r:id="rId77"/>
    <p:sldId id="364" r:id="rId78"/>
    <p:sldId id="716" r:id="rId79"/>
    <p:sldId id="365" r:id="rId80"/>
    <p:sldId id="366" r:id="rId81"/>
    <p:sldId id="692" r:id="rId82"/>
    <p:sldId id="269" r:id="rId83"/>
  </p:sldIdLst>
  <p:sldSz cx="9144000" cy="6858000" type="screen4x3"/>
  <p:notesSz cx="7104063" cy="10234613"/>
  <p:defaultTextStyle>
    <a:defPPr>
      <a:defRPr lang="ja-JP"/>
    </a:defPPr>
    <a:lvl1pPr algn="l" rtl="0" fontAlgn="base">
      <a:spcBef>
        <a:spcPct val="0"/>
      </a:spcBef>
      <a:spcAft>
        <a:spcPct val="0"/>
      </a:spcAft>
      <a:defRPr kumimoji="1" kern="1200">
        <a:solidFill>
          <a:schemeClr val="tx1"/>
        </a:solidFill>
        <a:latin typeface="Arial" charset="0"/>
        <a:ea typeface="ＭＳ Ｐゴシック" pitchFamily="50"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pitchFamily="50"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pitchFamily="50"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pitchFamily="50"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pitchFamily="50" charset="-128"/>
        <a:cs typeface="+mn-cs"/>
      </a:defRPr>
    </a:lvl5pPr>
    <a:lvl6pPr marL="2286000" algn="l" defTabSz="914400" rtl="0" eaLnBrk="1" latinLnBrk="0" hangingPunct="1">
      <a:defRPr kumimoji="1" kern="1200">
        <a:solidFill>
          <a:schemeClr val="tx1"/>
        </a:solidFill>
        <a:latin typeface="Arial" charset="0"/>
        <a:ea typeface="ＭＳ Ｐゴシック" pitchFamily="50" charset="-128"/>
        <a:cs typeface="+mn-cs"/>
      </a:defRPr>
    </a:lvl6pPr>
    <a:lvl7pPr marL="2743200" algn="l" defTabSz="914400" rtl="0" eaLnBrk="1" latinLnBrk="0" hangingPunct="1">
      <a:defRPr kumimoji="1" kern="1200">
        <a:solidFill>
          <a:schemeClr val="tx1"/>
        </a:solidFill>
        <a:latin typeface="Arial" charset="0"/>
        <a:ea typeface="ＭＳ Ｐゴシック" pitchFamily="50" charset="-128"/>
        <a:cs typeface="+mn-cs"/>
      </a:defRPr>
    </a:lvl7pPr>
    <a:lvl8pPr marL="3200400" algn="l" defTabSz="914400" rtl="0" eaLnBrk="1" latinLnBrk="0" hangingPunct="1">
      <a:defRPr kumimoji="1" kern="1200">
        <a:solidFill>
          <a:schemeClr val="tx1"/>
        </a:solidFill>
        <a:latin typeface="Arial" charset="0"/>
        <a:ea typeface="ＭＳ Ｐゴシック" pitchFamily="50" charset="-128"/>
        <a:cs typeface="+mn-cs"/>
      </a:defRPr>
    </a:lvl8pPr>
    <a:lvl9pPr marL="3657600" algn="l" defTabSz="914400" rtl="0" eaLnBrk="1" latinLnBrk="0" hangingPunct="1">
      <a:defRPr kumimoji="1" kern="1200">
        <a:solidFill>
          <a:schemeClr val="tx1"/>
        </a:solidFill>
        <a:latin typeface="Arial" charset="0"/>
        <a:ea typeface="ＭＳ Ｐゴシック" pitchFamily="50" charset="-128"/>
        <a:cs typeface="+mn-cs"/>
      </a:defRPr>
    </a:lvl9pPr>
  </p:defaultTextStyle>
  <p:extLst>
    <p:ext uri="{521415D9-36F7-43E2-AB2F-B90AF26B5E84}">
      <p14:sectionLst xmlns:p14="http://schemas.microsoft.com/office/powerpoint/2010/main">
        <p14:section name="3. Project Planning" id="{80047AE2-2BFB-40DB-980B-2913A5C442C2}">
          <p14:sldIdLst>
            <p14:sldId id="694"/>
            <p14:sldId id="718"/>
            <p14:sldId id="717"/>
            <p14:sldId id="342"/>
            <p14:sldId id="607"/>
            <p14:sldId id="608"/>
            <p14:sldId id="493"/>
            <p14:sldId id="699"/>
            <p14:sldId id="505"/>
            <p14:sldId id="708"/>
            <p14:sldId id="700"/>
            <p14:sldId id="701"/>
            <p14:sldId id="709"/>
            <p14:sldId id="702"/>
            <p14:sldId id="499"/>
            <p14:sldId id="644"/>
            <p14:sldId id="686"/>
            <p14:sldId id="646"/>
            <p14:sldId id="648"/>
            <p14:sldId id="687"/>
          </p14:sldIdLst>
        </p14:section>
        <p14:section name="3.4 Phạm vi dự án" id="{C113BAA6-9A84-47DA-BEA1-CA32A67008DD}">
          <p14:sldIdLst>
            <p14:sldId id="345"/>
            <p14:sldId id="346"/>
            <p14:sldId id="703"/>
            <p14:sldId id="704"/>
            <p14:sldId id="705"/>
            <p14:sldId id="344"/>
            <p14:sldId id="660"/>
            <p14:sldId id="710"/>
            <p14:sldId id="485"/>
            <p14:sldId id="706"/>
            <p14:sldId id="348"/>
            <p14:sldId id="510"/>
            <p14:sldId id="509"/>
            <p14:sldId id="688"/>
            <p14:sldId id="601"/>
            <p14:sldId id="689"/>
            <p14:sldId id="602"/>
            <p14:sldId id="719"/>
            <p14:sldId id="720"/>
            <p14:sldId id="721"/>
            <p14:sldId id="473"/>
            <p14:sldId id="474"/>
            <p14:sldId id="475"/>
            <p14:sldId id="476"/>
            <p14:sldId id="479"/>
            <p14:sldId id="350"/>
            <p14:sldId id="690"/>
            <p14:sldId id="478"/>
            <p14:sldId id="354"/>
            <p14:sldId id="711"/>
            <p14:sldId id="355"/>
            <p14:sldId id="691"/>
            <p14:sldId id="356"/>
            <p14:sldId id="685"/>
            <p14:sldId id="712"/>
            <p14:sldId id="357"/>
            <p14:sldId id="707"/>
            <p14:sldId id="668"/>
            <p14:sldId id="713"/>
            <p14:sldId id="358"/>
            <p14:sldId id="683"/>
            <p14:sldId id="714"/>
            <p14:sldId id="359"/>
            <p14:sldId id="655"/>
            <p14:sldId id="611"/>
            <p14:sldId id="612"/>
            <p14:sldId id="715"/>
            <p14:sldId id="360"/>
            <p14:sldId id="487"/>
            <p14:sldId id="484"/>
            <p14:sldId id="361"/>
            <p14:sldId id="362"/>
            <p14:sldId id="363"/>
            <p14:sldId id="364"/>
            <p14:sldId id="716"/>
            <p14:sldId id="365"/>
            <p14:sldId id="366"/>
            <p14:sldId id="692"/>
            <p14:sldId id="269"/>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4" userDrawn="1">
          <p15:clr>
            <a:srgbClr val="A4A3A4"/>
          </p15:clr>
        </p15:guide>
        <p15:guide id="2" pos="223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ien.nguyenduc@hust.edu.vn" initials="t" lastIdx="2" clrIdx="0">
    <p:extLst>
      <p:ext uri="{19B8F6BF-5375-455C-9EA6-DF929625EA0E}">
        <p15:presenceInfo xmlns:p15="http://schemas.microsoft.com/office/powerpoint/2012/main" userId="S::tien.nguyenduc@hust.edu.vn::1d425f06-52f5-490b-9f00-5a0d395ba4e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a:srgbClr val="FFFF99"/>
    <a:srgbClr val="FFCCFF"/>
    <a:srgbClr val="CCFF99"/>
    <a:srgbClr val="CCFFFF"/>
    <a:srgbClr val="0000FF"/>
    <a:srgbClr val="FFFF00"/>
    <a:srgbClr val="C0C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A2FABC-AC00-4E0D-BE8A-9D5B61010432}" v="1" dt="2021-11-10T00:24:22.690"/>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スタイル (淡色)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108" autoAdjust="0"/>
    <p:restoredTop sz="79583" autoAdjust="0"/>
  </p:normalViewPr>
  <p:slideViewPr>
    <p:cSldViewPr>
      <p:cViewPr varScale="1">
        <p:scale>
          <a:sx n="61" d="100"/>
          <a:sy n="61" d="100"/>
        </p:scale>
        <p:origin x="1399" y="29"/>
      </p:cViewPr>
      <p:guideLst>
        <p:guide orient="horz" pos="2160"/>
        <p:guide pos="2880"/>
      </p:guideLst>
    </p:cSldViewPr>
  </p:slideViewPr>
  <p:outlineViewPr>
    <p:cViewPr>
      <p:scale>
        <a:sx n="33" d="100"/>
        <a:sy n="33" d="100"/>
      </p:scale>
      <p:origin x="0" y="19902"/>
    </p:cViewPr>
  </p:outlineViewPr>
  <p:notesTextViewPr>
    <p:cViewPr>
      <p:scale>
        <a:sx n="125" d="100"/>
        <a:sy n="125" d="100"/>
      </p:scale>
      <p:origin x="0" y="0"/>
    </p:cViewPr>
  </p:notesTextViewPr>
  <p:sorterViewPr>
    <p:cViewPr>
      <p:scale>
        <a:sx n="100" d="100"/>
        <a:sy n="100" d="100"/>
      </p:scale>
      <p:origin x="0" y="0"/>
    </p:cViewPr>
  </p:sorterViewPr>
  <p:notesViewPr>
    <p:cSldViewPr>
      <p:cViewPr>
        <p:scale>
          <a:sx n="100" d="100"/>
          <a:sy n="100" d="100"/>
        </p:scale>
        <p:origin x="-870" y="2958"/>
      </p:cViewPr>
      <p:guideLst>
        <p:guide orient="horz" pos="3224"/>
        <p:guide pos="223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slide" Target="slides/slide59.xml"/><Relationship Id="rId68" Type="http://schemas.openxmlformats.org/officeDocument/2006/relationships/slide" Target="slides/slide64.xml"/><Relationship Id="rId76" Type="http://schemas.openxmlformats.org/officeDocument/2006/relationships/slide" Target="slides/slide72.xml"/><Relationship Id="rId84" Type="http://schemas.openxmlformats.org/officeDocument/2006/relationships/notesMaster" Target="notesMasters/notesMaster1.xml"/><Relationship Id="rId89" Type="http://schemas.openxmlformats.org/officeDocument/2006/relationships/theme" Target="theme/theme1.xml"/><Relationship Id="rId7" Type="http://schemas.openxmlformats.org/officeDocument/2006/relationships/slide" Target="slides/slide3.xml"/><Relationship Id="rId71" Type="http://schemas.openxmlformats.org/officeDocument/2006/relationships/slide" Target="slides/slide67.xml"/><Relationship Id="rId92"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slide" Target="slides/slide70.xml"/><Relationship Id="rId79" Type="http://schemas.openxmlformats.org/officeDocument/2006/relationships/slide" Target="slides/slide75.xml"/><Relationship Id="rId87"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slide" Target="slides/slide57.xml"/><Relationship Id="rId82" Type="http://schemas.openxmlformats.org/officeDocument/2006/relationships/slide" Target="slides/slide78.xml"/><Relationship Id="rId90" Type="http://schemas.openxmlformats.org/officeDocument/2006/relationships/tableStyles" Target="tableStyle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handoutMaster" Target="handoutMasters/handout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viewProps" Target="viewProps.xml"/><Relationship Id="rId9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guyen Duc Tien" userId="1d425f06-52f5-490b-9f00-5a0d395ba4e9" providerId="ADAL" clId="{0E730407-1126-4728-902F-3F3C75B4DEBB}"/>
    <pc:docChg chg="undo custSel modSld">
      <pc:chgData name="Nguyen Duc Tien" userId="1d425f06-52f5-490b-9f00-5a0d395ba4e9" providerId="ADAL" clId="{0E730407-1126-4728-902F-3F3C75B4DEBB}" dt="2021-06-08T15:08:21.395" v="6" actId="478"/>
      <pc:docMkLst>
        <pc:docMk/>
      </pc:docMkLst>
      <pc:sldChg chg="delSp modSp mod">
        <pc:chgData name="Nguyen Duc Tien" userId="1d425f06-52f5-490b-9f00-5a0d395ba4e9" providerId="ADAL" clId="{0E730407-1126-4728-902F-3F3C75B4DEBB}" dt="2021-06-08T15:08:21.395" v="6" actId="478"/>
        <pc:sldMkLst>
          <pc:docMk/>
          <pc:sldMk cId="0" sldId="512"/>
        </pc:sldMkLst>
        <pc:spChg chg="mod">
          <ac:chgData name="Nguyen Duc Tien" userId="1d425f06-52f5-490b-9f00-5a0d395ba4e9" providerId="ADAL" clId="{0E730407-1126-4728-902F-3F3C75B4DEBB}" dt="2021-06-08T15:08:17.583" v="4" actId="1076"/>
          <ac:spMkLst>
            <pc:docMk/>
            <pc:sldMk cId="0" sldId="512"/>
            <ac:spMk id="40964" creationId="{00000000-0000-0000-0000-000000000000}"/>
          </ac:spMkLst>
        </pc:spChg>
        <pc:spChg chg="mod">
          <ac:chgData name="Nguyen Duc Tien" userId="1d425f06-52f5-490b-9f00-5a0d395ba4e9" providerId="ADAL" clId="{0E730407-1126-4728-902F-3F3C75B4DEBB}" dt="2021-06-08T15:08:17.144" v="3" actId="1076"/>
          <ac:spMkLst>
            <pc:docMk/>
            <pc:sldMk cId="0" sldId="512"/>
            <ac:spMk id="46086" creationId="{00000000-0000-0000-0000-000000000000}"/>
          </ac:spMkLst>
        </pc:spChg>
        <pc:spChg chg="mod">
          <ac:chgData name="Nguyen Duc Tien" userId="1d425f06-52f5-490b-9f00-5a0d395ba4e9" providerId="ADAL" clId="{0E730407-1126-4728-902F-3F3C75B4DEBB}" dt="2021-06-08T15:08:17.144" v="3" actId="1076"/>
          <ac:spMkLst>
            <pc:docMk/>
            <pc:sldMk cId="0" sldId="512"/>
            <ac:spMk id="46087" creationId="{00000000-0000-0000-0000-000000000000}"/>
          </ac:spMkLst>
        </pc:spChg>
        <pc:spChg chg="mod">
          <ac:chgData name="Nguyen Duc Tien" userId="1d425f06-52f5-490b-9f00-5a0d395ba4e9" providerId="ADAL" clId="{0E730407-1126-4728-902F-3F3C75B4DEBB}" dt="2021-06-08T15:08:17.144" v="3" actId="1076"/>
          <ac:spMkLst>
            <pc:docMk/>
            <pc:sldMk cId="0" sldId="512"/>
            <ac:spMk id="46088" creationId="{00000000-0000-0000-0000-000000000000}"/>
          </ac:spMkLst>
        </pc:spChg>
        <pc:spChg chg="mod">
          <ac:chgData name="Nguyen Duc Tien" userId="1d425f06-52f5-490b-9f00-5a0d395ba4e9" providerId="ADAL" clId="{0E730407-1126-4728-902F-3F3C75B4DEBB}" dt="2021-06-08T15:08:17.144" v="3" actId="1076"/>
          <ac:spMkLst>
            <pc:docMk/>
            <pc:sldMk cId="0" sldId="512"/>
            <ac:spMk id="46089" creationId="{00000000-0000-0000-0000-000000000000}"/>
          </ac:spMkLst>
        </pc:spChg>
        <pc:spChg chg="mod">
          <ac:chgData name="Nguyen Duc Tien" userId="1d425f06-52f5-490b-9f00-5a0d395ba4e9" providerId="ADAL" clId="{0E730407-1126-4728-902F-3F3C75B4DEBB}" dt="2021-06-08T15:08:17.144" v="3" actId="1076"/>
          <ac:spMkLst>
            <pc:docMk/>
            <pc:sldMk cId="0" sldId="512"/>
            <ac:spMk id="46090" creationId="{00000000-0000-0000-0000-000000000000}"/>
          </ac:spMkLst>
        </pc:spChg>
        <pc:grpChg chg="mod">
          <ac:chgData name="Nguyen Duc Tien" userId="1d425f06-52f5-490b-9f00-5a0d395ba4e9" providerId="ADAL" clId="{0E730407-1126-4728-902F-3F3C75B4DEBB}" dt="2021-06-08T15:08:17.144" v="3" actId="1076"/>
          <ac:grpSpMkLst>
            <pc:docMk/>
            <pc:sldMk cId="0" sldId="512"/>
            <ac:grpSpMk id="46083" creationId="{00000000-0000-0000-0000-000000000000}"/>
          </ac:grpSpMkLst>
        </pc:grpChg>
        <pc:inkChg chg="del mod">
          <ac:chgData name="Nguyen Duc Tien" userId="1d425f06-52f5-490b-9f00-5a0d395ba4e9" providerId="ADAL" clId="{0E730407-1126-4728-902F-3F3C75B4DEBB}" dt="2021-06-08T15:08:21.395" v="6" actId="478"/>
          <ac:inkMkLst>
            <pc:docMk/>
            <pc:sldMk cId="0" sldId="512"/>
            <ac:inkMk id="3" creationId="{A1D38353-3A68-427F-924B-C4994A91FBF1}"/>
          </ac:inkMkLst>
        </pc:inkChg>
      </pc:sldChg>
    </pc:docChg>
  </pc:docChgLst>
  <pc:docChgLst>
    <pc:chgData name="Nguyen Duc Tien" userId="1d425f06-52f5-490b-9f00-5a0d395ba4e9" providerId="ADAL" clId="{F822A510-FA30-470E-A553-231AD76B9566}"/>
    <pc:docChg chg="undo custSel modSld">
      <pc:chgData name="Nguyen Duc Tien" userId="1d425f06-52f5-490b-9f00-5a0d395ba4e9" providerId="ADAL" clId="{F822A510-FA30-470E-A553-231AD76B9566}" dt="2021-05-07T00:04:41.188" v="24" actId="20577"/>
      <pc:docMkLst>
        <pc:docMk/>
      </pc:docMkLst>
      <pc:sldChg chg="modSp mod">
        <pc:chgData name="Nguyen Duc Tien" userId="1d425f06-52f5-490b-9f00-5a0d395ba4e9" providerId="ADAL" clId="{F822A510-FA30-470E-A553-231AD76B9566}" dt="2021-05-07T00:04:41.188" v="24" actId="20577"/>
        <pc:sldMkLst>
          <pc:docMk/>
          <pc:sldMk cId="0" sldId="484"/>
        </pc:sldMkLst>
        <pc:spChg chg="mod">
          <ac:chgData name="Nguyen Duc Tien" userId="1d425f06-52f5-490b-9f00-5a0d395ba4e9" providerId="ADAL" clId="{F822A510-FA30-470E-A553-231AD76B9566}" dt="2021-05-07T00:04:41.188" v="24" actId="20577"/>
          <ac:spMkLst>
            <pc:docMk/>
            <pc:sldMk cId="0" sldId="484"/>
            <ac:spMk id="88069" creationId="{00000000-0000-0000-0000-000000000000}"/>
          </ac:spMkLst>
        </pc:spChg>
      </pc:sldChg>
    </pc:docChg>
  </pc:docChgLst>
  <pc:docChgLst>
    <pc:chgData name="Nguyen Duc Tien" userId="1d425f06-52f5-490b-9f00-5a0d395ba4e9" providerId="ADAL" clId="{D531F470-C592-4016-B6E4-92691FE71882}"/>
    <pc:docChg chg="undo redo custSel addSld delSld modSld">
      <pc:chgData name="Nguyen Duc Tien" userId="1d425f06-52f5-490b-9f00-5a0d395ba4e9" providerId="ADAL" clId="{D531F470-C592-4016-B6E4-92691FE71882}" dt="2019-11-05T04:36:54.924" v="41217" actId="20577"/>
      <pc:docMkLst>
        <pc:docMk/>
      </pc:docMkLst>
      <pc:sldChg chg="modSp modNotesTx">
        <pc:chgData name="Nguyen Duc Tien" userId="1d425f06-52f5-490b-9f00-5a0d395ba4e9" providerId="ADAL" clId="{D531F470-C592-4016-B6E4-92691FE71882}" dt="2019-10-08T03:58:53.295" v="10229" actId="20577"/>
        <pc:sldMkLst>
          <pc:docMk/>
          <pc:sldMk cId="0" sldId="341"/>
        </pc:sldMkLst>
        <pc:spChg chg="mod">
          <ac:chgData name="Nguyen Duc Tien" userId="1d425f06-52f5-490b-9f00-5a0d395ba4e9" providerId="ADAL" clId="{D531F470-C592-4016-B6E4-92691FE71882}" dt="2019-10-08T03:57:48.204" v="9987" actId="114"/>
          <ac:spMkLst>
            <pc:docMk/>
            <pc:sldMk cId="0" sldId="341"/>
            <ac:spMk id="54275" creationId="{00000000-0000-0000-0000-000000000000}"/>
          </ac:spMkLst>
        </pc:spChg>
        <pc:spChg chg="mod">
          <ac:chgData name="Nguyen Duc Tien" userId="1d425f06-52f5-490b-9f00-5a0d395ba4e9" providerId="ADAL" clId="{D531F470-C592-4016-B6E4-92691FE71882}" dt="2019-10-08T03:58:48.971" v="10208" actId="14100"/>
          <ac:spMkLst>
            <pc:docMk/>
            <pc:sldMk cId="0" sldId="341"/>
            <ac:spMk id="54277" creationId="{00000000-0000-0000-0000-000000000000}"/>
          </ac:spMkLst>
        </pc:spChg>
        <pc:spChg chg="mod">
          <ac:chgData name="Nguyen Duc Tien" userId="1d425f06-52f5-490b-9f00-5a0d395ba4e9" providerId="ADAL" clId="{D531F470-C592-4016-B6E4-92691FE71882}" dt="2019-10-08T03:58:53.295" v="10229" actId="20577"/>
          <ac:spMkLst>
            <pc:docMk/>
            <pc:sldMk cId="0" sldId="341"/>
            <ac:spMk id="54279" creationId="{00000000-0000-0000-0000-000000000000}"/>
          </ac:spMkLst>
        </pc:spChg>
      </pc:sldChg>
      <pc:sldChg chg="modSp modNotesTx">
        <pc:chgData name="Nguyen Duc Tien" userId="1d425f06-52f5-490b-9f00-5a0d395ba4e9" providerId="ADAL" clId="{D531F470-C592-4016-B6E4-92691FE71882}" dt="2019-10-08T04:03:44.889" v="10901" actId="207"/>
        <pc:sldMkLst>
          <pc:docMk/>
          <pc:sldMk cId="0" sldId="344"/>
        </pc:sldMkLst>
        <pc:spChg chg="mod">
          <ac:chgData name="Nguyen Duc Tien" userId="1d425f06-52f5-490b-9f00-5a0d395ba4e9" providerId="ADAL" clId="{D531F470-C592-4016-B6E4-92691FE71882}" dt="2019-10-08T04:03:35.053" v="10898" actId="1076"/>
          <ac:spMkLst>
            <pc:docMk/>
            <pc:sldMk cId="0" sldId="344"/>
            <ac:spMk id="55321" creationId="{00000000-0000-0000-0000-000000000000}"/>
          </ac:spMkLst>
        </pc:spChg>
        <pc:spChg chg="mod">
          <ac:chgData name="Nguyen Duc Tien" userId="1d425f06-52f5-490b-9f00-5a0d395ba4e9" providerId="ADAL" clId="{D531F470-C592-4016-B6E4-92691FE71882}" dt="2019-10-08T03:59:48.908" v="10236" actId="20577"/>
          <ac:spMkLst>
            <pc:docMk/>
            <pc:sldMk cId="0" sldId="344"/>
            <ac:spMk id="55325" creationId="{00000000-0000-0000-0000-000000000000}"/>
          </ac:spMkLst>
        </pc:spChg>
        <pc:spChg chg="mod">
          <ac:chgData name="Nguyen Duc Tien" userId="1d425f06-52f5-490b-9f00-5a0d395ba4e9" providerId="ADAL" clId="{D531F470-C592-4016-B6E4-92691FE71882}" dt="2019-10-08T04:03:44.889" v="10901" actId="207"/>
          <ac:spMkLst>
            <pc:docMk/>
            <pc:sldMk cId="0" sldId="344"/>
            <ac:spMk id="55336" creationId="{00000000-0000-0000-0000-000000000000}"/>
          </ac:spMkLst>
        </pc:spChg>
      </pc:sldChg>
      <pc:sldChg chg="modSp modNotesTx">
        <pc:chgData name="Nguyen Duc Tien" userId="1d425f06-52f5-490b-9f00-5a0d395ba4e9" providerId="ADAL" clId="{D531F470-C592-4016-B6E4-92691FE71882}" dt="2019-10-08T03:40:54.670" v="8493" actId="20577"/>
        <pc:sldMkLst>
          <pc:docMk/>
          <pc:sldMk cId="0" sldId="345"/>
        </pc:sldMkLst>
        <pc:spChg chg="mod">
          <ac:chgData name="Nguyen Duc Tien" userId="1d425f06-52f5-490b-9f00-5a0d395ba4e9" providerId="ADAL" clId="{D531F470-C592-4016-B6E4-92691FE71882}" dt="2019-10-08T03:33:17.746" v="8021" actId="20577"/>
          <ac:spMkLst>
            <pc:docMk/>
            <pc:sldMk cId="0" sldId="345"/>
            <ac:spMk id="52226" creationId="{00000000-0000-0000-0000-000000000000}"/>
          </ac:spMkLst>
        </pc:spChg>
        <pc:spChg chg="mod">
          <ac:chgData name="Nguyen Duc Tien" userId="1d425f06-52f5-490b-9f00-5a0d395ba4e9" providerId="ADAL" clId="{D531F470-C592-4016-B6E4-92691FE71882}" dt="2019-10-08T03:32:23.375" v="7925" actId="20577"/>
          <ac:spMkLst>
            <pc:docMk/>
            <pc:sldMk cId="0" sldId="345"/>
            <ac:spMk id="52227" creationId="{00000000-0000-0000-0000-000000000000}"/>
          </ac:spMkLst>
        </pc:spChg>
        <pc:spChg chg="mod">
          <ac:chgData name="Nguyen Duc Tien" userId="1d425f06-52f5-490b-9f00-5a0d395ba4e9" providerId="ADAL" clId="{D531F470-C592-4016-B6E4-92691FE71882}" dt="2019-10-08T03:39:44.862" v="8322" actId="20577"/>
          <ac:spMkLst>
            <pc:docMk/>
            <pc:sldMk cId="0" sldId="345"/>
            <ac:spMk id="52230" creationId="{00000000-0000-0000-0000-000000000000}"/>
          </ac:spMkLst>
        </pc:spChg>
        <pc:spChg chg="mod">
          <ac:chgData name="Nguyen Duc Tien" userId="1d425f06-52f5-490b-9f00-5a0d395ba4e9" providerId="ADAL" clId="{D531F470-C592-4016-B6E4-92691FE71882}" dt="2019-10-08T03:34:09.641" v="8161" actId="20577"/>
          <ac:spMkLst>
            <pc:docMk/>
            <pc:sldMk cId="0" sldId="345"/>
            <ac:spMk id="52231" creationId="{00000000-0000-0000-0000-000000000000}"/>
          </ac:spMkLst>
        </pc:spChg>
        <pc:spChg chg="mod">
          <ac:chgData name="Nguyen Duc Tien" userId="1d425f06-52f5-490b-9f00-5a0d395ba4e9" providerId="ADAL" clId="{D531F470-C592-4016-B6E4-92691FE71882}" dt="2019-10-08T03:34:45.470" v="8303" actId="2711"/>
          <ac:spMkLst>
            <pc:docMk/>
            <pc:sldMk cId="0" sldId="345"/>
            <ac:spMk id="52232" creationId="{00000000-0000-0000-0000-000000000000}"/>
          </ac:spMkLst>
        </pc:spChg>
        <pc:spChg chg="mod">
          <ac:chgData name="Nguyen Duc Tien" userId="1d425f06-52f5-490b-9f00-5a0d395ba4e9" providerId="ADAL" clId="{D531F470-C592-4016-B6E4-92691FE71882}" dt="2019-10-08T03:32:46.681" v="7971" actId="207"/>
          <ac:spMkLst>
            <pc:docMk/>
            <pc:sldMk cId="0" sldId="345"/>
            <ac:spMk id="52237" creationId="{00000000-0000-0000-0000-000000000000}"/>
          </ac:spMkLst>
        </pc:spChg>
        <pc:spChg chg="mod">
          <ac:chgData name="Nguyen Duc Tien" userId="1d425f06-52f5-490b-9f00-5a0d395ba4e9" providerId="ADAL" clId="{D531F470-C592-4016-B6E4-92691FE71882}" dt="2019-10-08T03:33:10.519" v="8015" actId="14100"/>
          <ac:spMkLst>
            <pc:docMk/>
            <pc:sldMk cId="0" sldId="345"/>
            <ac:spMk id="52238" creationId="{00000000-0000-0000-0000-000000000000}"/>
          </ac:spMkLst>
        </pc:spChg>
      </pc:sldChg>
      <pc:sldChg chg="addSp modSp modNotesTx">
        <pc:chgData name="Nguyen Duc Tien" userId="1d425f06-52f5-490b-9f00-5a0d395ba4e9" providerId="ADAL" clId="{D531F470-C592-4016-B6E4-92691FE71882}" dt="2019-10-08T03:53:20.271" v="9756" actId="404"/>
        <pc:sldMkLst>
          <pc:docMk/>
          <pc:sldMk cId="0" sldId="346"/>
        </pc:sldMkLst>
        <pc:spChg chg="add mod">
          <ac:chgData name="Nguyen Duc Tien" userId="1d425f06-52f5-490b-9f00-5a0d395ba4e9" providerId="ADAL" clId="{D531F470-C592-4016-B6E4-92691FE71882}" dt="2019-10-08T03:52:46.291" v="9718" actId="14100"/>
          <ac:spMkLst>
            <pc:docMk/>
            <pc:sldMk cId="0" sldId="346"/>
            <ac:spMk id="2" creationId="{EC64E794-A3BB-4C7E-900E-48EFB4D60034}"/>
          </ac:spMkLst>
        </pc:spChg>
        <pc:spChg chg="mod">
          <ac:chgData name="Nguyen Duc Tien" userId="1d425f06-52f5-490b-9f00-5a0d395ba4e9" providerId="ADAL" clId="{D531F470-C592-4016-B6E4-92691FE71882}" dt="2019-10-08T03:41:36.563" v="8563" actId="20577"/>
          <ac:spMkLst>
            <pc:docMk/>
            <pc:sldMk cId="0" sldId="346"/>
            <ac:spMk id="53250" creationId="{00000000-0000-0000-0000-000000000000}"/>
          </ac:spMkLst>
        </pc:spChg>
        <pc:spChg chg="mod">
          <ac:chgData name="Nguyen Duc Tien" userId="1d425f06-52f5-490b-9f00-5a0d395ba4e9" providerId="ADAL" clId="{D531F470-C592-4016-B6E4-92691FE71882}" dt="2019-10-08T03:53:20.271" v="9756" actId="404"/>
          <ac:spMkLst>
            <pc:docMk/>
            <pc:sldMk cId="0" sldId="346"/>
            <ac:spMk id="53251" creationId="{00000000-0000-0000-0000-000000000000}"/>
          </ac:spMkLst>
        </pc:spChg>
        <pc:picChg chg="add mod">
          <ac:chgData name="Nguyen Duc Tien" userId="1d425f06-52f5-490b-9f00-5a0d395ba4e9" providerId="ADAL" clId="{D531F470-C592-4016-B6E4-92691FE71882}" dt="2019-10-08T03:47:47.935" v="9161" actId="1076"/>
          <ac:picMkLst>
            <pc:docMk/>
            <pc:sldMk cId="0" sldId="346"/>
            <ac:picMk id="3074" creationId="{DE2A8773-4937-4DC9-8BA0-EDDFE533EB16}"/>
          </ac:picMkLst>
        </pc:picChg>
      </pc:sldChg>
      <pc:sldChg chg="modSp">
        <pc:chgData name="Nguyen Duc Tien" userId="1d425f06-52f5-490b-9f00-5a0d395ba4e9" providerId="ADAL" clId="{D531F470-C592-4016-B6E4-92691FE71882}" dt="2019-10-08T04:19:48.922" v="13092" actId="1076"/>
        <pc:sldMkLst>
          <pc:docMk/>
          <pc:sldMk cId="0" sldId="348"/>
        </pc:sldMkLst>
        <pc:spChg chg="mod">
          <ac:chgData name="Nguyen Duc Tien" userId="1d425f06-52f5-490b-9f00-5a0d395ba4e9" providerId="ADAL" clId="{D531F470-C592-4016-B6E4-92691FE71882}" dt="2019-10-08T04:16:06.826" v="12584" actId="20577"/>
          <ac:spMkLst>
            <pc:docMk/>
            <pc:sldMk cId="0" sldId="348"/>
            <ac:spMk id="58370" creationId="{00000000-0000-0000-0000-000000000000}"/>
          </ac:spMkLst>
        </pc:spChg>
        <pc:spChg chg="mod">
          <ac:chgData name="Nguyen Duc Tien" userId="1d425f06-52f5-490b-9f00-5a0d395ba4e9" providerId="ADAL" clId="{D531F470-C592-4016-B6E4-92691FE71882}" dt="2019-10-08T04:18:07.186" v="12935" actId="113"/>
          <ac:spMkLst>
            <pc:docMk/>
            <pc:sldMk cId="0" sldId="348"/>
            <ac:spMk id="58371" creationId="{00000000-0000-0000-0000-000000000000}"/>
          </ac:spMkLst>
        </pc:spChg>
        <pc:spChg chg="mod">
          <ac:chgData name="Nguyen Duc Tien" userId="1d425f06-52f5-490b-9f00-5a0d395ba4e9" providerId="ADAL" clId="{D531F470-C592-4016-B6E4-92691FE71882}" dt="2019-10-08T04:18:19.596" v="12943" actId="1036"/>
          <ac:spMkLst>
            <pc:docMk/>
            <pc:sldMk cId="0" sldId="348"/>
            <ac:spMk id="58372" creationId="{00000000-0000-0000-0000-000000000000}"/>
          </ac:spMkLst>
        </pc:spChg>
        <pc:spChg chg="mod">
          <ac:chgData name="Nguyen Duc Tien" userId="1d425f06-52f5-490b-9f00-5a0d395ba4e9" providerId="ADAL" clId="{D531F470-C592-4016-B6E4-92691FE71882}" dt="2019-10-08T04:18:27.749" v="12954" actId="1035"/>
          <ac:spMkLst>
            <pc:docMk/>
            <pc:sldMk cId="0" sldId="348"/>
            <ac:spMk id="58373" creationId="{00000000-0000-0000-0000-000000000000}"/>
          </ac:spMkLst>
        </pc:spChg>
        <pc:spChg chg="mod">
          <ac:chgData name="Nguyen Duc Tien" userId="1d425f06-52f5-490b-9f00-5a0d395ba4e9" providerId="ADAL" clId="{D531F470-C592-4016-B6E4-92691FE71882}" dt="2019-10-08T04:19:44.812" v="13090" actId="1036"/>
          <ac:spMkLst>
            <pc:docMk/>
            <pc:sldMk cId="0" sldId="348"/>
            <ac:spMk id="58374" creationId="{00000000-0000-0000-0000-000000000000}"/>
          </ac:spMkLst>
        </pc:spChg>
        <pc:spChg chg="mod">
          <ac:chgData name="Nguyen Duc Tien" userId="1d425f06-52f5-490b-9f00-5a0d395ba4e9" providerId="ADAL" clId="{D531F470-C592-4016-B6E4-92691FE71882}" dt="2019-10-08T04:18:24.080" v="12947" actId="1036"/>
          <ac:spMkLst>
            <pc:docMk/>
            <pc:sldMk cId="0" sldId="348"/>
            <ac:spMk id="58375" creationId="{00000000-0000-0000-0000-000000000000}"/>
          </ac:spMkLst>
        </pc:spChg>
        <pc:spChg chg="mod">
          <ac:chgData name="Nguyen Duc Tien" userId="1d425f06-52f5-490b-9f00-5a0d395ba4e9" providerId="ADAL" clId="{D531F470-C592-4016-B6E4-92691FE71882}" dt="2019-10-08T04:18:25.316" v="12949" actId="1036"/>
          <ac:spMkLst>
            <pc:docMk/>
            <pc:sldMk cId="0" sldId="348"/>
            <ac:spMk id="58378" creationId="{00000000-0000-0000-0000-000000000000}"/>
          </ac:spMkLst>
        </pc:spChg>
        <pc:spChg chg="mod">
          <ac:chgData name="Nguyen Duc Tien" userId="1d425f06-52f5-490b-9f00-5a0d395ba4e9" providerId="ADAL" clId="{D531F470-C592-4016-B6E4-92691FE71882}" dt="2019-10-08T04:18:21.385" v="12944" actId="1036"/>
          <ac:spMkLst>
            <pc:docMk/>
            <pc:sldMk cId="0" sldId="348"/>
            <ac:spMk id="58379" creationId="{00000000-0000-0000-0000-000000000000}"/>
          </ac:spMkLst>
        </pc:spChg>
        <pc:spChg chg="mod">
          <ac:chgData name="Nguyen Duc Tien" userId="1d425f06-52f5-490b-9f00-5a0d395ba4e9" providerId="ADAL" clId="{D531F470-C592-4016-B6E4-92691FE71882}" dt="2019-10-08T04:18:15.032" v="12939" actId="1035"/>
          <ac:spMkLst>
            <pc:docMk/>
            <pc:sldMk cId="0" sldId="348"/>
            <ac:spMk id="58380" creationId="{00000000-0000-0000-0000-000000000000}"/>
          </ac:spMkLst>
        </pc:spChg>
        <pc:spChg chg="mod">
          <ac:chgData name="Nguyen Duc Tien" userId="1d425f06-52f5-490b-9f00-5a0d395ba4e9" providerId="ADAL" clId="{D531F470-C592-4016-B6E4-92691FE71882}" dt="2019-10-08T04:19:47.600" v="13091" actId="1076"/>
          <ac:spMkLst>
            <pc:docMk/>
            <pc:sldMk cId="0" sldId="348"/>
            <ac:spMk id="58381" creationId="{00000000-0000-0000-0000-000000000000}"/>
          </ac:spMkLst>
        </pc:spChg>
        <pc:spChg chg="mod">
          <ac:chgData name="Nguyen Duc Tien" userId="1d425f06-52f5-490b-9f00-5a0d395ba4e9" providerId="ADAL" clId="{D531F470-C592-4016-B6E4-92691FE71882}" dt="2019-10-08T04:19:48.922" v="13092" actId="1076"/>
          <ac:spMkLst>
            <pc:docMk/>
            <pc:sldMk cId="0" sldId="348"/>
            <ac:spMk id="58382" creationId="{00000000-0000-0000-0000-000000000000}"/>
          </ac:spMkLst>
        </pc:spChg>
        <pc:spChg chg="mod">
          <ac:chgData name="Nguyen Duc Tien" userId="1d425f06-52f5-490b-9f00-5a0d395ba4e9" providerId="ADAL" clId="{D531F470-C592-4016-B6E4-92691FE71882}" dt="2019-10-08T04:18:57.519" v="12979" actId="20577"/>
          <ac:spMkLst>
            <pc:docMk/>
            <pc:sldMk cId="0" sldId="348"/>
            <ac:spMk id="58384" creationId="{00000000-0000-0000-0000-000000000000}"/>
          </ac:spMkLst>
        </pc:spChg>
      </pc:sldChg>
      <pc:sldChg chg="modSp modNotesTx">
        <pc:chgData name="Nguyen Duc Tien" userId="1d425f06-52f5-490b-9f00-5a0d395ba4e9" providerId="ADAL" clId="{D531F470-C592-4016-B6E4-92691FE71882}" dt="2019-10-22T03:30:55.495" v="27495" actId="6549"/>
        <pc:sldMkLst>
          <pc:docMk/>
          <pc:sldMk cId="0" sldId="350"/>
        </pc:sldMkLst>
        <pc:spChg chg="mod">
          <ac:chgData name="Nguyen Duc Tien" userId="1d425f06-52f5-490b-9f00-5a0d395ba4e9" providerId="ADAL" clId="{D531F470-C592-4016-B6E4-92691FE71882}" dt="2019-10-22T03:30:55.495" v="27495" actId="6549"/>
          <ac:spMkLst>
            <pc:docMk/>
            <pc:sldMk cId="0" sldId="350"/>
            <ac:spMk id="73731" creationId="{00000000-0000-0000-0000-000000000000}"/>
          </ac:spMkLst>
        </pc:spChg>
        <pc:spChg chg="mod">
          <ac:chgData name="Nguyen Duc Tien" userId="1d425f06-52f5-490b-9f00-5a0d395ba4e9" providerId="ADAL" clId="{D531F470-C592-4016-B6E4-92691FE71882}" dt="2019-10-22T03:18:56.998" v="27232" actId="403"/>
          <ac:spMkLst>
            <pc:docMk/>
            <pc:sldMk cId="0" sldId="350"/>
            <ac:spMk id="73732" creationId="{00000000-0000-0000-0000-000000000000}"/>
          </ac:spMkLst>
        </pc:spChg>
        <pc:spChg chg="mod">
          <ac:chgData name="Nguyen Duc Tien" userId="1d425f06-52f5-490b-9f00-5a0d395ba4e9" providerId="ADAL" clId="{D531F470-C592-4016-B6E4-92691FE71882}" dt="2019-10-22T03:18:38.884" v="27216" actId="14100"/>
          <ac:spMkLst>
            <pc:docMk/>
            <pc:sldMk cId="0" sldId="350"/>
            <ac:spMk id="73733" creationId="{00000000-0000-0000-0000-000000000000}"/>
          </ac:spMkLst>
        </pc:spChg>
        <pc:spChg chg="mod">
          <ac:chgData name="Nguyen Duc Tien" userId="1d425f06-52f5-490b-9f00-5a0d395ba4e9" providerId="ADAL" clId="{D531F470-C592-4016-B6E4-92691FE71882}" dt="2019-10-22T03:18:50.804" v="27231" actId="404"/>
          <ac:spMkLst>
            <pc:docMk/>
            <pc:sldMk cId="0" sldId="350"/>
            <ac:spMk id="73734" creationId="{00000000-0000-0000-0000-000000000000}"/>
          </ac:spMkLst>
        </pc:spChg>
        <pc:spChg chg="mod">
          <ac:chgData name="Nguyen Duc Tien" userId="1d425f06-52f5-490b-9f00-5a0d395ba4e9" providerId="ADAL" clId="{D531F470-C592-4016-B6E4-92691FE71882}" dt="2019-10-15T05:17:36.401" v="26374" actId="20577"/>
          <ac:spMkLst>
            <pc:docMk/>
            <pc:sldMk cId="0" sldId="350"/>
            <ac:spMk id="73739" creationId="{00000000-0000-0000-0000-000000000000}"/>
          </ac:spMkLst>
        </pc:spChg>
        <pc:spChg chg="mod">
          <ac:chgData name="Nguyen Duc Tien" userId="1d425f06-52f5-490b-9f00-5a0d395ba4e9" providerId="ADAL" clId="{D531F470-C592-4016-B6E4-92691FE71882}" dt="2019-10-22T03:05:20.840" v="26551" actId="20577"/>
          <ac:spMkLst>
            <pc:docMk/>
            <pc:sldMk cId="0" sldId="350"/>
            <ac:spMk id="73741" creationId="{00000000-0000-0000-0000-000000000000}"/>
          </ac:spMkLst>
        </pc:spChg>
      </pc:sldChg>
      <pc:sldChg chg="modSp modNotesTx">
        <pc:chgData name="Nguyen Duc Tien" userId="1d425f06-52f5-490b-9f00-5a0d395ba4e9" providerId="ADAL" clId="{D531F470-C592-4016-B6E4-92691FE71882}" dt="2019-10-22T03:14:19.139" v="26859" actId="1035"/>
        <pc:sldMkLst>
          <pc:docMk/>
          <pc:sldMk cId="0" sldId="354"/>
        </pc:sldMkLst>
        <pc:spChg chg="mod">
          <ac:chgData name="Nguyen Duc Tien" userId="1d425f06-52f5-490b-9f00-5a0d395ba4e9" providerId="ADAL" clId="{D531F470-C592-4016-B6E4-92691FE71882}" dt="2019-10-22T03:14:06.134" v="26856" actId="1035"/>
          <ac:spMkLst>
            <pc:docMk/>
            <pc:sldMk cId="0" sldId="354"/>
            <ac:spMk id="72715" creationId="{00000000-0000-0000-0000-000000000000}"/>
          </ac:spMkLst>
        </pc:spChg>
        <pc:spChg chg="mod">
          <ac:chgData name="Nguyen Duc Tien" userId="1d425f06-52f5-490b-9f00-5a0d395ba4e9" providerId="ADAL" clId="{D531F470-C592-4016-B6E4-92691FE71882}" dt="2019-10-22T03:14:06.134" v="26856" actId="1035"/>
          <ac:spMkLst>
            <pc:docMk/>
            <pc:sldMk cId="0" sldId="354"/>
            <ac:spMk id="72716" creationId="{00000000-0000-0000-0000-000000000000}"/>
          </ac:spMkLst>
        </pc:spChg>
        <pc:spChg chg="mod">
          <ac:chgData name="Nguyen Duc Tien" userId="1d425f06-52f5-490b-9f00-5a0d395ba4e9" providerId="ADAL" clId="{D531F470-C592-4016-B6E4-92691FE71882}" dt="2019-10-22T03:14:06.134" v="26856" actId="1035"/>
          <ac:spMkLst>
            <pc:docMk/>
            <pc:sldMk cId="0" sldId="354"/>
            <ac:spMk id="72717" creationId="{00000000-0000-0000-0000-000000000000}"/>
          </ac:spMkLst>
        </pc:spChg>
        <pc:spChg chg="mod">
          <ac:chgData name="Nguyen Duc Tien" userId="1d425f06-52f5-490b-9f00-5a0d395ba4e9" providerId="ADAL" clId="{D531F470-C592-4016-B6E4-92691FE71882}" dt="2019-10-22T03:13:19.144" v="26844" actId="113"/>
          <ac:spMkLst>
            <pc:docMk/>
            <pc:sldMk cId="0" sldId="354"/>
            <ac:spMk id="72718" creationId="{00000000-0000-0000-0000-000000000000}"/>
          </ac:spMkLst>
        </pc:spChg>
        <pc:spChg chg="mod">
          <ac:chgData name="Nguyen Duc Tien" userId="1d425f06-52f5-490b-9f00-5a0d395ba4e9" providerId="ADAL" clId="{D531F470-C592-4016-B6E4-92691FE71882}" dt="2019-10-22T03:14:19.139" v="26859" actId="1035"/>
          <ac:spMkLst>
            <pc:docMk/>
            <pc:sldMk cId="0" sldId="354"/>
            <ac:spMk id="72719" creationId="{00000000-0000-0000-0000-000000000000}"/>
          </ac:spMkLst>
        </pc:spChg>
        <pc:spChg chg="mod">
          <ac:chgData name="Nguyen Duc Tien" userId="1d425f06-52f5-490b-9f00-5a0d395ba4e9" providerId="ADAL" clId="{D531F470-C592-4016-B6E4-92691FE71882}" dt="2019-10-22T03:11:01.593" v="26612" actId="207"/>
          <ac:spMkLst>
            <pc:docMk/>
            <pc:sldMk cId="0" sldId="354"/>
            <ac:spMk id="72720" creationId="{00000000-0000-0000-0000-000000000000}"/>
          </ac:spMkLst>
        </pc:spChg>
        <pc:spChg chg="mod">
          <ac:chgData name="Nguyen Duc Tien" userId="1d425f06-52f5-490b-9f00-5a0d395ba4e9" providerId="ADAL" clId="{D531F470-C592-4016-B6E4-92691FE71882}" dt="2019-10-22T03:12:59.623" v="26837" actId="207"/>
          <ac:spMkLst>
            <pc:docMk/>
            <pc:sldMk cId="0" sldId="354"/>
            <ac:spMk id="72721" creationId="{00000000-0000-0000-0000-000000000000}"/>
          </ac:spMkLst>
        </pc:spChg>
        <pc:spChg chg="mod">
          <ac:chgData name="Nguyen Duc Tien" userId="1d425f06-52f5-490b-9f00-5a0d395ba4e9" providerId="ADAL" clId="{D531F470-C592-4016-B6E4-92691FE71882}" dt="2019-10-22T03:13:20.669" v="26845" actId="113"/>
          <ac:spMkLst>
            <pc:docMk/>
            <pc:sldMk cId="0" sldId="354"/>
            <ac:spMk id="72731" creationId="{00000000-0000-0000-0000-000000000000}"/>
          </ac:spMkLst>
        </pc:spChg>
        <pc:spChg chg="mod">
          <ac:chgData name="Nguyen Duc Tien" userId="1d425f06-52f5-490b-9f00-5a0d395ba4e9" providerId="ADAL" clId="{D531F470-C592-4016-B6E4-92691FE71882}" dt="2019-10-22T03:11:01.593" v="26612" actId="207"/>
          <ac:spMkLst>
            <pc:docMk/>
            <pc:sldMk cId="0" sldId="354"/>
            <ac:spMk id="72737" creationId="{00000000-0000-0000-0000-000000000000}"/>
          </ac:spMkLst>
        </pc:spChg>
        <pc:spChg chg="mod">
          <ac:chgData name="Nguyen Duc Tien" userId="1d425f06-52f5-490b-9f00-5a0d395ba4e9" providerId="ADAL" clId="{D531F470-C592-4016-B6E4-92691FE71882}" dt="2019-10-22T03:13:11.421" v="26840" actId="113"/>
          <ac:spMkLst>
            <pc:docMk/>
            <pc:sldMk cId="0" sldId="354"/>
            <ac:spMk id="72749" creationId="{00000000-0000-0000-0000-000000000000}"/>
          </ac:spMkLst>
        </pc:spChg>
        <pc:spChg chg="mod">
          <ac:chgData name="Nguyen Duc Tien" userId="1d425f06-52f5-490b-9f00-5a0d395ba4e9" providerId="ADAL" clId="{D531F470-C592-4016-B6E4-92691FE71882}" dt="2019-10-22T03:13:11.421" v="26840" actId="113"/>
          <ac:spMkLst>
            <pc:docMk/>
            <pc:sldMk cId="0" sldId="354"/>
            <ac:spMk id="72755" creationId="{00000000-0000-0000-0000-000000000000}"/>
          </ac:spMkLst>
        </pc:spChg>
        <pc:spChg chg="mod">
          <ac:chgData name="Nguyen Duc Tien" userId="1d425f06-52f5-490b-9f00-5a0d395ba4e9" providerId="ADAL" clId="{D531F470-C592-4016-B6E4-92691FE71882}" dt="2019-10-22T03:14:12.688" v="26857" actId="208"/>
          <ac:spMkLst>
            <pc:docMk/>
            <pc:sldMk cId="0" sldId="354"/>
            <ac:spMk id="72756" creationId="{00000000-0000-0000-0000-000000000000}"/>
          </ac:spMkLst>
        </pc:spChg>
        <pc:spChg chg="mod">
          <ac:chgData name="Nguyen Duc Tien" userId="1d425f06-52f5-490b-9f00-5a0d395ba4e9" providerId="ADAL" clId="{D531F470-C592-4016-B6E4-92691FE71882}" dt="2019-10-15T05:15:17.404" v="25860" actId="20577"/>
          <ac:spMkLst>
            <pc:docMk/>
            <pc:sldMk cId="0" sldId="354"/>
            <ac:spMk id="72777" creationId="{00000000-0000-0000-0000-000000000000}"/>
          </ac:spMkLst>
        </pc:spChg>
      </pc:sldChg>
      <pc:sldChg chg="addSp delSp modSp modNotesTx">
        <pc:chgData name="Nguyen Duc Tien" userId="1d425f06-52f5-490b-9f00-5a0d395ba4e9" providerId="ADAL" clId="{D531F470-C592-4016-B6E4-92691FE71882}" dt="2019-10-22T03:34:44.483" v="27567" actId="1076"/>
        <pc:sldMkLst>
          <pc:docMk/>
          <pc:sldMk cId="0" sldId="355"/>
        </pc:sldMkLst>
        <pc:spChg chg="mod">
          <ac:chgData name="Nguyen Duc Tien" userId="1d425f06-52f5-490b-9f00-5a0d395ba4e9" providerId="ADAL" clId="{D531F470-C592-4016-B6E4-92691FE71882}" dt="2019-10-22T03:32:39.102" v="27552" actId="14100"/>
          <ac:spMkLst>
            <pc:docMk/>
            <pc:sldMk cId="0" sldId="355"/>
            <ac:spMk id="74755" creationId="{00000000-0000-0000-0000-000000000000}"/>
          </ac:spMkLst>
        </pc:spChg>
        <pc:spChg chg="del mod">
          <ac:chgData name="Nguyen Duc Tien" userId="1d425f06-52f5-490b-9f00-5a0d395ba4e9" providerId="ADAL" clId="{D531F470-C592-4016-B6E4-92691FE71882}" dt="2019-10-22T03:30:09.364" v="27463"/>
          <ac:spMkLst>
            <pc:docMk/>
            <pc:sldMk cId="0" sldId="355"/>
            <ac:spMk id="74756" creationId="{00000000-0000-0000-0000-000000000000}"/>
          </ac:spMkLst>
        </pc:spChg>
        <pc:spChg chg="del mod">
          <ac:chgData name="Nguyen Duc Tien" userId="1d425f06-52f5-490b-9f00-5a0d395ba4e9" providerId="ADAL" clId="{D531F470-C592-4016-B6E4-92691FE71882}" dt="2019-10-22T03:30:09.364" v="27463"/>
          <ac:spMkLst>
            <pc:docMk/>
            <pc:sldMk cId="0" sldId="355"/>
            <ac:spMk id="74757" creationId="{00000000-0000-0000-0000-000000000000}"/>
          </ac:spMkLst>
        </pc:spChg>
        <pc:spChg chg="del mod">
          <ac:chgData name="Nguyen Duc Tien" userId="1d425f06-52f5-490b-9f00-5a0d395ba4e9" providerId="ADAL" clId="{D531F470-C592-4016-B6E4-92691FE71882}" dt="2019-10-22T03:30:09.364" v="27463"/>
          <ac:spMkLst>
            <pc:docMk/>
            <pc:sldMk cId="0" sldId="355"/>
            <ac:spMk id="74758" creationId="{00000000-0000-0000-0000-000000000000}"/>
          </ac:spMkLst>
        </pc:spChg>
        <pc:spChg chg="del mod">
          <ac:chgData name="Nguyen Duc Tien" userId="1d425f06-52f5-490b-9f00-5a0d395ba4e9" providerId="ADAL" clId="{D531F470-C592-4016-B6E4-92691FE71882}" dt="2019-10-22T03:30:09.364" v="27463"/>
          <ac:spMkLst>
            <pc:docMk/>
            <pc:sldMk cId="0" sldId="355"/>
            <ac:spMk id="74759" creationId="{00000000-0000-0000-0000-000000000000}"/>
          </ac:spMkLst>
        </pc:spChg>
        <pc:spChg chg="del mod">
          <ac:chgData name="Nguyen Duc Tien" userId="1d425f06-52f5-490b-9f00-5a0d395ba4e9" providerId="ADAL" clId="{D531F470-C592-4016-B6E4-92691FE71882}" dt="2019-10-22T03:30:09.364" v="27463"/>
          <ac:spMkLst>
            <pc:docMk/>
            <pc:sldMk cId="0" sldId="355"/>
            <ac:spMk id="74760" creationId="{00000000-0000-0000-0000-000000000000}"/>
          </ac:spMkLst>
        </pc:spChg>
        <pc:spChg chg="del mod">
          <ac:chgData name="Nguyen Duc Tien" userId="1d425f06-52f5-490b-9f00-5a0d395ba4e9" providerId="ADAL" clId="{D531F470-C592-4016-B6E4-92691FE71882}" dt="2019-10-22T03:30:09.364" v="27463"/>
          <ac:spMkLst>
            <pc:docMk/>
            <pc:sldMk cId="0" sldId="355"/>
            <ac:spMk id="74761" creationId="{00000000-0000-0000-0000-000000000000}"/>
          </ac:spMkLst>
        </pc:spChg>
        <pc:spChg chg="del mod">
          <ac:chgData name="Nguyen Duc Tien" userId="1d425f06-52f5-490b-9f00-5a0d395ba4e9" providerId="ADAL" clId="{D531F470-C592-4016-B6E4-92691FE71882}" dt="2019-10-22T03:30:09.364" v="27463"/>
          <ac:spMkLst>
            <pc:docMk/>
            <pc:sldMk cId="0" sldId="355"/>
            <ac:spMk id="74762" creationId="{00000000-0000-0000-0000-000000000000}"/>
          </ac:spMkLst>
        </pc:spChg>
        <pc:spChg chg="del mod">
          <ac:chgData name="Nguyen Duc Tien" userId="1d425f06-52f5-490b-9f00-5a0d395ba4e9" providerId="ADAL" clId="{D531F470-C592-4016-B6E4-92691FE71882}" dt="2019-10-22T03:30:09.364" v="27463"/>
          <ac:spMkLst>
            <pc:docMk/>
            <pc:sldMk cId="0" sldId="355"/>
            <ac:spMk id="74763" creationId="{00000000-0000-0000-0000-000000000000}"/>
          </ac:spMkLst>
        </pc:spChg>
        <pc:spChg chg="del mod">
          <ac:chgData name="Nguyen Duc Tien" userId="1d425f06-52f5-490b-9f00-5a0d395ba4e9" providerId="ADAL" clId="{D531F470-C592-4016-B6E4-92691FE71882}" dt="2019-10-22T03:30:09.364" v="27463"/>
          <ac:spMkLst>
            <pc:docMk/>
            <pc:sldMk cId="0" sldId="355"/>
            <ac:spMk id="74764" creationId="{00000000-0000-0000-0000-000000000000}"/>
          </ac:spMkLst>
        </pc:spChg>
        <pc:spChg chg="del mod">
          <ac:chgData name="Nguyen Duc Tien" userId="1d425f06-52f5-490b-9f00-5a0d395ba4e9" providerId="ADAL" clId="{D531F470-C592-4016-B6E4-92691FE71882}" dt="2019-10-22T03:30:09.364" v="27463"/>
          <ac:spMkLst>
            <pc:docMk/>
            <pc:sldMk cId="0" sldId="355"/>
            <ac:spMk id="74765" creationId="{00000000-0000-0000-0000-000000000000}"/>
          </ac:spMkLst>
        </pc:spChg>
        <pc:spChg chg="del mod">
          <ac:chgData name="Nguyen Duc Tien" userId="1d425f06-52f5-490b-9f00-5a0d395ba4e9" providerId="ADAL" clId="{D531F470-C592-4016-B6E4-92691FE71882}" dt="2019-10-22T03:30:09.364" v="27463"/>
          <ac:spMkLst>
            <pc:docMk/>
            <pc:sldMk cId="0" sldId="355"/>
            <ac:spMk id="74766" creationId="{00000000-0000-0000-0000-000000000000}"/>
          </ac:spMkLst>
        </pc:spChg>
        <pc:picChg chg="add del">
          <ac:chgData name="Nguyen Duc Tien" userId="1d425f06-52f5-490b-9f00-5a0d395ba4e9" providerId="ADAL" clId="{D531F470-C592-4016-B6E4-92691FE71882}" dt="2019-10-22T03:31:52.259" v="27547"/>
          <ac:picMkLst>
            <pc:docMk/>
            <pc:sldMk cId="0" sldId="355"/>
            <ac:picMk id="3074" creationId="{40A2F9C6-6476-48F8-823F-79E61C7CA126}"/>
          </ac:picMkLst>
        </pc:picChg>
        <pc:picChg chg="add del">
          <ac:chgData name="Nguyen Duc Tien" userId="1d425f06-52f5-490b-9f00-5a0d395ba4e9" providerId="ADAL" clId="{D531F470-C592-4016-B6E4-92691FE71882}" dt="2019-10-22T03:32:02.094" v="27549"/>
          <ac:picMkLst>
            <pc:docMk/>
            <pc:sldMk cId="0" sldId="355"/>
            <ac:picMk id="3076" creationId="{6F1D33D8-AA94-497A-8BE5-060766CDFB42}"/>
          </ac:picMkLst>
        </pc:picChg>
        <pc:picChg chg="add mod">
          <ac:chgData name="Nguyen Duc Tien" userId="1d425f06-52f5-490b-9f00-5a0d395ba4e9" providerId="ADAL" clId="{D531F470-C592-4016-B6E4-92691FE71882}" dt="2019-10-22T03:34:44.483" v="27567" actId="1076"/>
          <ac:picMkLst>
            <pc:docMk/>
            <pc:sldMk cId="0" sldId="355"/>
            <ac:picMk id="3078" creationId="{82973A34-109F-4DA7-B71F-ACB5641092C7}"/>
          </ac:picMkLst>
        </pc:picChg>
        <pc:picChg chg="add del">
          <ac:chgData name="Nguyen Duc Tien" userId="1d425f06-52f5-490b-9f00-5a0d395ba4e9" providerId="ADAL" clId="{D531F470-C592-4016-B6E4-92691FE71882}" dt="2019-10-22T03:34:06.091" v="27557"/>
          <ac:picMkLst>
            <pc:docMk/>
            <pc:sldMk cId="0" sldId="355"/>
            <ac:picMk id="3080" creationId="{F8CAB3F3-4FFE-47BC-B67C-E76393511B15}"/>
          </ac:picMkLst>
        </pc:picChg>
        <pc:picChg chg="add mod">
          <ac:chgData name="Nguyen Duc Tien" userId="1d425f06-52f5-490b-9f00-5a0d395ba4e9" providerId="ADAL" clId="{D531F470-C592-4016-B6E4-92691FE71882}" dt="2019-10-22T03:34:39.284" v="27564" actId="1076"/>
          <ac:picMkLst>
            <pc:docMk/>
            <pc:sldMk cId="0" sldId="355"/>
            <ac:picMk id="3082" creationId="{D80C6453-F2DC-4C6B-9AB8-6BD6416D6999}"/>
          </ac:picMkLst>
        </pc:picChg>
      </pc:sldChg>
      <pc:sldChg chg="modSp modNotesTx">
        <pc:chgData name="Nguyen Duc Tien" userId="1d425f06-52f5-490b-9f00-5a0d395ba4e9" providerId="ADAL" clId="{D531F470-C592-4016-B6E4-92691FE71882}" dt="2019-10-22T03:37:23.980" v="27629" actId="20577"/>
        <pc:sldMkLst>
          <pc:docMk/>
          <pc:sldMk cId="0" sldId="356"/>
        </pc:sldMkLst>
        <pc:spChg chg="mod">
          <ac:chgData name="Nguyen Duc Tien" userId="1d425f06-52f5-490b-9f00-5a0d395ba4e9" providerId="ADAL" clId="{D531F470-C592-4016-B6E4-92691FE71882}" dt="2019-10-22T03:37:04.686" v="27627"/>
          <ac:spMkLst>
            <pc:docMk/>
            <pc:sldMk cId="0" sldId="356"/>
            <ac:spMk id="75779" creationId="{00000000-0000-0000-0000-000000000000}"/>
          </ac:spMkLst>
        </pc:spChg>
        <pc:spChg chg="mod">
          <ac:chgData name="Nguyen Duc Tien" userId="1d425f06-52f5-490b-9f00-5a0d395ba4e9" providerId="ADAL" clId="{D531F470-C592-4016-B6E4-92691FE71882}" dt="2019-10-22T03:36:19.208" v="27611" actId="404"/>
          <ac:spMkLst>
            <pc:docMk/>
            <pc:sldMk cId="0" sldId="356"/>
            <ac:spMk id="75780" creationId="{00000000-0000-0000-0000-000000000000}"/>
          </ac:spMkLst>
        </pc:spChg>
        <pc:spChg chg="mod">
          <ac:chgData name="Nguyen Duc Tien" userId="1d425f06-52f5-490b-9f00-5a0d395ba4e9" providerId="ADAL" clId="{D531F470-C592-4016-B6E4-92691FE71882}" dt="2019-10-22T03:36:37.369" v="27619" actId="1037"/>
          <ac:spMkLst>
            <pc:docMk/>
            <pc:sldMk cId="0" sldId="356"/>
            <ac:spMk id="75781" creationId="{00000000-0000-0000-0000-000000000000}"/>
          </ac:spMkLst>
        </pc:spChg>
        <pc:spChg chg="mod">
          <ac:chgData name="Nguyen Duc Tien" userId="1d425f06-52f5-490b-9f00-5a0d395ba4e9" providerId="ADAL" clId="{D531F470-C592-4016-B6E4-92691FE71882}" dt="2019-10-22T03:36:58.983" v="27624" actId="1037"/>
          <ac:spMkLst>
            <pc:docMk/>
            <pc:sldMk cId="0" sldId="356"/>
            <ac:spMk id="75782" creationId="{00000000-0000-0000-0000-000000000000}"/>
          </ac:spMkLst>
        </pc:spChg>
        <pc:spChg chg="mod">
          <ac:chgData name="Nguyen Duc Tien" userId="1d425f06-52f5-490b-9f00-5a0d395ba4e9" providerId="ADAL" clId="{D531F470-C592-4016-B6E4-92691FE71882}" dt="2019-10-22T03:36:25.514" v="27613" actId="1038"/>
          <ac:spMkLst>
            <pc:docMk/>
            <pc:sldMk cId="0" sldId="356"/>
            <ac:spMk id="75785" creationId="{00000000-0000-0000-0000-000000000000}"/>
          </ac:spMkLst>
        </pc:spChg>
        <pc:spChg chg="mod">
          <ac:chgData name="Nguyen Duc Tien" userId="1d425f06-52f5-490b-9f00-5a0d395ba4e9" providerId="ADAL" clId="{D531F470-C592-4016-B6E4-92691FE71882}" dt="2019-10-22T03:36:36.140" v="27618" actId="1037"/>
          <ac:spMkLst>
            <pc:docMk/>
            <pc:sldMk cId="0" sldId="356"/>
            <ac:spMk id="75786" creationId="{00000000-0000-0000-0000-000000000000}"/>
          </ac:spMkLst>
        </pc:spChg>
        <pc:spChg chg="mod">
          <ac:chgData name="Nguyen Duc Tien" userId="1d425f06-52f5-490b-9f00-5a0d395ba4e9" providerId="ADAL" clId="{D531F470-C592-4016-B6E4-92691FE71882}" dt="2019-10-22T03:36:40.083" v="27621" actId="1037"/>
          <ac:spMkLst>
            <pc:docMk/>
            <pc:sldMk cId="0" sldId="356"/>
            <ac:spMk id="75788" creationId="{00000000-0000-0000-0000-000000000000}"/>
          </ac:spMkLst>
        </pc:spChg>
        <pc:spChg chg="mod">
          <ac:chgData name="Nguyen Duc Tien" userId="1d425f06-52f5-490b-9f00-5a0d395ba4e9" providerId="ADAL" clId="{D531F470-C592-4016-B6E4-92691FE71882}" dt="2019-10-22T03:36:25.514" v="27613" actId="1038"/>
          <ac:spMkLst>
            <pc:docMk/>
            <pc:sldMk cId="0" sldId="356"/>
            <ac:spMk id="75789" creationId="{00000000-0000-0000-0000-000000000000}"/>
          </ac:spMkLst>
        </pc:spChg>
        <pc:spChg chg="mod">
          <ac:chgData name="Nguyen Duc Tien" userId="1d425f06-52f5-490b-9f00-5a0d395ba4e9" providerId="ADAL" clId="{D531F470-C592-4016-B6E4-92691FE71882}" dt="2019-10-22T03:36:43.286" v="27622" actId="14100"/>
          <ac:spMkLst>
            <pc:docMk/>
            <pc:sldMk cId="0" sldId="356"/>
            <ac:spMk id="75790" creationId="{00000000-0000-0000-0000-000000000000}"/>
          </ac:spMkLst>
        </pc:spChg>
      </pc:sldChg>
      <pc:sldChg chg="addSp delSp modSp modNotesTx">
        <pc:chgData name="Nguyen Duc Tien" userId="1d425f06-52f5-490b-9f00-5a0d395ba4e9" providerId="ADAL" clId="{D531F470-C592-4016-B6E4-92691FE71882}" dt="2019-10-22T04:51:21.044" v="29487" actId="20577"/>
        <pc:sldMkLst>
          <pc:docMk/>
          <pc:sldMk cId="0" sldId="357"/>
        </pc:sldMkLst>
        <pc:spChg chg="mod">
          <ac:chgData name="Nguyen Duc Tien" userId="1d425f06-52f5-490b-9f00-5a0d395ba4e9" providerId="ADAL" clId="{D531F470-C592-4016-B6E4-92691FE71882}" dt="2019-10-22T04:51:21.044" v="29487" actId="20577"/>
          <ac:spMkLst>
            <pc:docMk/>
            <pc:sldMk cId="0" sldId="357"/>
            <ac:spMk id="76803" creationId="{00000000-0000-0000-0000-000000000000}"/>
          </ac:spMkLst>
        </pc:spChg>
        <pc:spChg chg="add del mod">
          <ac:chgData name="Nguyen Duc Tien" userId="1d425f06-52f5-490b-9f00-5a0d395ba4e9" providerId="ADAL" clId="{D531F470-C592-4016-B6E4-92691FE71882}" dt="2019-10-22T04:48:13.435" v="29367" actId="1036"/>
          <ac:spMkLst>
            <pc:docMk/>
            <pc:sldMk cId="0" sldId="357"/>
            <ac:spMk id="76804" creationId="{00000000-0000-0000-0000-000000000000}"/>
          </ac:spMkLst>
        </pc:spChg>
        <pc:spChg chg="add del mod">
          <ac:chgData name="Nguyen Duc Tien" userId="1d425f06-52f5-490b-9f00-5a0d395ba4e9" providerId="ADAL" clId="{D531F470-C592-4016-B6E4-92691FE71882}" dt="2019-10-22T04:48:13.435" v="29367" actId="1036"/>
          <ac:spMkLst>
            <pc:docMk/>
            <pc:sldMk cId="0" sldId="357"/>
            <ac:spMk id="76805" creationId="{00000000-0000-0000-0000-000000000000}"/>
          </ac:spMkLst>
        </pc:spChg>
        <pc:spChg chg="add del mod">
          <ac:chgData name="Nguyen Duc Tien" userId="1d425f06-52f5-490b-9f00-5a0d395ba4e9" providerId="ADAL" clId="{D531F470-C592-4016-B6E4-92691FE71882}" dt="2019-10-22T04:48:13.435" v="29367" actId="1036"/>
          <ac:spMkLst>
            <pc:docMk/>
            <pc:sldMk cId="0" sldId="357"/>
            <ac:spMk id="76806" creationId="{00000000-0000-0000-0000-000000000000}"/>
          </ac:spMkLst>
        </pc:spChg>
        <pc:spChg chg="add del mod">
          <ac:chgData name="Nguyen Duc Tien" userId="1d425f06-52f5-490b-9f00-5a0d395ba4e9" providerId="ADAL" clId="{D531F470-C592-4016-B6E4-92691FE71882}" dt="2019-10-22T04:48:13.435" v="29367" actId="1036"/>
          <ac:spMkLst>
            <pc:docMk/>
            <pc:sldMk cId="0" sldId="357"/>
            <ac:spMk id="76807" creationId="{00000000-0000-0000-0000-000000000000}"/>
          </ac:spMkLst>
        </pc:spChg>
        <pc:spChg chg="add del mod">
          <ac:chgData name="Nguyen Duc Tien" userId="1d425f06-52f5-490b-9f00-5a0d395ba4e9" providerId="ADAL" clId="{D531F470-C592-4016-B6E4-92691FE71882}" dt="2019-10-22T04:48:13.435" v="29367" actId="1036"/>
          <ac:spMkLst>
            <pc:docMk/>
            <pc:sldMk cId="0" sldId="357"/>
            <ac:spMk id="76808" creationId="{00000000-0000-0000-0000-000000000000}"/>
          </ac:spMkLst>
        </pc:spChg>
        <pc:spChg chg="add del mod">
          <ac:chgData name="Nguyen Duc Tien" userId="1d425f06-52f5-490b-9f00-5a0d395ba4e9" providerId="ADAL" clId="{D531F470-C592-4016-B6E4-92691FE71882}" dt="2019-10-22T04:48:13.435" v="29367" actId="1036"/>
          <ac:spMkLst>
            <pc:docMk/>
            <pc:sldMk cId="0" sldId="357"/>
            <ac:spMk id="76809" creationId="{00000000-0000-0000-0000-000000000000}"/>
          </ac:spMkLst>
        </pc:spChg>
        <pc:spChg chg="add del mod">
          <ac:chgData name="Nguyen Duc Tien" userId="1d425f06-52f5-490b-9f00-5a0d395ba4e9" providerId="ADAL" clId="{D531F470-C592-4016-B6E4-92691FE71882}" dt="2019-10-22T04:48:13.435" v="29367" actId="1036"/>
          <ac:spMkLst>
            <pc:docMk/>
            <pc:sldMk cId="0" sldId="357"/>
            <ac:spMk id="76810" creationId="{00000000-0000-0000-0000-000000000000}"/>
          </ac:spMkLst>
        </pc:spChg>
        <pc:spChg chg="add del mod">
          <ac:chgData name="Nguyen Duc Tien" userId="1d425f06-52f5-490b-9f00-5a0d395ba4e9" providerId="ADAL" clId="{D531F470-C592-4016-B6E4-92691FE71882}" dt="2019-10-22T04:48:13.435" v="29367" actId="1036"/>
          <ac:spMkLst>
            <pc:docMk/>
            <pc:sldMk cId="0" sldId="357"/>
            <ac:spMk id="76811" creationId="{00000000-0000-0000-0000-000000000000}"/>
          </ac:spMkLst>
        </pc:spChg>
        <pc:spChg chg="add del mod">
          <ac:chgData name="Nguyen Duc Tien" userId="1d425f06-52f5-490b-9f00-5a0d395ba4e9" providerId="ADAL" clId="{D531F470-C592-4016-B6E4-92691FE71882}" dt="2019-10-22T04:48:13.435" v="29367" actId="1036"/>
          <ac:spMkLst>
            <pc:docMk/>
            <pc:sldMk cId="0" sldId="357"/>
            <ac:spMk id="76812" creationId="{00000000-0000-0000-0000-000000000000}"/>
          </ac:spMkLst>
        </pc:spChg>
        <pc:spChg chg="add del mod">
          <ac:chgData name="Nguyen Duc Tien" userId="1d425f06-52f5-490b-9f00-5a0d395ba4e9" providerId="ADAL" clId="{D531F470-C592-4016-B6E4-92691FE71882}" dt="2019-10-22T04:48:13.435" v="29367" actId="1036"/>
          <ac:spMkLst>
            <pc:docMk/>
            <pc:sldMk cId="0" sldId="357"/>
            <ac:spMk id="76813" creationId="{00000000-0000-0000-0000-000000000000}"/>
          </ac:spMkLst>
        </pc:spChg>
        <pc:spChg chg="add del mod">
          <ac:chgData name="Nguyen Duc Tien" userId="1d425f06-52f5-490b-9f00-5a0d395ba4e9" providerId="ADAL" clId="{D531F470-C592-4016-B6E4-92691FE71882}" dt="2019-10-22T04:48:13.435" v="29367" actId="1036"/>
          <ac:spMkLst>
            <pc:docMk/>
            <pc:sldMk cId="0" sldId="357"/>
            <ac:spMk id="76814" creationId="{00000000-0000-0000-0000-000000000000}"/>
          </ac:spMkLst>
        </pc:spChg>
      </pc:sldChg>
      <pc:sldChg chg="modSp modNotesTx">
        <pc:chgData name="Nguyen Duc Tien" userId="1d425f06-52f5-490b-9f00-5a0d395ba4e9" providerId="ADAL" clId="{D531F470-C592-4016-B6E4-92691FE71882}" dt="2019-10-22T05:09:10.737" v="30342" actId="20577"/>
        <pc:sldMkLst>
          <pc:docMk/>
          <pc:sldMk cId="0" sldId="358"/>
        </pc:sldMkLst>
        <pc:spChg chg="mod">
          <ac:chgData name="Nguyen Duc Tien" userId="1d425f06-52f5-490b-9f00-5a0d395ba4e9" providerId="ADAL" clId="{D531F470-C592-4016-B6E4-92691FE71882}" dt="2019-10-22T05:05:43.689" v="29947" actId="20577"/>
          <ac:spMkLst>
            <pc:docMk/>
            <pc:sldMk cId="0" sldId="358"/>
            <ac:spMk id="79875" creationId="{00000000-0000-0000-0000-000000000000}"/>
          </ac:spMkLst>
        </pc:spChg>
        <pc:spChg chg="mod">
          <ac:chgData name="Nguyen Duc Tien" userId="1d425f06-52f5-490b-9f00-5a0d395ba4e9" providerId="ADAL" clId="{D531F470-C592-4016-B6E4-92691FE71882}" dt="2019-10-22T05:06:46.373" v="30153" actId="20577"/>
          <ac:spMkLst>
            <pc:docMk/>
            <pc:sldMk cId="0" sldId="358"/>
            <ac:spMk id="79876" creationId="{00000000-0000-0000-0000-000000000000}"/>
          </ac:spMkLst>
        </pc:spChg>
        <pc:spChg chg="mod">
          <ac:chgData name="Nguyen Duc Tien" userId="1d425f06-52f5-490b-9f00-5a0d395ba4e9" providerId="ADAL" clId="{D531F470-C592-4016-B6E4-92691FE71882}" dt="2019-10-22T05:06:53.360" v="30185" actId="20577"/>
          <ac:spMkLst>
            <pc:docMk/>
            <pc:sldMk cId="0" sldId="358"/>
            <ac:spMk id="79877" creationId="{00000000-0000-0000-0000-000000000000}"/>
          </ac:spMkLst>
        </pc:spChg>
        <pc:spChg chg="mod">
          <ac:chgData name="Nguyen Duc Tien" userId="1d425f06-52f5-490b-9f00-5a0d395ba4e9" providerId="ADAL" clId="{D531F470-C592-4016-B6E4-92691FE71882}" dt="2019-10-22T05:06:58.863" v="30201" actId="20577"/>
          <ac:spMkLst>
            <pc:docMk/>
            <pc:sldMk cId="0" sldId="358"/>
            <ac:spMk id="79878" creationId="{00000000-0000-0000-0000-000000000000}"/>
          </ac:spMkLst>
        </pc:spChg>
        <pc:spChg chg="mod">
          <ac:chgData name="Nguyen Duc Tien" userId="1d425f06-52f5-490b-9f00-5a0d395ba4e9" providerId="ADAL" clId="{D531F470-C592-4016-B6E4-92691FE71882}" dt="2019-10-22T05:06:41.363" v="30136" actId="20577"/>
          <ac:spMkLst>
            <pc:docMk/>
            <pc:sldMk cId="0" sldId="358"/>
            <ac:spMk id="79883" creationId="{00000000-0000-0000-0000-000000000000}"/>
          </ac:spMkLst>
        </pc:spChg>
        <pc:spChg chg="mod">
          <ac:chgData name="Nguyen Duc Tien" userId="1d425f06-52f5-490b-9f00-5a0d395ba4e9" providerId="ADAL" clId="{D531F470-C592-4016-B6E4-92691FE71882}" dt="2019-10-22T05:08:28.814" v="30340" actId="20577"/>
          <ac:spMkLst>
            <pc:docMk/>
            <pc:sldMk cId="0" sldId="358"/>
            <ac:spMk id="79885" creationId="{00000000-0000-0000-0000-000000000000}"/>
          </ac:spMkLst>
        </pc:spChg>
      </pc:sldChg>
      <pc:sldChg chg="modSp">
        <pc:chgData name="Nguyen Duc Tien" userId="1d425f06-52f5-490b-9f00-5a0d395ba4e9" providerId="ADAL" clId="{D531F470-C592-4016-B6E4-92691FE71882}" dt="2019-10-25T04:48:55.174" v="34860" actId="6549"/>
        <pc:sldMkLst>
          <pc:docMk/>
          <pc:sldMk cId="0" sldId="359"/>
        </pc:sldMkLst>
        <pc:spChg chg="mod">
          <ac:chgData name="Nguyen Duc Tien" userId="1d425f06-52f5-490b-9f00-5a0d395ba4e9" providerId="ADAL" clId="{D531F470-C592-4016-B6E4-92691FE71882}" dt="2019-10-25T04:48:47.024" v="34858" actId="20577"/>
          <ac:spMkLst>
            <pc:docMk/>
            <pc:sldMk cId="0" sldId="359"/>
            <ac:spMk id="81922" creationId="{00000000-0000-0000-0000-000000000000}"/>
          </ac:spMkLst>
        </pc:spChg>
        <pc:spChg chg="mod">
          <ac:chgData name="Nguyen Duc Tien" userId="1d425f06-52f5-490b-9f00-5a0d395ba4e9" providerId="ADAL" clId="{D531F470-C592-4016-B6E4-92691FE71882}" dt="2019-10-25T04:48:55.174" v="34860" actId="6549"/>
          <ac:spMkLst>
            <pc:docMk/>
            <pc:sldMk cId="0" sldId="359"/>
            <ac:spMk id="81923" creationId="{00000000-0000-0000-0000-000000000000}"/>
          </ac:spMkLst>
        </pc:spChg>
        <pc:picChg chg="mod">
          <ac:chgData name="Nguyen Duc Tien" userId="1d425f06-52f5-490b-9f00-5a0d395ba4e9" providerId="ADAL" clId="{D531F470-C592-4016-B6E4-92691FE71882}" dt="2019-10-22T05:12:32.136" v="30433" actId="1076"/>
          <ac:picMkLst>
            <pc:docMk/>
            <pc:sldMk cId="0" sldId="359"/>
            <ac:picMk id="81924" creationId="{00000000-0000-0000-0000-000000000000}"/>
          </ac:picMkLst>
        </pc:picChg>
        <pc:picChg chg="mod">
          <ac:chgData name="Nguyen Duc Tien" userId="1d425f06-52f5-490b-9f00-5a0d395ba4e9" providerId="ADAL" clId="{D531F470-C592-4016-B6E4-92691FE71882}" dt="2019-10-22T05:13:18.491" v="30514" actId="1076"/>
          <ac:picMkLst>
            <pc:docMk/>
            <pc:sldMk cId="0" sldId="359"/>
            <ac:picMk id="81925" creationId="{00000000-0000-0000-0000-000000000000}"/>
          </ac:picMkLst>
        </pc:picChg>
      </pc:sldChg>
      <pc:sldChg chg="modSp">
        <pc:chgData name="Nguyen Duc Tien" userId="1d425f06-52f5-490b-9f00-5a0d395ba4e9" providerId="ADAL" clId="{D531F470-C592-4016-B6E4-92691FE71882}" dt="2019-11-05T03:45:00.571" v="38420" actId="20577"/>
        <pc:sldMkLst>
          <pc:docMk/>
          <pc:sldMk cId="0" sldId="360"/>
        </pc:sldMkLst>
        <pc:spChg chg="mod">
          <ac:chgData name="Nguyen Duc Tien" userId="1d425f06-52f5-490b-9f00-5a0d395ba4e9" providerId="ADAL" clId="{D531F470-C592-4016-B6E4-92691FE71882}" dt="2019-11-05T03:45:00.571" v="38420" actId="20577"/>
          <ac:spMkLst>
            <pc:docMk/>
            <pc:sldMk cId="0" sldId="360"/>
            <ac:spMk id="86018" creationId="{00000000-0000-0000-0000-000000000000}"/>
          </ac:spMkLst>
        </pc:spChg>
        <pc:spChg chg="mod">
          <ac:chgData name="Nguyen Duc Tien" userId="1d425f06-52f5-490b-9f00-5a0d395ba4e9" providerId="ADAL" clId="{D531F470-C592-4016-B6E4-92691FE71882}" dt="2019-10-22T06:46:23.269" v="32852" actId="6549"/>
          <ac:spMkLst>
            <pc:docMk/>
            <pc:sldMk cId="0" sldId="360"/>
            <ac:spMk id="86019" creationId="{00000000-0000-0000-0000-000000000000}"/>
          </ac:spMkLst>
        </pc:spChg>
      </pc:sldChg>
      <pc:sldChg chg="modSp">
        <pc:chgData name="Nguyen Duc Tien" userId="1d425f06-52f5-490b-9f00-5a0d395ba4e9" providerId="ADAL" clId="{D531F470-C592-4016-B6E4-92691FE71882}" dt="2019-10-25T05:00:27.794" v="36541" actId="6549"/>
        <pc:sldMkLst>
          <pc:docMk/>
          <pc:sldMk cId="0" sldId="361"/>
        </pc:sldMkLst>
        <pc:spChg chg="mod">
          <ac:chgData name="Nguyen Duc Tien" userId="1d425f06-52f5-490b-9f00-5a0d395ba4e9" providerId="ADAL" clId="{D531F470-C592-4016-B6E4-92691FE71882}" dt="2019-10-25T04:52:57.673" v="35546" actId="20577"/>
          <ac:spMkLst>
            <pc:docMk/>
            <pc:sldMk cId="0" sldId="361"/>
            <ac:spMk id="89090" creationId="{00000000-0000-0000-0000-000000000000}"/>
          </ac:spMkLst>
        </pc:spChg>
        <pc:spChg chg="mod">
          <ac:chgData name="Nguyen Duc Tien" userId="1d425f06-52f5-490b-9f00-5a0d395ba4e9" providerId="ADAL" clId="{D531F470-C592-4016-B6E4-92691FE71882}" dt="2019-10-25T04:56:06.411" v="35753" actId="6549"/>
          <ac:spMkLst>
            <pc:docMk/>
            <pc:sldMk cId="0" sldId="361"/>
            <ac:spMk id="89091" creationId="{00000000-0000-0000-0000-000000000000}"/>
          </ac:spMkLst>
        </pc:spChg>
        <pc:spChg chg="mod">
          <ac:chgData name="Nguyen Duc Tien" userId="1d425f06-52f5-490b-9f00-5a0d395ba4e9" providerId="ADAL" clId="{D531F470-C592-4016-B6E4-92691FE71882}" dt="2019-10-25T04:57:24.056" v="35973" actId="20577"/>
          <ac:spMkLst>
            <pc:docMk/>
            <pc:sldMk cId="0" sldId="361"/>
            <ac:spMk id="89092" creationId="{00000000-0000-0000-0000-000000000000}"/>
          </ac:spMkLst>
        </pc:spChg>
        <pc:spChg chg="mod">
          <ac:chgData name="Nguyen Duc Tien" userId="1d425f06-52f5-490b-9f00-5a0d395ba4e9" providerId="ADAL" clId="{D531F470-C592-4016-B6E4-92691FE71882}" dt="2019-10-25T05:00:27.794" v="36541" actId="6549"/>
          <ac:spMkLst>
            <pc:docMk/>
            <pc:sldMk cId="0" sldId="361"/>
            <ac:spMk id="89093" creationId="{00000000-0000-0000-0000-000000000000}"/>
          </ac:spMkLst>
        </pc:spChg>
        <pc:spChg chg="mod">
          <ac:chgData name="Nguyen Duc Tien" userId="1d425f06-52f5-490b-9f00-5a0d395ba4e9" providerId="ADAL" clId="{D531F470-C592-4016-B6E4-92691FE71882}" dt="2019-10-25T04:58:21.026" v="36192" actId="20577"/>
          <ac:spMkLst>
            <pc:docMk/>
            <pc:sldMk cId="0" sldId="361"/>
            <ac:spMk id="89094" creationId="{00000000-0000-0000-0000-000000000000}"/>
          </ac:spMkLst>
        </pc:spChg>
      </pc:sldChg>
      <pc:sldChg chg="modSp modNotesTx">
        <pc:chgData name="Nguyen Duc Tien" userId="1d425f06-52f5-490b-9f00-5a0d395ba4e9" providerId="ADAL" clId="{D531F470-C592-4016-B6E4-92691FE71882}" dt="2019-11-05T03:33:26.129" v="38030" actId="20577"/>
        <pc:sldMkLst>
          <pc:docMk/>
          <pc:sldMk cId="0" sldId="362"/>
        </pc:sldMkLst>
        <pc:spChg chg="mod">
          <ac:chgData name="Nguyen Duc Tien" userId="1d425f06-52f5-490b-9f00-5a0d395ba4e9" providerId="ADAL" clId="{D531F470-C592-4016-B6E4-92691FE71882}" dt="2019-10-25T04:58:38.526" v="36237" actId="20577"/>
          <ac:spMkLst>
            <pc:docMk/>
            <pc:sldMk cId="0" sldId="362"/>
            <ac:spMk id="90114" creationId="{00000000-0000-0000-0000-000000000000}"/>
          </ac:spMkLst>
        </pc:spChg>
        <pc:spChg chg="mod">
          <ac:chgData name="Nguyen Duc Tien" userId="1d425f06-52f5-490b-9f00-5a0d395ba4e9" providerId="ADAL" clId="{D531F470-C592-4016-B6E4-92691FE71882}" dt="2019-10-25T04:59:35.474" v="36467" actId="20577"/>
          <ac:spMkLst>
            <pc:docMk/>
            <pc:sldMk cId="0" sldId="362"/>
            <ac:spMk id="90115" creationId="{00000000-0000-0000-0000-000000000000}"/>
          </ac:spMkLst>
        </pc:spChg>
        <pc:graphicFrameChg chg="mod modGraphic">
          <ac:chgData name="Nguyen Duc Tien" userId="1d425f06-52f5-490b-9f00-5a0d395ba4e9" providerId="ADAL" clId="{D531F470-C592-4016-B6E4-92691FE71882}" dt="2019-10-25T05:06:29.221" v="37869" actId="20577"/>
          <ac:graphicFrameMkLst>
            <pc:docMk/>
            <pc:sldMk cId="0" sldId="362"/>
            <ac:graphicFrameMk id="75828" creationId="{00000000-0000-0000-0000-000000000000}"/>
          </ac:graphicFrameMkLst>
        </pc:graphicFrameChg>
      </pc:sldChg>
      <pc:sldChg chg="modSp modNotesTx">
        <pc:chgData name="Nguyen Duc Tien" userId="1d425f06-52f5-490b-9f00-5a0d395ba4e9" providerId="ADAL" clId="{D531F470-C592-4016-B6E4-92691FE71882}" dt="2019-11-05T03:34:59.447" v="38045" actId="20577"/>
        <pc:sldMkLst>
          <pc:docMk/>
          <pc:sldMk cId="0" sldId="363"/>
        </pc:sldMkLst>
        <pc:spChg chg="mod">
          <ac:chgData name="Nguyen Duc Tien" userId="1d425f06-52f5-490b-9f00-5a0d395ba4e9" providerId="ADAL" clId="{D531F470-C592-4016-B6E4-92691FE71882}" dt="2019-10-25T05:07:14.532" v="37918" actId="20577"/>
          <ac:spMkLst>
            <pc:docMk/>
            <pc:sldMk cId="0" sldId="363"/>
            <ac:spMk id="91138" creationId="{00000000-0000-0000-0000-000000000000}"/>
          </ac:spMkLst>
        </pc:spChg>
      </pc:sldChg>
      <pc:sldChg chg="addSp delSp modSp modNotesTx">
        <pc:chgData name="Nguyen Duc Tien" userId="1d425f06-52f5-490b-9f00-5a0d395ba4e9" providerId="ADAL" clId="{D531F470-C592-4016-B6E4-92691FE71882}" dt="2019-11-05T04:18:15.323" v="40290" actId="1076"/>
        <pc:sldMkLst>
          <pc:docMk/>
          <pc:sldMk cId="0" sldId="364"/>
        </pc:sldMkLst>
        <pc:spChg chg="add mod">
          <ac:chgData name="Nguyen Duc Tien" userId="1d425f06-52f5-490b-9f00-5a0d395ba4e9" providerId="ADAL" clId="{D531F470-C592-4016-B6E4-92691FE71882}" dt="2019-11-05T04:12:51.626" v="40235" actId="1076"/>
          <ac:spMkLst>
            <pc:docMk/>
            <pc:sldMk cId="0" sldId="364"/>
            <ac:spMk id="2" creationId="{4C3E0839-5BB6-48E2-8514-952DBA591097}"/>
          </ac:spMkLst>
        </pc:spChg>
        <pc:spChg chg="mod">
          <ac:chgData name="Nguyen Duc Tien" userId="1d425f06-52f5-490b-9f00-5a0d395ba4e9" providerId="ADAL" clId="{D531F470-C592-4016-B6E4-92691FE71882}" dt="2019-11-05T04:12:22.388" v="40226" actId="1076"/>
          <ac:spMkLst>
            <pc:docMk/>
            <pc:sldMk cId="0" sldId="364"/>
            <ac:spMk id="15" creationId="{00000000-0000-0000-0000-000000000000}"/>
          </ac:spMkLst>
        </pc:spChg>
        <pc:spChg chg="add del mod">
          <ac:chgData name="Nguyen Duc Tien" userId="1d425f06-52f5-490b-9f00-5a0d395ba4e9" providerId="ADAL" clId="{D531F470-C592-4016-B6E4-92691FE71882}" dt="2019-11-05T04:13:50.178" v="40243" actId="478"/>
          <ac:spMkLst>
            <pc:docMk/>
            <pc:sldMk cId="0" sldId="364"/>
            <ac:spMk id="17" creationId="{F5D041CA-34EC-450A-8F10-EF8E98B6C605}"/>
          </ac:spMkLst>
        </pc:spChg>
        <pc:spChg chg="add mod">
          <ac:chgData name="Nguyen Duc Tien" userId="1d425f06-52f5-490b-9f00-5a0d395ba4e9" providerId="ADAL" clId="{D531F470-C592-4016-B6E4-92691FE71882}" dt="2019-11-05T04:15:48.076" v="40254" actId="1076"/>
          <ac:spMkLst>
            <pc:docMk/>
            <pc:sldMk cId="0" sldId="364"/>
            <ac:spMk id="22" creationId="{F2B405D8-C24F-410C-8154-E46D4456515C}"/>
          </ac:spMkLst>
        </pc:spChg>
        <pc:spChg chg="add del mod">
          <ac:chgData name="Nguyen Duc Tien" userId="1d425f06-52f5-490b-9f00-5a0d395ba4e9" providerId="ADAL" clId="{D531F470-C592-4016-B6E4-92691FE71882}" dt="2019-11-05T04:17:02.367" v="40272" actId="478"/>
          <ac:spMkLst>
            <pc:docMk/>
            <pc:sldMk cId="0" sldId="364"/>
            <ac:spMk id="30" creationId="{0043A43A-C96A-4E28-8089-D6101A7E0E76}"/>
          </ac:spMkLst>
        </pc:spChg>
        <pc:spChg chg="add mod">
          <ac:chgData name="Nguyen Duc Tien" userId="1d425f06-52f5-490b-9f00-5a0d395ba4e9" providerId="ADAL" clId="{D531F470-C592-4016-B6E4-92691FE71882}" dt="2019-11-05T04:17:59.950" v="40284" actId="1076"/>
          <ac:spMkLst>
            <pc:docMk/>
            <pc:sldMk cId="0" sldId="364"/>
            <ac:spMk id="31" creationId="{C9DFCEB4-E343-4531-B157-F5DE07112C7E}"/>
          </ac:spMkLst>
        </pc:spChg>
        <pc:spChg chg="add mod">
          <ac:chgData name="Nguyen Duc Tien" userId="1d425f06-52f5-490b-9f00-5a0d395ba4e9" providerId="ADAL" clId="{D531F470-C592-4016-B6E4-92691FE71882}" dt="2019-11-05T04:18:09.630" v="40288" actId="1076"/>
          <ac:spMkLst>
            <pc:docMk/>
            <pc:sldMk cId="0" sldId="364"/>
            <ac:spMk id="34" creationId="{2D1B5D66-1B5E-4210-9250-34CEB1849C1E}"/>
          </ac:spMkLst>
        </pc:spChg>
        <pc:spChg chg="mod">
          <ac:chgData name="Nguyen Duc Tien" userId="1d425f06-52f5-490b-9f00-5a0d395ba4e9" providerId="ADAL" clId="{D531F470-C592-4016-B6E4-92691FE71882}" dt="2019-10-25T05:07:38.962" v="37971" actId="20577"/>
          <ac:spMkLst>
            <pc:docMk/>
            <pc:sldMk cId="0" sldId="364"/>
            <ac:spMk id="92162" creationId="{00000000-0000-0000-0000-000000000000}"/>
          </ac:spMkLst>
        </pc:spChg>
        <pc:spChg chg="mod">
          <ac:chgData name="Nguyen Duc Tien" userId="1d425f06-52f5-490b-9f00-5a0d395ba4e9" providerId="ADAL" clId="{D531F470-C592-4016-B6E4-92691FE71882}" dt="2019-11-05T03:43:54.238" v="38301" actId="20577"/>
          <ac:spMkLst>
            <pc:docMk/>
            <pc:sldMk cId="0" sldId="364"/>
            <ac:spMk id="92163" creationId="{00000000-0000-0000-0000-000000000000}"/>
          </ac:spMkLst>
        </pc:spChg>
        <pc:spChg chg="mod">
          <ac:chgData name="Nguyen Duc Tien" userId="1d425f06-52f5-490b-9f00-5a0d395ba4e9" providerId="ADAL" clId="{D531F470-C592-4016-B6E4-92691FE71882}" dt="2019-11-05T04:12:22.388" v="40226" actId="1076"/>
          <ac:spMkLst>
            <pc:docMk/>
            <pc:sldMk cId="0" sldId="364"/>
            <ac:spMk id="92164" creationId="{00000000-0000-0000-0000-000000000000}"/>
          </ac:spMkLst>
        </pc:spChg>
        <pc:spChg chg="mod">
          <ac:chgData name="Nguyen Duc Tien" userId="1d425f06-52f5-490b-9f00-5a0d395ba4e9" providerId="ADAL" clId="{D531F470-C592-4016-B6E4-92691FE71882}" dt="2019-11-05T04:12:22.388" v="40226" actId="1076"/>
          <ac:spMkLst>
            <pc:docMk/>
            <pc:sldMk cId="0" sldId="364"/>
            <ac:spMk id="92165" creationId="{00000000-0000-0000-0000-000000000000}"/>
          </ac:spMkLst>
        </pc:spChg>
        <pc:spChg chg="mod">
          <ac:chgData name="Nguyen Duc Tien" userId="1d425f06-52f5-490b-9f00-5a0d395ba4e9" providerId="ADAL" clId="{D531F470-C592-4016-B6E4-92691FE71882}" dt="2019-11-05T04:12:22.388" v="40226" actId="1076"/>
          <ac:spMkLst>
            <pc:docMk/>
            <pc:sldMk cId="0" sldId="364"/>
            <ac:spMk id="92166" creationId="{00000000-0000-0000-0000-000000000000}"/>
          </ac:spMkLst>
        </pc:spChg>
        <pc:spChg chg="mod">
          <ac:chgData name="Nguyen Duc Tien" userId="1d425f06-52f5-490b-9f00-5a0d395ba4e9" providerId="ADAL" clId="{D531F470-C592-4016-B6E4-92691FE71882}" dt="2019-11-05T04:12:22.388" v="40226" actId="1076"/>
          <ac:spMkLst>
            <pc:docMk/>
            <pc:sldMk cId="0" sldId="364"/>
            <ac:spMk id="92167" creationId="{00000000-0000-0000-0000-000000000000}"/>
          </ac:spMkLst>
        </pc:spChg>
        <pc:spChg chg="mod">
          <ac:chgData name="Nguyen Duc Tien" userId="1d425f06-52f5-490b-9f00-5a0d395ba4e9" providerId="ADAL" clId="{D531F470-C592-4016-B6E4-92691FE71882}" dt="2019-11-05T04:12:22.388" v="40226" actId="1076"/>
          <ac:spMkLst>
            <pc:docMk/>
            <pc:sldMk cId="0" sldId="364"/>
            <ac:spMk id="92168" creationId="{00000000-0000-0000-0000-000000000000}"/>
          </ac:spMkLst>
        </pc:spChg>
        <pc:spChg chg="mod">
          <ac:chgData name="Nguyen Duc Tien" userId="1d425f06-52f5-490b-9f00-5a0d395ba4e9" providerId="ADAL" clId="{D531F470-C592-4016-B6E4-92691FE71882}" dt="2019-11-05T04:12:30.517" v="40230" actId="1076"/>
          <ac:spMkLst>
            <pc:docMk/>
            <pc:sldMk cId="0" sldId="364"/>
            <ac:spMk id="92169" creationId="{00000000-0000-0000-0000-000000000000}"/>
          </ac:spMkLst>
        </pc:spChg>
        <pc:spChg chg="mod">
          <ac:chgData name="Nguyen Duc Tien" userId="1d425f06-52f5-490b-9f00-5a0d395ba4e9" providerId="ADAL" clId="{D531F470-C592-4016-B6E4-92691FE71882}" dt="2019-11-05T04:12:28.673" v="40229" actId="14100"/>
          <ac:spMkLst>
            <pc:docMk/>
            <pc:sldMk cId="0" sldId="364"/>
            <ac:spMk id="92170" creationId="{00000000-0000-0000-0000-000000000000}"/>
          </ac:spMkLst>
        </pc:spChg>
        <pc:spChg chg="mod">
          <ac:chgData name="Nguyen Duc Tien" userId="1d425f06-52f5-490b-9f00-5a0d395ba4e9" providerId="ADAL" clId="{D531F470-C592-4016-B6E4-92691FE71882}" dt="2019-11-05T04:12:22.388" v="40226" actId="1076"/>
          <ac:spMkLst>
            <pc:docMk/>
            <pc:sldMk cId="0" sldId="364"/>
            <ac:spMk id="92171" creationId="{00000000-0000-0000-0000-000000000000}"/>
          </ac:spMkLst>
        </pc:spChg>
        <pc:spChg chg="mod">
          <ac:chgData name="Nguyen Duc Tien" userId="1d425f06-52f5-490b-9f00-5a0d395ba4e9" providerId="ADAL" clId="{D531F470-C592-4016-B6E4-92691FE71882}" dt="2019-11-05T04:12:22.388" v="40226" actId="1076"/>
          <ac:spMkLst>
            <pc:docMk/>
            <pc:sldMk cId="0" sldId="364"/>
            <ac:spMk id="92172" creationId="{00000000-0000-0000-0000-000000000000}"/>
          </ac:spMkLst>
        </pc:spChg>
        <pc:spChg chg="mod">
          <ac:chgData name="Nguyen Duc Tien" userId="1d425f06-52f5-490b-9f00-5a0d395ba4e9" providerId="ADAL" clId="{D531F470-C592-4016-B6E4-92691FE71882}" dt="2019-11-05T04:12:22.388" v="40226" actId="1076"/>
          <ac:spMkLst>
            <pc:docMk/>
            <pc:sldMk cId="0" sldId="364"/>
            <ac:spMk id="92173" creationId="{00000000-0000-0000-0000-000000000000}"/>
          </ac:spMkLst>
        </pc:spChg>
        <pc:spChg chg="mod">
          <ac:chgData name="Nguyen Duc Tien" userId="1d425f06-52f5-490b-9f00-5a0d395ba4e9" providerId="ADAL" clId="{D531F470-C592-4016-B6E4-92691FE71882}" dt="2019-11-05T03:57:18.971" v="39159" actId="6549"/>
          <ac:spMkLst>
            <pc:docMk/>
            <pc:sldMk cId="0" sldId="364"/>
            <ac:spMk id="92174" creationId="{00000000-0000-0000-0000-000000000000}"/>
          </ac:spMkLst>
        </pc:spChg>
        <pc:picChg chg="add mod">
          <ac:chgData name="Nguyen Duc Tien" userId="1d425f06-52f5-490b-9f00-5a0d395ba4e9" providerId="ADAL" clId="{D531F470-C592-4016-B6E4-92691FE71882}" dt="2019-11-05T04:13:59.126" v="40245" actId="1076"/>
          <ac:picMkLst>
            <pc:docMk/>
            <pc:sldMk cId="0" sldId="364"/>
            <ac:picMk id="4098" creationId="{E0861207-D872-47EC-BFD3-EF295CADCA3E}"/>
          </ac:picMkLst>
        </pc:picChg>
        <pc:picChg chg="add mod">
          <ac:chgData name="Nguyen Duc Tien" userId="1d425f06-52f5-490b-9f00-5a0d395ba4e9" providerId="ADAL" clId="{D531F470-C592-4016-B6E4-92691FE71882}" dt="2019-11-05T04:18:15.323" v="40290" actId="1076"/>
          <ac:picMkLst>
            <pc:docMk/>
            <pc:sldMk cId="0" sldId="364"/>
            <ac:picMk id="4100" creationId="{C677CFFC-B989-45DE-A409-5CDBFA030203}"/>
          </ac:picMkLst>
        </pc:picChg>
        <pc:inkChg chg="add mod">
          <ac:chgData name="Nguyen Duc Tien" userId="1d425f06-52f5-490b-9f00-5a0d395ba4e9" providerId="ADAL" clId="{D531F470-C592-4016-B6E4-92691FE71882}" dt="2019-11-05T04:14:33.598" v="40249" actId="1076"/>
          <ac:inkMkLst>
            <pc:docMk/>
            <pc:sldMk cId="0" sldId="364"/>
            <ac:inkMk id="3" creationId="{BCE3D5D0-0C39-47D1-9F3B-6FEE07C5C3AD}"/>
          </ac:inkMkLst>
        </pc:inkChg>
        <pc:inkChg chg="add del">
          <ac:chgData name="Nguyen Duc Tien" userId="1d425f06-52f5-490b-9f00-5a0d395ba4e9" providerId="ADAL" clId="{D531F470-C592-4016-B6E4-92691FE71882}" dt="2019-11-05T04:18:05.231" v="40286"/>
          <ac:inkMkLst>
            <pc:docMk/>
            <pc:sldMk cId="0" sldId="364"/>
            <ac:inkMk id="33" creationId="{19DBC6F5-4FBA-48F7-9DFF-DA98715C63FE}"/>
          </ac:inkMkLst>
        </pc:inkChg>
        <pc:cxnChg chg="add mod">
          <ac:chgData name="Nguyen Duc Tien" userId="1d425f06-52f5-490b-9f00-5a0d395ba4e9" providerId="ADAL" clId="{D531F470-C592-4016-B6E4-92691FE71882}" dt="2019-11-05T04:16:14.772" v="40266" actId="1076"/>
          <ac:cxnSpMkLst>
            <pc:docMk/>
            <pc:sldMk cId="0" sldId="364"/>
            <ac:cxnSpMk id="5" creationId="{B14754A6-3EE1-4A6E-B35A-2A4FCEE08CD7}"/>
          </ac:cxnSpMkLst>
        </pc:cxnChg>
        <pc:cxnChg chg="add mod">
          <ac:chgData name="Nguyen Duc Tien" userId="1d425f06-52f5-490b-9f00-5a0d395ba4e9" providerId="ADAL" clId="{D531F470-C592-4016-B6E4-92691FE71882}" dt="2019-11-05T04:15:59.409" v="40259" actId="1076"/>
          <ac:cxnSpMkLst>
            <pc:docMk/>
            <pc:sldMk cId="0" sldId="364"/>
            <ac:cxnSpMk id="23" creationId="{6EC06CBF-2C70-4FCB-BBEA-4EF0462860A0}"/>
          </ac:cxnSpMkLst>
        </pc:cxnChg>
        <pc:cxnChg chg="add mod">
          <ac:chgData name="Nguyen Duc Tien" userId="1d425f06-52f5-490b-9f00-5a0d395ba4e9" providerId="ADAL" clId="{D531F470-C592-4016-B6E4-92691FE71882}" dt="2019-11-05T04:16:19.114" v="40268" actId="1076"/>
          <ac:cxnSpMkLst>
            <pc:docMk/>
            <pc:sldMk cId="0" sldId="364"/>
            <ac:cxnSpMk id="26" creationId="{F033CFB2-8B7D-49B8-838E-50C77D48222D}"/>
          </ac:cxnSpMkLst>
        </pc:cxnChg>
        <pc:cxnChg chg="add mod">
          <ac:chgData name="Nguyen Duc Tien" userId="1d425f06-52f5-490b-9f00-5a0d395ba4e9" providerId="ADAL" clId="{D531F470-C592-4016-B6E4-92691FE71882}" dt="2019-11-05T04:16:13.642" v="40265" actId="1076"/>
          <ac:cxnSpMkLst>
            <pc:docMk/>
            <pc:sldMk cId="0" sldId="364"/>
            <ac:cxnSpMk id="28" creationId="{417C8582-B6B5-4930-B8F0-F4CB806FF30D}"/>
          </ac:cxnSpMkLst>
        </pc:cxnChg>
      </pc:sldChg>
      <pc:sldChg chg="addSp delSp modSp modNotesTx">
        <pc:chgData name="Nguyen Duc Tien" userId="1d425f06-52f5-490b-9f00-5a0d395ba4e9" providerId="ADAL" clId="{D531F470-C592-4016-B6E4-92691FE71882}" dt="2019-11-05T04:11:00.623" v="40180" actId="14100"/>
        <pc:sldMkLst>
          <pc:docMk/>
          <pc:sldMk cId="0" sldId="365"/>
        </pc:sldMkLst>
        <pc:spChg chg="mod">
          <ac:chgData name="Nguyen Duc Tien" userId="1d425f06-52f5-490b-9f00-5a0d395ba4e9" providerId="ADAL" clId="{D531F470-C592-4016-B6E4-92691FE71882}" dt="2019-11-05T04:10:56.783" v="40179" actId="20577"/>
          <ac:spMkLst>
            <pc:docMk/>
            <pc:sldMk cId="0" sldId="365"/>
            <ac:spMk id="93187" creationId="{00000000-0000-0000-0000-000000000000}"/>
          </ac:spMkLst>
        </pc:spChg>
        <pc:picChg chg="add mod modCrop">
          <ac:chgData name="Nguyen Duc Tien" userId="1d425f06-52f5-490b-9f00-5a0d395ba4e9" providerId="ADAL" clId="{D531F470-C592-4016-B6E4-92691FE71882}" dt="2019-11-05T04:11:00.623" v="40180" actId="14100"/>
          <ac:picMkLst>
            <pc:docMk/>
            <pc:sldMk cId="0" sldId="365"/>
            <ac:picMk id="3" creationId="{D76DEAC5-D874-4202-9380-B86B793B49DD}"/>
          </ac:picMkLst>
        </pc:picChg>
        <pc:picChg chg="add mod">
          <ac:chgData name="Nguyen Duc Tien" userId="1d425f06-52f5-490b-9f00-5a0d395ba4e9" providerId="ADAL" clId="{D531F470-C592-4016-B6E4-92691FE71882}" dt="2019-11-05T04:08:17.751" v="39776" actId="1076"/>
          <ac:picMkLst>
            <pc:docMk/>
            <pc:sldMk cId="0" sldId="365"/>
            <ac:picMk id="3074" creationId="{15426799-DEEB-4B81-924E-B0C742FBCCBD}"/>
          </ac:picMkLst>
        </pc:picChg>
        <pc:picChg chg="add del mod">
          <ac:chgData name="Nguyen Duc Tien" userId="1d425f06-52f5-490b-9f00-5a0d395ba4e9" providerId="ADAL" clId="{D531F470-C592-4016-B6E4-92691FE71882}" dt="2019-11-05T04:03:53.079" v="39740"/>
          <ac:picMkLst>
            <pc:docMk/>
            <pc:sldMk cId="0" sldId="365"/>
            <ac:picMk id="3076" creationId="{CB01055D-4B5D-4CF8-A9CD-A5C6406C320B}"/>
          </ac:picMkLst>
        </pc:picChg>
        <pc:picChg chg="add mod">
          <ac:chgData name="Nguyen Duc Tien" userId="1d425f06-52f5-490b-9f00-5a0d395ba4e9" providerId="ADAL" clId="{D531F470-C592-4016-B6E4-92691FE71882}" dt="2019-11-05T04:08:19.798" v="39777" actId="1076"/>
          <ac:picMkLst>
            <pc:docMk/>
            <pc:sldMk cId="0" sldId="365"/>
            <ac:picMk id="3078" creationId="{80FE731F-4D7C-4D67-B22C-551F49BBA0C8}"/>
          </ac:picMkLst>
        </pc:picChg>
      </pc:sldChg>
      <pc:sldChg chg="addSp modSp modNotesTx">
        <pc:chgData name="Nguyen Duc Tien" userId="1d425f06-52f5-490b-9f00-5a0d395ba4e9" providerId="ADAL" clId="{D531F470-C592-4016-B6E4-92691FE71882}" dt="2019-11-05T04:33:00.729" v="41079" actId="20577"/>
        <pc:sldMkLst>
          <pc:docMk/>
          <pc:sldMk cId="0" sldId="366"/>
        </pc:sldMkLst>
        <pc:spChg chg="add mod">
          <ac:chgData name="Nguyen Duc Tien" userId="1d425f06-52f5-490b-9f00-5a0d395ba4e9" providerId="ADAL" clId="{D531F470-C592-4016-B6E4-92691FE71882}" dt="2019-11-05T04:33:00.729" v="41079" actId="20577"/>
          <ac:spMkLst>
            <pc:docMk/>
            <pc:sldMk cId="0" sldId="366"/>
            <ac:spMk id="2" creationId="{7540A9A9-C984-46ED-A292-189C09280961}"/>
          </ac:spMkLst>
        </pc:spChg>
        <pc:spChg chg="mod">
          <ac:chgData name="Nguyen Duc Tien" userId="1d425f06-52f5-490b-9f00-5a0d395ba4e9" providerId="ADAL" clId="{D531F470-C592-4016-B6E4-92691FE71882}" dt="2019-11-05T04:11:23.566" v="40220" actId="20577"/>
          <ac:spMkLst>
            <pc:docMk/>
            <pc:sldMk cId="0" sldId="366"/>
            <ac:spMk id="94210" creationId="{00000000-0000-0000-0000-000000000000}"/>
          </ac:spMkLst>
        </pc:spChg>
        <pc:spChg chg="mod">
          <ac:chgData name="Nguyen Duc Tien" userId="1d425f06-52f5-490b-9f00-5a0d395ba4e9" providerId="ADAL" clId="{D531F470-C592-4016-B6E4-92691FE71882}" dt="2019-11-05T04:20:20.360" v="40633" actId="20577"/>
          <ac:spMkLst>
            <pc:docMk/>
            <pc:sldMk cId="0" sldId="366"/>
            <ac:spMk id="94211" creationId="{00000000-0000-0000-0000-000000000000}"/>
          </ac:spMkLst>
        </pc:spChg>
        <pc:spChg chg="mod">
          <ac:chgData name="Nguyen Duc Tien" userId="1d425f06-52f5-490b-9f00-5a0d395ba4e9" providerId="ADAL" clId="{D531F470-C592-4016-B6E4-92691FE71882}" dt="2019-11-05T04:23:30.077" v="40827" actId="207"/>
          <ac:spMkLst>
            <pc:docMk/>
            <pc:sldMk cId="0" sldId="366"/>
            <ac:spMk id="94213" creationId="{00000000-0000-0000-0000-000000000000}"/>
          </ac:spMkLst>
        </pc:spChg>
        <pc:spChg chg="mod">
          <ac:chgData name="Nguyen Duc Tien" userId="1d425f06-52f5-490b-9f00-5a0d395ba4e9" providerId="ADAL" clId="{D531F470-C592-4016-B6E4-92691FE71882}" dt="2019-11-05T04:23:50.569" v="40829" actId="207"/>
          <ac:spMkLst>
            <pc:docMk/>
            <pc:sldMk cId="0" sldId="366"/>
            <ac:spMk id="94214" creationId="{00000000-0000-0000-0000-000000000000}"/>
          </ac:spMkLst>
        </pc:spChg>
        <pc:spChg chg="mod">
          <ac:chgData name="Nguyen Duc Tien" userId="1d425f06-52f5-490b-9f00-5a0d395ba4e9" providerId="ADAL" clId="{D531F470-C592-4016-B6E4-92691FE71882}" dt="2019-11-05T04:20:25.021" v="40641" actId="1035"/>
          <ac:spMkLst>
            <pc:docMk/>
            <pc:sldMk cId="0" sldId="366"/>
            <ac:spMk id="94215" creationId="{00000000-0000-0000-0000-000000000000}"/>
          </ac:spMkLst>
        </pc:spChg>
        <pc:spChg chg="mod">
          <ac:chgData name="Nguyen Duc Tien" userId="1d425f06-52f5-490b-9f00-5a0d395ba4e9" providerId="ADAL" clId="{D531F470-C592-4016-B6E4-92691FE71882}" dt="2019-11-05T04:20:25.021" v="40641" actId="1035"/>
          <ac:spMkLst>
            <pc:docMk/>
            <pc:sldMk cId="0" sldId="366"/>
            <ac:spMk id="94216" creationId="{00000000-0000-0000-0000-000000000000}"/>
          </ac:spMkLst>
        </pc:spChg>
        <pc:spChg chg="mod">
          <ac:chgData name="Nguyen Duc Tien" userId="1d425f06-52f5-490b-9f00-5a0d395ba4e9" providerId="ADAL" clId="{D531F470-C592-4016-B6E4-92691FE71882}" dt="2019-11-05T04:20:25.021" v="40641" actId="1035"/>
          <ac:spMkLst>
            <pc:docMk/>
            <pc:sldMk cId="0" sldId="366"/>
            <ac:spMk id="94217" creationId="{00000000-0000-0000-0000-000000000000}"/>
          </ac:spMkLst>
        </pc:spChg>
        <pc:spChg chg="mod">
          <ac:chgData name="Nguyen Duc Tien" userId="1d425f06-52f5-490b-9f00-5a0d395ba4e9" providerId="ADAL" clId="{D531F470-C592-4016-B6E4-92691FE71882}" dt="2019-11-05T04:20:25.021" v="40641" actId="1035"/>
          <ac:spMkLst>
            <pc:docMk/>
            <pc:sldMk cId="0" sldId="366"/>
            <ac:spMk id="94218" creationId="{00000000-0000-0000-0000-000000000000}"/>
          </ac:spMkLst>
        </pc:spChg>
        <pc:spChg chg="mod">
          <ac:chgData name="Nguyen Duc Tien" userId="1d425f06-52f5-490b-9f00-5a0d395ba4e9" providerId="ADAL" clId="{D531F470-C592-4016-B6E4-92691FE71882}" dt="2019-11-05T04:21:47.085" v="40722" actId="20577"/>
          <ac:spMkLst>
            <pc:docMk/>
            <pc:sldMk cId="0" sldId="366"/>
            <ac:spMk id="94219" creationId="{00000000-0000-0000-0000-000000000000}"/>
          </ac:spMkLst>
        </pc:spChg>
        <pc:spChg chg="mod">
          <ac:chgData name="Nguyen Duc Tien" userId="1d425f06-52f5-490b-9f00-5a0d395ba4e9" providerId="ADAL" clId="{D531F470-C592-4016-B6E4-92691FE71882}" dt="2019-11-05T04:21:54.199" v="40745" actId="20577"/>
          <ac:spMkLst>
            <pc:docMk/>
            <pc:sldMk cId="0" sldId="366"/>
            <ac:spMk id="94220" creationId="{00000000-0000-0000-0000-000000000000}"/>
          </ac:spMkLst>
        </pc:spChg>
        <pc:spChg chg="mod">
          <ac:chgData name="Nguyen Duc Tien" userId="1d425f06-52f5-490b-9f00-5a0d395ba4e9" providerId="ADAL" clId="{D531F470-C592-4016-B6E4-92691FE71882}" dt="2019-11-05T04:21:52.233" v="40742" actId="20577"/>
          <ac:spMkLst>
            <pc:docMk/>
            <pc:sldMk cId="0" sldId="366"/>
            <ac:spMk id="94221" creationId="{00000000-0000-0000-0000-000000000000}"/>
          </ac:spMkLst>
        </pc:spChg>
        <pc:spChg chg="mod">
          <ac:chgData name="Nguyen Duc Tien" userId="1d425f06-52f5-490b-9f00-5a0d395ba4e9" providerId="ADAL" clId="{D531F470-C592-4016-B6E4-92691FE71882}" dt="2019-11-05T04:21:49.750" v="40732" actId="20577"/>
          <ac:spMkLst>
            <pc:docMk/>
            <pc:sldMk cId="0" sldId="366"/>
            <ac:spMk id="94222" creationId="{00000000-0000-0000-0000-000000000000}"/>
          </ac:spMkLst>
        </pc:spChg>
        <pc:spChg chg="mod">
          <ac:chgData name="Nguyen Duc Tien" userId="1d425f06-52f5-490b-9f00-5a0d395ba4e9" providerId="ADAL" clId="{D531F470-C592-4016-B6E4-92691FE71882}" dt="2019-11-05T04:27:02.325" v="40838" actId="113"/>
          <ac:spMkLst>
            <pc:docMk/>
            <pc:sldMk cId="0" sldId="366"/>
            <ac:spMk id="94223" creationId="{00000000-0000-0000-0000-000000000000}"/>
          </ac:spMkLst>
        </pc:spChg>
        <pc:spChg chg="mod">
          <ac:chgData name="Nguyen Duc Tien" userId="1d425f06-52f5-490b-9f00-5a0d395ba4e9" providerId="ADAL" clId="{D531F470-C592-4016-B6E4-92691FE71882}" dt="2019-11-05T04:27:07.292" v="40839" actId="113"/>
          <ac:spMkLst>
            <pc:docMk/>
            <pc:sldMk cId="0" sldId="366"/>
            <ac:spMk id="94224" creationId="{00000000-0000-0000-0000-000000000000}"/>
          </ac:spMkLst>
        </pc:spChg>
        <pc:spChg chg="mod">
          <ac:chgData name="Nguyen Duc Tien" userId="1d425f06-52f5-490b-9f00-5a0d395ba4e9" providerId="ADAL" clId="{D531F470-C592-4016-B6E4-92691FE71882}" dt="2019-11-05T04:27:10.450" v="40840" actId="113"/>
          <ac:spMkLst>
            <pc:docMk/>
            <pc:sldMk cId="0" sldId="366"/>
            <ac:spMk id="94225" creationId="{00000000-0000-0000-0000-000000000000}"/>
          </ac:spMkLst>
        </pc:spChg>
        <pc:spChg chg="mod">
          <ac:chgData name="Nguyen Duc Tien" userId="1d425f06-52f5-490b-9f00-5a0d395ba4e9" providerId="ADAL" clId="{D531F470-C592-4016-B6E4-92691FE71882}" dt="2019-11-05T04:27:12.571" v="40841" actId="113"/>
          <ac:spMkLst>
            <pc:docMk/>
            <pc:sldMk cId="0" sldId="366"/>
            <ac:spMk id="94226" creationId="{00000000-0000-0000-0000-000000000000}"/>
          </ac:spMkLst>
        </pc:spChg>
        <pc:grpChg chg="mod">
          <ac:chgData name="Nguyen Duc Tien" userId="1d425f06-52f5-490b-9f00-5a0d395ba4e9" providerId="ADAL" clId="{D531F470-C592-4016-B6E4-92691FE71882}" dt="2019-11-05T04:20:29.227" v="40649" actId="1035"/>
          <ac:grpSpMkLst>
            <pc:docMk/>
            <pc:sldMk cId="0" sldId="366"/>
            <ac:grpSpMk id="94212" creationId="{00000000-0000-0000-0000-000000000000}"/>
          </ac:grpSpMkLst>
        </pc:grpChg>
      </pc:sldChg>
      <pc:sldChg chg="modSp modNotesTx">
        <pc:chgData name="Nguyen Duc Tien" userId="1d425f06-52f5-490b-9f00-5a0d395ba4e9" providerId="ADAL" clId="{D531F470-C592-4016-B6E4-92691FE71882}" dt="2019-10-15T03:00:17.864" v="21400" actId="14100"/>
        <pc:sldMkLst>
          <pc:docMk/>
          <pc:sldMk cId="0" sldId="473"/>
        </pc:sldMkLst>
        <pc:spChg chg="mod">
          <ac:chgData name="Nguyen Duc Tien" userId="1d425f06-52f5-490b-9f00-5a0d395ba4e9" providerId="ADAL" clId="{D531F470-C592-4016-B6E4-92691FE71882}" dt="2019-10-08T06:37:09.337" v="18070" actId="20577"/>
          <ac:spMkLst>
            <pc:docMk/>
            <pc:sldMk cId="0" sldId="473"/>
            <ac:spMk id="63490" creationId="{00000000-0000-0000-0000-000000000000}"/>
          </ac:spMkLst>
        </pc:spChg>
        <pc:spChg chg="mod">
          <ac:chgData name="Nguyen Duc Tien" userId="1d425f06-52f5-490b-9f00-5a0d395ba4e9" providerId="ADAL" clId="{D531F470-C592-4016-B6E4-92691FE71882}" dt="2019-10-15T02:33:26.233" v="19306" actId="14100"/>
          <ac:spMkLst>
            <pc:docMk/>
            <pc:sldMk cId="0" sldId="473"/>
            <ac:spMk id="63491" creationId="{00000000-0000-0000-0000-000000000000}"/>
          </ac:spMkLst>
        </pc:spChg>
        <pc:spChg chg="mod">
          <ac:chgData name="Nguyen Duc Tien" userId="1d425f06-52f5-490b-9f00-5a0d395ba4e9" providerId="ADAL" clId="{D531F470-C592-4016-B6E4-92691FE71882}" dt="2019-10-15T02:25:29.427" v="18698" actId="20577"/>
          <ac:spMkLst>
            <pc:docMk/>
            <pc:sldMk cId="0" sldId="473"/>
            <ac:spMk id="63492" creationId="{00000000-0000-0000-0000-000000000000}"/>
          </ac:spMkLst>
        </pc:spChg>
        <pc:spChg chg="mod">
          <ac:chgData name="Nguyen Duc Tien" userId="1d425f06-52f5-490b-9f00-5a0d395ba4e9" providerId="ADAL" clId="{D531F470-C592-4016-B6E4-92691FE71882}" dt="2019-10-15T03:00:17.864" v="21400" actId="14100"/>
          <ac:spMkLst>
            <pc:docMk/>
            <pc:sldMk cId="0" sldId="473"/>
            <ac:spMk id="63493" creationId="{00000000-0000-0000-0000-000000000000}"/>
          </ac:spMkLst>
        </pc:spChg>
        <pc:spChg chg="mod">
          <ac:chgData name="Nguyen Duc Tien" userId="1d425f06-52f5-490b-9f00-5a0d395ba4e9" providerId="ADAL" clId="{D531F470-C592-4016-B6E4-92691FE71882}" dt="2019-10-15T03:00:17.864" v="21400" actId="14100"/>
          <ac:spMkLst>
            <pc:docMk/>
            <pc:sldMk cId="0" sldId="473"/>
            <ac:spMk id="63494" creationId="{00000000-0000-0000-0000-000000000000}"/>
          </ac:spMkLst>
        </pc:spChg>
        <pc:spChg chg="mod">
          <ac:chgData name="Nguyen Duc Tien" userId="1d425f06-52f5-490b-9f00-5a0d395ba4e9" providerId="ADAL" clId="{D531F470-C592-4016-B6E4-92691FE71882}" dt="2019-10-15T03:00:17.864" v="21400" actId="14100"/>
          <ac:spMkLst>
            <pc:docMk/>
            <pc:sldMk cId="0" sldId="473"/>
            <ac:spMk id="63495" creationId="{00000000-0000-0000-0000-000000000000}"/>
          </ac:spMkLst>
        </pc:spChg>
        <pc:spChg chg="mod">
          <ac:chgData name="Nguyen Duc Tien" userId="1d425f06-52f5-490b-9f00-5a0d395ba4e9" providerId="ADAL" clId="{D531F470-C592-4016-B6E4-92691FE71882}" dt="2019-10-15T03:00:17.864" v="21400" actId="14100"/>
          <ac:spMkLst>
            <pc:docMk/>
            <pc:sldMk cId="0" sldId="473"/>
            <ac:spMk id="63496" creationId="{00000000-0000-0000-0000-000000000000}"/>
          </ac:spMkLst>
        </pc:spChg>
        <pc:spChg chg="mod">
          <ac:chgData name="Nguyen Duc Tien" userId="1d425f06-52f5-490b-9f00-5a0d395ba4e9" providerId="ADAL" clId="{D531F470-C592-4016-B6E4-92691FE71882}" dt="2019-10-15T03:00:17.864" v="21400" actId="14100"/>
          <ac:spMkLst>
            <pc:docMk/>
            <pc:sldMk cId="0" sldId="473"/>
            <ac:spMk id="63497" creationId="{00000000-0000-0000-0000-000000000000}"/>
          </ac:spMkLst>
        </pc:spChg>
        <pc:spChg chg="mod">
          <ac:chgData name="Nguyen Duc Tien" userId="1d425f06-52f5-490b-9f00-5a0d395ba4e9" providerId="ADAL" clId="{D531F470-C592-4016-B6E4-92691FE71882}" dt="2019-10-15T02:27:16.087" v="19021" actId="20577"/>
          <ac:spMkLst>
            <pc:docMk/>
            <pc:sldMk cId="0" sldId="473"/>
            <ac:spMk id="63504" creationId="{00000000-0000-0000-0000-000000000000}"/>
          </ac:spMkLst>
        </pc:spChg>
        <pc:spChg chg="mod">
          <ac:chgData name="Nguyen Duc Tien" userId="1d425f06-52f5-490b-9f00-5a0d395ba4e9" providerId="ADAL" clId="{D531F470-C592-4016-B6E4-92691FE71882}" dt="2019-10-15T02:29:26.796" v="19215" actId="20577"/>
          <ac:spMkLst>
            <pc:docMk/>
            <pc:sldMk cId="0" sldId="473"/>
            <ac:spMk id="63506" creationId="{00000000-0000-0000-0000-000000000000}"/>
          </ac:spMkLst>
        </pc:spChg>
      </pc:sldChg>
      <pc:sldChg chg="addSp modSp modNotesTx">
        <pc:chgData name="Nguyen Duc Tien" userId="1d425f06-52f5-490b-9f00-5a0d395ba4e9" providerId="ADAL" clId="{D531F470-C592-4016-B6E4-92691FE71882}" dt="2019-10-15T04:43:06.501" v="23009" actId="20577"/>
        <pc:sldMkLst>
          <pc:docMk/>
          <pc:sldMk cId="0" sldId="474"/>
        </pc:sldMkLst>
        <pc:spChg chg="mod">
          <ac:chgData name="Nguyen Duc Tien" userId="1d425f06-52f5-490b-9f00-5a0d395ba4e9" providerId="ADAL" clId="{D531F470-C592-4016-B6E4-92691FE71882}" dt="2019-10-15T02:32:31.342" v="19268" actId="20577"/>
          <ac:spMkLst>
            <pc:docMk/>
            <pc:sldMk cId="0" sldId="474"/>
            <ac:spMk id="64514" creationId="{00000000-0000-0000-0000-000000000000}"/>
          </ac:spMkLst>
        </pc:spChg>
        <pc:spChg chg="mod">
          <ac:chgData name="Nguyen Duc Tien" userId="1d425f06-52f5-490b-9f00-5a0d395ba4e9" providerId="ADAL" clId="{D531F470-C592-4016-B6E4-92691FE71882}" dt="2019-10-15T02:33:34.561" v="19308" actId="20577"/>
          <ac:spMkLst>
            <pc:docMk/>
            <pc:sldMk cId="0" sldId="474"/>
            <ac:spMk id="64515" creationId="{00000000-0000-0000-0000-000000000000}"/>
          </ac:spMkLst>
        </pc:spChg>
        <pc:spChg chg="mod">
          <ac:chgData name="Nguyen Duc Tien" userId="1d425f06-52f5-490b-9f00-5a0d395ba4e9" providerId="ADAL" clId="{D531F470-C592-4016-B6E4-92691FE71882}" dt="2019-10-15T02:32:41.623" v="19269"/>
          <ac:spMkLst>
            <pc:docMk/>
            <pc:sldMk cId="0" sldId="474"/>
            <ac:spMk id="64516" creationId="{00000000-0000-0000-0000-000000000000}"/>
          </ac:spMkLst>
        </pc:spChg>
        <pc:spChg chg="mod">
          <ac:chgData name="Nguyen Duc Tien" userId="1d425f06-52f5-490b-9f00-5a0d395ba4e9" providerId="ADAL" clId="{D531F470-C592-4016-B6E4-92691FE71882}" dt="2019-10-15T02:33:14.919" v="19304" actId="14100"/>
          <ac:spMkLst>
            <pc:docMk/>
            <pc:sldMk cId="0" sldId="474"/>
            <ac:spMk id="64517" creationId="{00000000-0000-0000-0000-000000000000}"/>
          </ac:spMkLst>
        </pc:spChg>
        <pc:spChg chg="mod">
          <ac:chgData name="Nguyen Duc Tien" userId="1d425f06-52f5-490b-9f00-5a0d395ba4e9" providerId="ADAL" clId="{D531F470-C592-4016-B6E4-92691FE71882}" dt="2019-10-15T02:33:21.308" v="19305"/>
          <ac:spMkLst>
            <pc:docMk/>
            <pc:sldMk cId="0" sldId="474"/>
            <ac:spMk id="64519" creationId="{00000000-0000-0000-0000-000000000000}"/>
          </ac:spMkLst>
        </pc:spChg>
        <pc:spChg chg="mod">
          <ac:chgData name="Nguyen Duc Tien" userId="1d425f06-52f5-490b-9f00-5a0d395ba4e9" providerId="ADAL" clId="{D531F470-C592-4016-B6E4-92691FE71882}" dt="2019-10-15T04:43:06.501" v="23009" actId="20577"/>
          <ac:spMkLst>
            <pc:docMk/>
            <pc:sldMk cId="0" sldId="474"/>
            <ac:spMk id="64521" creationId="{00000000-0000-0000-0000-000000000000}"/>
          </ac:spMkLst>
        </pc:spChg>
        <pc:picChg chg="add mod">
          <ac:chgData name="Nguyen Duc Tien" userId="1d425f06-52f5-490b-9f00-5a0d395ba4e9" providerId="ADAL" clId="{D531F470-C592-4016-B6E4-92691FE71882}" dt="2019-10-15T02:36:27.215" v="19675" actId="1076"/>
          <ac:picMkLst>
            <pc:docMk/>
            <pc:sldMk cId="0" sldId="474"/>
            <ac:picMk id="2050" creationId="{0FACB99C-52E0-420A-AA5E-1C37A93A5FF0}"/>
          </ac:picMkLst>
        </pc:picChg>
      </pc:sldChg>
      <pc:sldChg chg="modSp modNotesTx">
        <pc:chgData name="Nguyen Duc Tien" userId="1d425f06-52f5-490b-9f00-5a0d395ba4e9" providerId="ADAL" clId="{D531F470-C592-4016-B6E4-92691FE71882}" dt="2019-10-15T02:58:17.772" v="21022" actId="14100"/>
        <pc:sldMkLst>
          <pc:docMk/>
          <pc:sldMk cId="0" sldId="475"/>
        </pc:sldMkLst>
        <pc:spChg chg="mod">
          <ac:chgData name="Nguyen Duc Tien" userId="1d425f06-52f5-490b-9f00-5a0d395ba4e9" providerId="ADAL" clId="{D531F470-C592-4016-B6E4-92691FE71882}" dt="2019-10-15T02:38:53.435" v="20073" actId="6549"/>
          <ac:spMkLst>
            <pc:docMk/>
            <pc:sldMk cId="0" sldId="475"/>
            <ac:spMk id="65538" creationId="{00000000-0000-0000-0000-000000000000}"/>
          </ac:spMkLst>
        </pc:spChg>
        <pc:spChg chg="mod">
          <ac:chgData name="Nguyen Duc Tien" userId="1d425f06-52f5-490b-9f00-5a0d395ba4e9" providerId="ADAL" clId="{D531F470-C592-4016-B6E4-92691FE71882}" dt="2019-10-15T02:58:17.772" v="21022" actId="14100"/>
          <ac:spMkLst>
            <pc:docMk/>
            <pc:sldMk cId="0" sldId="475"/>
            <ac:spMk id="65539" creationId="{00000000-0000-0000-0000-000000000000}"/>
          </ac:spMkLst>
        </pc:spChg>
        <pc:spChg chg="mod">
          <ac:chgData name="Nguyen Duc Tien" userId="1d425f06-52f5-490b-9f00-5a0d395ba4e9" providerId="ADAL" clId="{D531F470-C592-4016-B6E4-92691FE71882}" dt="2019-10-15T02:39:26.872" v="20228" actId="14100"/>
          <ac:spMkLst>
            <pc:docMk/>
            <pc:sldMk cId="0" sldId="475"/>
            <ac:spMk id="65540" creationId="{00000000-0000-0000-0000-000000000000}"/>
          </ac:spMkLst>
        </pc:spChg>
        <pc:spChg chg="mod">
          <ac:chgData name="Nguyen Duc Tien" userId="1d425f06-52f5-490b-9f00-5a0d395ba4e9" providerId="ADAL" clId="{D531F470-C592-4016-B6E4-92691FE71882}" dt="2019-10-15T02:39:11.695" v="20168" actId="20577"/>
          <ac:spMkLst>
            <pc:docMk/>
            <pc:sldMk cId="0" sldId="475"/>
            <ac:spMk id="65541" creationId="{00000000-0000-0000-0000-000000000000}"/>
          </ac:spMkLst>
        </pc:spChg>
        <pc:spChg chg="mod">
          <ac:chgData name="Nguyen Duc Tien" userId="1d425f06-52f5-490b-9f00-5a0d395ba4e9" providerId="ADAL" clId="{D531F470-C592-4016-B6E4-92691FE71882}" dt="2019-10-15T02:39:26.872" v="20228" actId="14100"/>
          <ac:spMkLst>
            <pc:docMk/>
            <pc:sldMk cId="0" sldId="475"/>
            <ac:spMk id="65542" creationId="{00000000-0000-0000-0000-000000000000}"/>
          </ac:spMkLst>
        </pc:spChg>
      </pc:sldChg>
      <pc:sldChg chg="addSp delSp modSp modNotesTx">
        <pc:chgData name="Nguyen Duc Tien" userId="1d425f06-52f5-490b-9f00-5a0d395ba4e9" providerId="ADAL" clId="{D531F470-C592-4016-B6E4-92691FE71882}" dt="2019-10-15T04:49:44.686" v="23038" actId="20577"/>
        <pc:sldMkLst>
          <pc:docMk/>
          <pc:sldMk cId="0" sldId="476"/>
        </pc:sldMkLst>
        <pc:spChg chg="add mod">
          <ac:chgData name="Nguyen Duc Tien" userId="1d425f06-52f5-490b-9f00-5a0d395ba4e9" providerId="ADAL" clId="{D531F470-C592-4016-B6E4-92691FE71882}" dt="2019-10-15T02:59:23.376" v="21312" actId="1076"/>
          <ac:spMkLst>
            <pc:docMk/>
            <pc:sldMk cId="0" sldId="476"/>
            <ac:spMk id="9" creationId="{804EF1D8-D4C9-485C-BF8F-5C56A38E4D57}"/>
          </ac:spMkLst>
        </pc:spChg>
        <pc:spChg chg="add mod">
          <ac:chgData name="Nguyen Duc Tien" userId="1d425f06-52f5-490b-9f00-5a0d395ba4e9" providerId="ADAL" clId="{D531F470-C592-4016-B6E4-92691FE71882}" dt="2019-10-15T02:59:23.376" v="21312" actId="1076"/>
          <ac:spMkLst>
            <pc:docMk/>
            <pc:sldMk cId="0" sldId="476"/>
            <ac:spMk id="10" creationId="{33B17963-E66D-4BB8-B370-D3B1DA530BC2}"/>
          </ac:spMkLst>
        </pc:spChg>
        <pc:spChg chg="add mod">
          <ac:chgData name="Nguyen Duc Tien" userId="1d425f06-52f5-490b-9f00-5a0d395ba4e9" providerId="ADAL" clId="{D531F470-C592-4016-B6E4-92691FE71882}" dt="2019-10-15T02:59:23.376" v="21312" actId="1076"/>
          <ac:spMkLst>
            <pc:docMk/>
            <pc:sldMk cId="0" sldId="476"/>
            <ac:spMk id="11" creationId="{660CA3EF-22EC-43B0-B7C2-AA6BDA86AF55}"/>
          </ac:spMkLst>
        </pc:spChg>
        <pc:spChg chg="add mod">
          <ac:chgData name="Nguyen Duc Tien" userId="1d425f06-52f5-490b-9f00-5a0d395ba4e9" providerId="ADAL" clId="{D531F470-C592-4016-B6E4-92691FE71882}" dt="2019-10-15T02:59:23.376" v="21312" actId="1076"/>
          <ac:spMkLst>
            <pc:docMk/>
            <pc:sldMk cId="0" sldId="476"/>
            <ac:spMk id="12" creationId="{923E3E2C-F030-4465-B1A9-8B6A0FC01ED6}"/>
          </ac:spMkLst>
        </pc:spChg>
        <pc:spChg chg="add mod">
          <ac:chgData name="Nguyen Duc Tien" userId="1d425f06-52f5-490b-9f00-5a0d395ba4e9" providerId="ADAL" clId="{D531F470-C592-4016-B6E4-92691FE71882}" dt="2019-10-15T02:59:23.376" v="21312" actId="1076"/>
          <ac:spMkLst>
            <pc:docMk/>
            <pc:sldMk cId="0" sldId="476"/>
            <ac:spMk id="13" creationId="{B9022990-0353-4814-BBCC-3AF73F5E1890}"/>
          </ac:spMkLst>
        </pc:spChg>
        <pc:spChg chg="mod">
          <ac:chgData name="Nguyen Duc Tien" userId="1d425f06-52f5-490b-9f00-5a0d395ba4e9" providerId="ADAL" clId="{D531F470-C592-4016-B6E4-92691FE71882}" dt="2019-10-15T04:49:44.686" v="23038" actId="20577"/>
          <ac:spMkLst>
            <pc:docMk/>
            <pc:sldMk cId="0" sldId="476"/>
            <ac:spMk id="66562" creationId="{00000000-0000-0000-0000-000000000000}"/>
          </ac:spMkLst>
        </pc:spChg>
        <pc:spChg chg="mod">
          <ac:chgData name="Nguyen Duc Tien" userId="1d425f06-52f5-490b-9f00-5a0d395ba4e9" providerId="ADAL" clId="{D531F470-C592-4016-B6E4-92691FE71882}" dt="2019-10-15T03:04:29.445" v="22242" actId="20577"/>
          <ac:spMkLst>
            <pc:docMk/>
            <pc:sldMk cId="0" sldId="476"/>
            <ac:spMk id="66563" creationId="{00000000-0000-0000-0000-000000000000}"/>
          </ac:spMkLst>
        </pc:spChg>
        <pc:spChg chg="del">
          <ac:chgData name="Nguyen Duc Tien" userId="1d425f06-52f5-490b-9f00-5a0d395ba4e9" providerId="ADAL" clId="{D531F470-C592-4016-B6E4-92691FE71882}" dt="2019-10-15T02:59:16.051" v="21310" actId="478"/>
          <ac:spMkLst>
            <pc:docMk/>
            <pc:sldMk cId="0" sldId="476"/>
            <ac:spMk id="66564" creationId="{00000000-0000-0000-0000-000000000000}"/>
          </ac:spMkLst>
        </pc:spChg>
        <pc:spChg chg="del">
          <ac:chgData name="Nguyen Duc Tien" userId="1d425f06-52f5-490b-9f00-5a0d395ba4e9" providerId="ADAL" clId="{D531F470-C592-4016-B6E4-92691FE71882}" dt="2019-10-15T02:59:16.051" v="21310" actId="478"/>
          <ac:spMkLst>
            <pc:docMk/>
            <pc:sldMk cId="0" sldId="476"/>
            <ac:spMk id="66565" creationId="{00000000-0000-0000-0000-000000000000}"/>
          </ac:spMkLst>
        </pc:spChg>
        <pc:spChg chg="del">
          <ac:chgData name="Nguyen Duc Tien" userId="1d425f06-52f5-490b-9f00-5a0d395ba4e9" providerId="ADAL" clId="{D531F470-C592-4016-B6E4-92691FE71882}" dt="2019-10-15T02:59:16.051" v="21310" actId="478"/>
          <ac:spMkLst>
            <pc:docMk/>
            <pc:sldMk cId="0" sldId="476"/>
            <ac:spMk id="66566" creationId="{00000000-0000-0000-0000-000000000000}"/>
          </ac:spMkLst>
        </pc:spChg>
        <pc:spChg chg="del">
          <ac:chgData name="Nguyen Duc Tien" userId="1d425f06-52f5-490b-9f00-5a0d395ba4e9" providerId="ADAL" clId="{D531F470-C592-4016-B6E4-92691FE71882}" dt="2019-10-15T02:59:16.051" v="21310" actId="478"/>
          <ac:spMkLst>
            <pc:docMk/>
            <pc:sldMk cId="0" sldId="476"/>
            <ac:spMk id="66567" creationId="{00000000-0000-0000-0000-000000000000}"/>
          </ac:spMkLst>
        </pc:spChg>
        <pc:spChg chg="del">
          <ac:chgData name="Nguyen Duc Tien" userId="1d425f06-52f5-490b-9f00-5a0d395ba4e9" providerId="ADAL" clId="{D531F470-C592-4016-B6E4-92691FE71882}" dt="2019-10-15T02:59:16.051" v="21310" actId="478"/>
          <ac:spMkLst>
            <pc:docMk/>
            <pc:sldMk cId="0" sldId="476"/>
            <ac:spMk id="66568" creationId="{00000000-0000-0000-0000-000000000000}"/>
          </ac:spMkLst>
        </pc:spChg>
      </pc:sldChg>
      <pc:sldChg chg="modSp modNotesTx">
        <pc:chgData name="Nguyen Duc Tien" userId="1d425f06-52f5-490b-9f00-5a0d395ba4e9" providerId="ADAL" clId="{D531F470-C592-4016-B6E4-92691FE71882}" dt="2019-10-15T05:03:39.947" v="24285" actId="6549"/>
        <pc:sldMkLst>
          <pc:docMk/>
          <pc:sldMk cId="0" sldId="478"/>
        </pc:sldMkLst>
        <pc:spChg chg="mod">
          <ac:chgData name="Nguyen Duc Tien" userId="1d425f06-52f5-490b-9f00-5a0d395ba4e9" providerId="ADAL" clId="{D531F470-C592-4016-B6E4-92691FE71882}" dt="2019-10-15T04:45:03.069" v="23034" actId="20577"/>
          <ac:spMkLst>
            <pc:docMk/>
            <pc:sldMk cId="0" sldId="478"/>
            <ac:spMk id="68610" creationId="{00000000-0000-0000-0000-000000000000}"/>
          </ac:spMkLst>
        </pc:spChg>
        <pc:spChg chg="mod">
          <ac:chgData name="Nguyen Duc Tien" userId="1d425f06-52f5-490b-9f00-5a0d395ba4e9" providerId="ADAL" clId="{D531F470-C592-4016-B6E4-92691FE71882}" dt="2019-10-15T04:58:26.310" v="23851" actId="404"/>
          <ac:spMkLst>
            <pc:docMk/>
            <pc:sldMk cId="0" sldId="478"/>
            <ac:spMk id="68638" creationId="{00000000-0000-0000-0000-000000000000}"/>
          </ac:spMkLst>
        </pc:spChg>
        <pc:spChg chg="mod">
          <ac:chgData name="Nguyen Duc Tien" userId="1d425f06-52f5-490b-9f00-5a0d395ba4e9" providerId="ADAL" clId="{D531F470-C592-4016-B6E4-92691FE71882}" dt="2019-10-15T04:50:18.432" v="23071" actId="20577"/>
          <ac:spMkLst>
            <pc:docMk/>
            <pc:sldMk cId="0" sldId="478"/>
            <ac:spMk id="68639" creationId="{00000000-0000-0000-0000-000000000000}"/>
          </ac:spMkLst>
        </pc:spChg>
        <pc:spChg chg="mod">
          <ac:chgData name="Nguyen Duc Tien" userId="1d425f06-52f5-490b-9f00-5a0d395ba4e9" providerId="ADAL" clId="{D531F470-C592-4016-B6E4-92691FE71882}" dt="2019-10-15T05:01:15.251" v="24040" actId="1076"/>
          <ac:spMkLst>
            <pc:docMk/>
            <pc:sldMk cId="0" sldId="478"/>
            <ac:spMk id="68641" creationId="{00000000-0000-0000-0000-000000000000}"/>
          </ac:spMkLst>
        </pc:spChg>
        <pc:graphicFrameChg chg="mod modGraphic">
          <ac:chgData name="Nguyen Duc Tien" userId="1d425f06-52f5-490b-9f00-5a0d395ba4e9" providerId="ADAL" clId="{D531F470-C592-4016-B6E4-92691FE71882}" dt="2019-10-15T05:02:44.334" v="24166" actId="20577"/>
          <ac:graphicFrameMkLst>
            <pc:docMk/>
            <pc:sldMk cId="0" sldId="478"/>
            <ac:graphicFrameMk id="62504" creationId="{00000000-0000-0000-0000-000000000000}"/>
          </ac:graphicFrameMkLst>
        </pc:graphicFrameChg>
      </pc:sldChg>
      <pc:sldChg chg="modSp modNotesTx">
        <pc:chgData name="Nguyen Duc Tien" userId="1d425f06-52f5-490b-9f00-5a0d395ba4e9" providerId="ADAL" clId="{D531F470-C592-4016-B6E4-92691FE71882}" dt="2019-10-15T04:49:47.207" v="23040" actId="20577"/>
        <pc:sldMkLst>
          <pc:docMk/>
          <pc:sldMk cId="0" sldId="479"/>
        </pc:sldMkLst>
        <pc:spChg chg="mod">
          <ac:chgData name="Nguyen Duc Tien" userId="1d425f06-52f5-490b-9f00-5a0d395ba4e9" providerId="ADAL" clId="{D531F470-C592-4016-B6E4-92691FE71882}" dt="2019-10-15T04:49:47.207" v="23040" actId="20577"/>
          <ac:spMkLst>
            <pc:docMk/>
            <pc:sldMk cId="0" sldId="479"/>
            <ac:spMk id="67586" creationId="{00000000-0000-0000-0000-000000000000}"/>
          </ac:spMkLst>
        </pc:spChg>
        <pc:spChg chg="mod">
          <ac:chgData name="Nguyen Duc Tien" userId="1d425f06-52f5-490b-9f00-5a0d395ba4e9" providerId="ADAL" clId="{D531F470-C592-4016-B6E4-92691FE71882}" dt="2019-10-15T03:05:02.360" v="22282"/>
          <ac:spMkLst>
            <pc:docMk/>
            <pc:sldMk cId="0" sldId="479"/>
            <ac:spMk id="67587" creationId="{00000000-0000-0000-0000-000000000000}"/>
          </ac:spMkLst>
        </pc:spChg>
        <pc:spChg chg="mod">
          <ac:chgData name="Nguyen Duc Tien" userId="1d425f06-52f5-490b-9f00-5a0d395ba4e9" providerId="ADAL" clId="{D531F470-C592-4016-B6E4-92691FE71882}" dt="2019-10-15T03:05:36.082" v="22387" actId="1038"/>
          <ac:spMkLst>
            <pc:docMk/>
            <pc:sldMk cId="0" sldId="479"/>
            <ac:spMk id="67588" creationId="{00000000-0000-0000-0000-000000000000}"/>
          </ac:spMkLst>
        </pc:spChg>
        <pc:spChg chg="mod">
          <ac:chgData name="Nguyen Duc Tien" userId="1d425f06-52f5-490b-9f00-5a0d395ba4e9" providerId="ADAL" clId="{D531F470-C592-4016-B6E4-92691FE71882}" dt="2019-10-15T03:05:36.082" v="22387" actId="1038"/>
          <ac:spMkLst>
            <pc:docMk/>
            <pc:sldMk cId="0" sldId="479"/>
            <ac:spMk id="67589" creationId="{00000000-0000-0000-0000-000000000000}"/>
          </ac:spMkLst>
        </pc:spChg>
        <pc:spChg chg="mod">
          <ac:chgData name="Nguyen Duc Tien" userId="1d425f06-52f5-490b-9f00-5a0d395ba4e9" providerId="ADAL" clId="{D531F470-C592-4016-B6E4-92691FE71882}" dt="2019-10-15T03:05:36.082" v="22387" actId="1038"/>
          <ac:spMkLst>
            <pc:docMk/>
            <pc:sldMk cId="0" sldId="479"/>
            <ac:spMk id="67590" creationId="{00000000-0000-0000-0000-000000000000}"/>
          </ac:spMkLst>
        </pc:spChg>
        <pc:spChg chg="mod">
          <ac:chgData name="Nguyen Duc Tien" userId="1d425f06-52f5-490b-9f00-5a0d395ba4e9" providerId="ADAL" clId="{D531F470-C592-4016-B6E4-92691FE71882}" dt="2019-10-15T03:05:36.082" v="22387" actId="1038"/>
          <ac:spMkLst>
            <pc:docMk/>
            <pc:sldMk cId="0" sldId="479"/>
            <ac:spMk id="67591" creationId="{00000000-0000-0000-0000-000000000000}"/>
          </ac:spMkLst>
        </pc:spChg>
        <pc:spChg chg="mod">
          <ac:chgData name="Nguyen Duc Tien" userId="1d425f06-52f5-490b-9f00-5a0d395ba4e9" providerId="ADAL" clId="{D531F470-C592-4016-B6E4-92691FE71882}" dt="2019-10-15T03:05:36.082" v="22387" actId="1038"/>
          <ac:spMkLst>
            <pc:docMk/>
            <pc:sldMk cId="0" sldId="479"/>
            <ac:spMk id="67592" creationId="{00000000-0000-0000-0000-000000000000}"/>
          </ac:spMkLst>
        </pc:spChg>
        <pc:spChg chg="mod">
          <ac:chgData name="Nguyen Duc Tien" userId="1d425f06-52f5-490b-9f00-5a0d395ba4e9" providerId="ADAL" clId="{D531F470-C592-4016-B6E4-92691FE71882}" dt="2019-10-15T03:07:59.694" v="22771" actId="20577"/>
          <ac:spMkLst>
            <pc:docMk/>
            <pc:sldMk cId="0" sldId="479"/>
            <ac:spMk id="67593" creationId="{00000000-0000-0000-0000-000000000000}"/>
          </ac:spMkLst>
        </pc:spChg>
      </pc:sldChg>
      <pc:sldChg chg="addSp delSp modSp">
        <pc:chgData name="Nguyen Duc Tien" userId="1d425f06-52f5-490b-9f00-5a0d395ba4e9" providerId="ADAL" clId="{D531F470-C592-4016-B6E4-92691FE71882}" dt="2019-10-22T07:40:52.418" v="34454" actId="20577"/>
        <pc:sldMkLst>
          <pc:docMk/>
          <pc:sldMk cId="0" sldId="484"/>
        </pc:sldMkLst>
        <pc:spChg chg="mod">
          <ac:chgData name="Nguyen Duc Tien" userId="1d425f06-52f5-490b-9f00-5a0d395ba4e9" providerId="ADAL" clId="{D531F470-C592-4016-B6E4-92691FE71882}" dt="2019-10-22T07:37:20.631" v="33728" actId="20577"/>
          <ac:spMkLst>
            <pc:docMk/>
            <pc:sldMk cId="0" sldId="484"/>
            <ac:spMk id="88067" creationId="{00000000-0000-0000-0000-000000000000}"/>
          </ac:spMkLst>
        </pc:spChg>
        <pc:spChg chg="mod">
          <ac:chgData name="Nguyen Duc Tien" userId="1d425f06-52f5-490b-9f00-5a0d395ba4e9" providerId="ADAL" clId="{D531F470-C592-4016-B6E4-92691FE71882}" dt="2019-10-22T07:38:20.668" v="33898" actId="20577"/>
          <ac:spMkLst>
            <pc:docMk/>
            <pc:sldMk cId="0" sldId="484"/>
            <ac:spMk id="88068" creationId="{00000000-0000-0000-0000-000000000000}"/>
          </ac:spMkLst>
        </pc:spChg>
        <pc:spChg chg="mod">
          <ac:chgData name="Nguyen Duc Tien" userId="1d425f06-52f5-490b-9f00-5a0d395ba4e9" providerId="ADAL" clId="{D531F470-C592-4016-B6E4-92691FE71882}" dt="2019-10-22T07:39:06.068" v="34041" actId="20577"/>
          <ac:spMkLst>
            <pc:docMk/>
            <pc:sldMk cId="0" sldId="484"/>
            <ac:spMk id="88069" creationId="{00000000-0000-0000-0000-000000000000}"/>
          </ac:spMkLst>
        </pc:spChg>
        <pc:spChg chg="mod">
          <ac:chgData name="Nguyen Duc Tien" userId="1d425f06-52f5-490b-9f00-5a0d395ba4e9" providerId="ADAL" clId="{D531F470-C592-4016-B6E4-92691FE71882}" dt="2019-10-22T07:39:30.005" v="34110" actId="122"/>
          <ac:spMkLst>
            <pc:docMk/>
            <pc:sldMk cId="0" sldId="484"/>
            <ac:spMk id="88070" creationId="{00000000-0000-0000-0000-000000000000}"/>
          </ac:spMkLst>
        </pc:spChg>
        <pc:spChg chg="mod">
          <ac:chgData name="Nguyen Duc Tien" userId="1d425f06-52f5-490b-9f00-5a0d395ba4e9" providerId="ADAL" clId="{D531F470-C592-4016-B6E4-92691FE71882}" dt="2019-10-22T07:39:40.143" v="34146" actId="20577"/>
          <ac:spMkLst>
            <pc:docMk/>
            <pc:sldMk cId="0" sldId="484"/>
            <ac:spMk id="88071" creationId="{00000000-0000-0000-0000-000000000000}"/>
          </ac:spMkLst>
        </pc:spChg>
        <pc:spChg chg="mod">
          <ac:chgData name="Nguyen Duc Tien" userId="1d425f06-52f5-490b-9f00-5a0d395ba4e9" providerId="ADAL" clId="{D531F470-C592-4016-B6E4-92691FE71882}" dt="2019-10-22T07:39:50.512" v="34195" actId="20577"/>
          <ac:spMkLst>
            <pc:docMk/>
            <pc:sldMk cId="0" sldId="484"/>
            <ac:spMk id="88072" creationId="{00000000-0000-0000-0000-000000000000}"/>
          </ac:spMkLst>
        </pc:spChg>
        <pc:spChg chg="mod">
          <ac:chgData name="Nguyen Duc Tien" userId="1d425f06-52f5-490b-9f00-5a0d395ba4e9" providerId="ADAL" clId="{D531F470-C592-4016-B6E4-92691FE71882}" dt="2019-10-22T07:40:01.064" v="34247" actId="20577"/>
          <ac:spMkLst>
            <pc:docMk/>
            <pc:sldMk cId="0" sldId="484"/>
            <ac:spMk id="88076" creationId="{00000000-0000-0000-0000-000000000000}"/>
          </ac:spMkLst>
        </pc:spChg>
        <pc:spChg chg="mod">
          <ac:chgData name="Nguyen Duc Tien" userId="1d425f06-52f5-490b-9f00-5a0d395ba4e9" providerId="ADAL" clId="{D531F470-C592-4016-B6E4-92691FE71882}" dt="2019-10-22T07:40:52.418" v="34454" actId="20577"/>
          <ac:spMkLst>
            <pc:docMk/>
            <pc:sldMk cId="0" sldId="484"/>
            <ac:spMk id="88077" creationId="{00000000-0000-0000-0000-000000000000}"/>
          </ac:spMkLst>
        </pc:spChg>
        <pc:spChg chg="mod">
          <ac:chgData name="Nguyen Duc Tien" userId="1d425f06-52f5-490b-9f00-5a0d395ba4e9" providerId="ADAL" clId="{D531F470-C592-4016-B6E4-92691FE71882}" dt="2019-10-22T07:37:39.530" v="33774" actId="20577"/>
          <ac:spMkLst>
            <pc:docMk/>
            <pc:sldMk cId="0" sldId="484"/>
            <ac:spMk id="88079" creationId="{00000000-0000-0000-0000-000000000000}"/>
          </ac:spMkLst>
        </pc:spChg>
        <pc:spChg chg="mod">
          <ac:chgData name="Nguyen Duc Tien" userId="1d425f06-52f5-490b-9f00-5a0d395ba4e9" providerId="ADAL" clId="{D531F470-C592-4016-B6E4-92691FE71882}" dt="2019-10-22T07:38:11.067" v="33863" actId="1076"/>
          <ac:spMkLst>
            <pc:docMk/>
            <pc:sldMk cId="0" sldId="484"/>
            <ac:spMk id="88080" creationId="{00000000-0000-0000-0000-000000000000}"/>
          </ac:spMkLst>
        </pc:spChg>
        <pc:spChg chg="mod">
          <ac:chgData name="Nguyen Duc Tien" userId="1d425f06-52f5-490b-9f00-5a0d395ba4e9" providerId="ADAL" clId="{D531F470-C592-4016-B6E4-92691FE71882}" dt="2019-10-22T07:37:54.549" v="33835" actId="14100"/>
          <ac:spMkLst>
            <pc:docMk/>
            <pc:sldMk cId="0" sldId="484"/>
            <ac:spMk id="88081" creationId="{00000000-0000-0000-0000-000000000000}"/>
          </ac:spMkLst>
        </pc:spChg>
        <pc:spChg chg="add del">
          <ac:chgData name="Nguyen Duc Tien" userId="1d425f06-52f5-490b-9f00-5a0d395ba4e9" providerId="ADAL" clId="{D531F470-C592-4016-B6E4-92691FE71882}" dt="2019-10-22T07:37:26.100" v="33731" actId="478"/>
          <ac:spMkLst>
            <pc:docMk/>
            <pc:sldMk cId="0" sldId="484"/>
            <ac:spMk id="88087" creationId="{00000000-0000-0000-0000-000000000000}"/>
          </ac:spMkLst>
        </pc:spChg>
      </pc:sldChg>
      <pc:sldChg chg="modSp modNotesTx">
        <pc:chgData name="Nguyen Duc Tien" userId="1d425f06-52f5-490b-9f00-5a0d395ba4e9" providerId="ADAL" clId="{D531F470-C592-4016-B6E4-92691FE71882}" dt="2019-10-08T04:14:43.788" v="12555" actId="20577"/>
        <pc:sldMkLst>
          <pc:docMk/>
          <pc:sldMk cId="0" sldId="485"/>
        </pc:sldMkLst>
        <pc:spChg chg="mod">
          <ac:chgData name="Nguyen Duc Tien" userId="1d425f06-52f5-490b-9f00-5a0d395ba4e9" providerId="ADAL" clId="{D531F470-C592-4016-B6E4-92691FE71882}" dt="2019-10-08T04:12:39.849" v="12111" actId="14100"/>
          <ac:spMkLst>
            <pc:docMk/>
            <pc:sldMk cId="0" sldId="485"/>
            <ac:spMk id="57347" creationId="{00000000-0000-0000-0000-000000000000}"/>
          </ac:spMkLst>
        </pc:spChg>
        <pc:spChg chg="mod">
          <ac:chgData name="Nguyen Duc Tien" userId="1d425f06-52f5-490b-9f00-5a0d395ba4e9" providerId="ADAL" clId="{D531F470-C592-4016-B6E4-92691FE71882}" dt="2019-10-08T04:13:13.601" v="12224" actId="20577"/>
          <ac:spMkLst>
            <pc:docMk/>
            <pc:sldMk cId="0" sldId="485"/>
            <ac:spMk id="57348" creationId="{00000000-0000-0000-0000-000000000000}"/>
          </ac:spMkLst>
        </pc:spChg>
        <pc:spChg chg="mod">
          <ac:chgData name="Nguyen Duc Tien" userId="1d425f06-52f5-490b-9f00-5a0d395ba4e9" providerId="ADAL" clId="{D531F470-C592-4016-B6E4-92691FE71882}" dt="2019-10-08T04:13:41.503" v="12306" actId="20577"/>
          <ac:spMkLst>
            <pc:docMk/>
            <pc:sldMk cId="0" sldId="485"/>
            <ac:spMk id="57349" creationId="{00000000-0000-0000-0000-000000000000}"/>
          </ac:spMkLst>
        </pc:spChg>
        <pc:spChg chg="mod">
          <ac:chgData name="Nguyen Duc Tien" userId="1d425f06-52f5-490b-9f00-5a0d395ba4e9" providerId="ADAL" clId="{D531F470-C592-4016-B6E4-92691FE71882}" dt="2019-10-08T04:10:21.426" v="11778" actId="6549"/>
          <ac:spMkLst>
            <pc:docMk/>
            <pc:sldMk cId="0" sldId="485"/>
            <ac:spMk id="57350" creationId="{00000000-0000-0000-0000-000000000000}"/>
          </ac:spMkLst>
        </pc:spChg>
        <pc:spChg chg="mod">
          <ac:chgData name="Nguyen Duc Tien" userId="1d425f06-52f5-490b-9f00-5a0d395ba4e9" providerId="ADAL" clId="{D531F470-C592-4016-B6E4-92691FE71882}" dt="2019-10-08T04:12:52.898" v="12117" actId="1038"/>
          <ac:spMkLst>
            <pc:docMk/>
            <pc:sldMk cId="0" sldId="485"/>
            <ac:spMk id="57351" creationId="{00000000-0000-0000-0000-000000000000}"/>
          </ac:spMkLst>
        </pc:spChg>
        <pc:spChg chg="mod">
          <ac:chgData name="Nguyen Duc Tien" userId="1d425f06-52f5-490b-9f00-5a0d395ba4e9" providerId="ADAL" clId="{D531F470-C592-4016-B6E4-92691FE71882}" dt="2019-10-08T04:13:03.427" v="12163" actId="20577"/>
          <ac:spMkLst>
            <pc:docMk/>
            <pc:sldMk cId="0" sldId="485"/>
            <ac:spMk id="57352" creationId="{00000000-0000-0000-0000-000000000000}"/>
          </ac:spMkLst>
        </pc:spChg>
        <pc:spChg chg="mod">
          <ac:chgData name="Nguyen Duc Tien" userId="1d425f06-52f5-490b-9f00-5a0d395ba4e9" providerId="ADAL" clId="{D531F470-C592-4016-B6E4-92691FE71882}" dt="2019-10-08T04:12:44.873" v="12112" actId="14100"/>
          <ac:spMkLst>
            <pc:docMk/>
            <pc:sldMk cId="0" sldId="485"/>
            <ac:spMk id="57356" creationId="{00000000-0000-0000-0000-000000000000}"/>
          </ac:spMkLst>
        </pc:spChg>
        <pc:spChg chg="mod">
          <ac:chgData name="Nguyen Duc Tien" userId="1d425f06-52f5-490b-9f00-5a0d395ba4e9" providerId="ADAL" clId="{D531F470-C592-4016-B6E4-92691FE71882}" dt="2019-10-08T04:12:49.764" v="12113" actId="14100"/>
          <ac:spMkLst>
            <pc:docMk/>
            <pc:sldMk cId="0" sldId="485"/>
            <ac:spMk id="57360" creationId="{00000000-0000-0000-0000-000000000000}"/>
          </ac:spMkLst>
        </pc:spChg>
        <pc:spChg chg="mod">
          <ac:chgData name="Nguyen Duc Tien" userId="1d425f06-52f5-490b-9f00-5a0d395ba4e9" providerId="ADAL" clId="{D531F470-C592-4016-B6E4-92691FE71882}" dt="2019-10-08T04:12:54.375" v="12119" actId="1037"/>
          <ac:spMkLst>
            <pc:docMk/>
            <pc:sldMk cId="0" sldId="485"/>
            <ac:spMk id="57361" creationId="{00000000-0000-0000-0000-000000000000}"/>
          </ac:spMkLst>
        </pc:spChg>
        <pc:spChg chg="mod">
          <ac:chgData name="Nguyen Duc Tien" userId="1d425f06-52f5-490b-9f00-5a0d395ba4e9" providerId="ADAL" clId="{D531F470-C592-4016-B6E4-92691FE71882}" dt="2019-10-08T04:12:02.205" v="11968" actId="14100"/>
          <ac:spMkLst>
            <pc:docMk/>
            <pc:sldMk cId="0" sldId="485"/>
            <ac:spMk id="57362" creationId="{00000000-0000-0000-0000-000000000000}"/>
          </ac:spMkLst>
        </pc:spChg>
        <pc:spChg chg="mod">
          <ac:chgData name="Nguyen Duc Tien" userId="1d425f06-52f5-490b-9f00-5a0d395ba4e9" providerId="ADAL" clId="{D531F470-C592-4016-B6E4-92691FE71882}" dt="2019-10-08T04:11:32.271" v="11962" actId="1038"/>
          <ac:spMkLst>
            <pc:docMk/>
            <pc:sldMk cId="0" sldId="485"/>
            <ac:spMk id="57364" creationId="{00000000-0000-0000-0000-000000000000}"/>
          </ac:spMkLst>
        </pc:spChg>
        <pc:spChg chg="mod">
          <ac:chgData name="Nguyen Duc Tien" userId="1d425f06-52f5-490b-9f00-5a0d395ba4e9" providerId="ADAL" clId="{D531F470-C592-4016-B6E4-92691FE71882}" dt="2019-10-08T04:12:55.772" v="12120" actId="1037"/>
          <ac:spMkLst>
            <pc:docMk/>
            <pc:sldMk cId="0" sldId="485"/>
            <ac:spMk id="57365" creationId="{00000000-0000-0000-0000-000000000000}"/>
          </ac:spMkLst>
        </pc:spChg>
        <pc:spChg chg="mod">
          <ac:chgData name="Nguyen Duc Tien" userId="1d425f06-52f5-490b-9f00-5a0d395ba4e9" providerId="ADAL" clId="{D531F470-C592-4016-B6E4-92691FE71882}" dt="2019-10-08T04:13:21.963" v="12266" actId="20577"/>
          <ac:spMkLst>
            <pc:docMk/>
            <pc:sldMk cId="0" sldId="485"/>
            <ac:spMk id="57368" creationId="{00000000-0000-0000-0000-000000000000}"/>
          </ac:spMkLst>
        </pc:spChg>
        <pc:spChg chg="mod">
          <ac:chgData name="Nguyen Duc Tien" userId="1d425f06-52f5-490b-9f00-5a0d395ba4e9" providerId="ADAL" clId="{D531F470-C592-4016-B6E4-92691FE71882}" dt="2019-10-08T04:11:58.174" v="11967" actId="14100"/>
          <ac:spMkLst>
            <pc:docMk/>
            <pc:sldMk cId="0" sldId="485"/>
            <ac:spMk id="57369" creationId="{00000000-0000-0000-0000-000000000000}"/>
          </ac:spMkLst>
        </pc:spChg>
        <pc:spChg chg="mod">
          <ac:chgData name="Nguyen Duc Tien" userId="1d425f06-52f5-490b-9f00-5a0d395ba4e9" providerId="ADAL" clId="{D531F470-C592-4016-B6E4-92691FE71882}" dt="2019-10-08T04:11:15.588" v="11923" actId="14100"/>
          <ac:spMkLst>
            <pc:docMk/>
            <pc:sldMk cId="0" sldId="485"/>
            <ac:spMk id="57370" creationId="{00000000-0000-0000-0000-000000000000}"/>
          </ac:spMkLst>
        </pc:spChg>
        <pc:spChg chg="mod">
          <ac:chgData name="Nguyen Duc Tien" userId="1d425f06-52f5-490b-9f00-5a0d395ba4e9" providerId="ADAL" clId="{D531F470-C592-4016-B6E4-92691FE71882}" dt="2019-10-08T04:13:27.106" v="12267" actId="14100"/>
          <ac:spMkLst>
            <pc:docMk/>
            <pc:sldMk cId="0" sldId="485"/>
            <ac:spMk id="57371" creationId="{00000000-0000-0000-0000-000000000000}"/>
          </ac:spMkLst>
        </pc:spChg>
        <pc:spChg chg="mod">
          <ac:chgData name="Nguyen Duc Tien" userId="1d425f06-52f5-490b-9f00-5a0d395ba4e9" providerId="ADAL" clId="{D531F470-C592-4016-B6E4-92691FE71882}" dt="2019-10-08T04:11:21.449" v="11925" actId="14100"/>
          <ac:spMkLst>
            <pc:docMk/>
            <pc:sldMk cId="0" sldId="485"/>
            <ac:spMk id="57372" creationId="{00000000-0000-0000-0000-000000000000}"/>
          </ac:spMkLst>
        </pc:spChg>
        <pc:spChg chg="mod">
          <ac:chgData name="Nguyen Duc Tien" userId="1d425f06-52f5-490b-9f00-5a0d395ba4e9" providerId="ADAL" clId="{D531F470-C592-4016-B6E4-92691FE71882}" dt="2019-10-08T04:10:01.063" v="11719" actId="14100"/>
          <ac:spMkLst>
            <pc:docMk/>
            <pc:sldMk cId="0" sldId="485"/>
            <ac:spMk id="57374" creationId="{00000000-0000-0000-0000-000000000000}"/>
          </ac:spMkLst>
        </pc:spChg>
        <pc:spChg chg="mod">
          <ac:chgData name="Nguyen Duc Tien" userId="1d425f06-52f5-490b-9f00-5a0d395ba4e9" providerId="ADAL" clId="{D531F470-C592-4016-B6E4-92691FE71882}" dt="2019-10-08T04:10:06.914" v="11727" actId="14100"/>
          <ac:spMkLst>
            <pc:docMk/>
            <pc:sldMk cId="0" sldId="485"/>
            <ac:spMk id="57375" creationId="{00000000-0000-0000-0000-000000000000}"/>
          </ac:spMkLst>
        </pc:spChg>
      </pc:sldChg>
      <pc:sldChg chg="modSp">
        <pc:chgData name="Nguyen Duc Tien" userId="1d425f06-52f5-490b-9f00-5a0d395ba4e9" providerId="ADAL" clId="{D531F470-C592-4016-B6E4-92691FE71882}" dt="2019-10-22T07:36:00.579" v="33656" actId="20577"/>
        <pc:sldMkLst>
          <pc:docMk/>
          <pc:sldMk cId="0" sldId="487"/>
        </pc:sldMkLst>
        <pc:spChg chg="mod">
          <ac:chgData name="Nguyen Duc Tien" userId="1d425f06-52f5-490b-9f00-5a0d395ba4e9" providerId="ADAL" clId="{D531F470-C592-4016-B6E4-92691FE71882}" dt="2019-10-22T06:46:52.700" v="32867" actId="20577"/>
          <ac:spMkLst>
            <pc:docMk/>
            <pc:sldMk cId="0" sldId="487"/>
            <ac:spMk id="87042" creationId="{00000000-0000-0000-0000-000000000000}"/>
          </ac:spMkLst>
        </pc:spChg>
        <pc:spChg chg="mod">
          <ac:chgData name="Nguyen Duc Tien" userId="1d425f06-52f5-490b-9f00-5a0d395ba4e9" providerId="ADAL" clId="{D531F470-C592-4016-B6E4-92691FE71882}" dt="2019-10-22T07:36:00.579" v="33656" actId="20577"/>
          <ac:spMkLst>
            <pc:docMk/>
            <pc:sldMk cId="0" sldId="487"/>
            <ac:spMk id="87043" creationId="{00000000-0000-0000-0000-000000000000}"/>
          </ac:spMkLst>
        </pc:spChg>
      </pc:sldChg>
      <pc:sldChg chg="addSp delSp modSp modNotesTx">
        <pc:chgData name="Nguyen Duc Tien" userId="1d425f06-52f5-490b-9f00-5a0d395ba4e9" providerId="ADAL" clId="{D531F470-C592-4016-B6E4-92691FE71882}" dt="2019-10-07T14:02:04.554" v="1807" actId="20577"/>
        <pc:sldMkLst>
          <pc:docMk/>
          <pc:sldMk cId="0" sldId="499"/>
        </pc:sldMkLst>
        <pc:spChg chg="add del mod">
          <ac:chgData name="Nguyen Duc Tien" userId="1d425f06-52f5-490b-9f00-5a0d395ba4e9" providerId="ADAL" clId="{D531F470-C592-4016-B6E4-92691FE71882}" dt="2019-10-07T14:00:26.872" v="1789"/>
          <ac:spMkLst>
            <pc:docMk/>
            <pc:sldMk cId="0" sldId="499"/>
            <ac:spMk id="2" creationId="{AE6C68F6-AF37-4E5D-A83F-E23F51D40DB9}"/>
          </ac:spMkLst>
        </pc:spChg>
        <pc:spChg chg="mod">
          <ac:chgData name="Nguyen Duc Tien" userId="1d425f06-52f5-490b-9f00-5a0d395ba4e9" providerId="ADAL" clId="{D531F470-C592-4016-B6E4-92691FE71882}" dt="2019-10-07T14:02:04.554" v="1807" actId="20577"/>
          <ac:spMkLst>
            <pc:docMk/>
            <pc:sldMk cId="0" sldId="499"/>
            <ac:spMk id="48131" creationId="{00000000-0000-0000-0000-000000000000}"/>
          </ac:spMkLst>
        </pc:spChg>
        <pc:spChg chg="mod">
          <ac:chgData name="Nguyen Duc Tien" userId="1d425f06-52f5-490b-9f00-5a0d395ba4e9" providerId="ADAL" clId="{D531F470-C592-4016-B6E4-92691FE71882}" dt="2019-10-07T14:00:47.084" v="1799" actId="6549"/>
          <ac:spMkLst>
            <pc:docMk/>
            <pc:sldMk cId="0" sldId="499"/>
            <ac:spMk id="48132" creationId="{00000000-0000-0000-0000-000000000000}"/>
          </ac:spMkLst>
        </pc:spChg>
        <pc:spChg chg="mod">
          <ac:chgData name="Nguyen Duc Tien" userId="1d425f06-52f5-490b-9f00-5a0d395ba4e9" providerId="ADAL" clId="{D531F470-C592-4016-B6E4-92691FE71882}" dt="2019-10-07T14:00:55.720" v="1802" actId="14100"/>
          <ac:spMkLst>
            <pc:docMk/>
            <pc:sldMk cId="0" sldId="499"/>
            <ac:spMk id="48134" creationId="{00000000-0000-0000-0000-000000000000}"/>
          </ac:spMkLst>
        </pc:spChg>
      </pc:sldChg>
      <pc:sldChg chg="modSp">
        <pc:chgData name="Nguyen Duc Tien" userId="1d425f06-52f5-490b-9f00-5a0d395ba4e9" providerId="ADAL" clId="{D531F470-C592-4016-B6E4-92691FE71882}" dt="2019-10-15T05:11:52.268" v="25463" actId="207"/>
        <pc:sldMkLst>
          <pc:docMk/>
          <pc:sldMk cId="0" sldId="500"/>
        </pc:sldMkLst>
        <pc:spChg chg="mod">
          <ac:chgData name="Nguyen Duc Tien" userId="1d425f06-52f5-490b-9f00-5a0d395ba4e9" providerId="ADAL" clId="{D531F470-C592-4016-B6E4-92691FE71882}" dt="2019-10-15T05:10:24.636" v="25410" actId="20577"/>
          <ac:spMkLst>
            <pc:docMk/>
            <pc:sldMk cId="0" sldId="500"/>
            <ac:spMk id="70658" creationId="{00000000-0000-0000-0000-000000000000}"/>
          </ac:spMkLst>
        </pc:spChg>
        <pc:spChg chg="mod">
          <ac:chgData name="Nguyen Duc Tien" userId="1d425f06-52f5-490b-9f00-5a0d395ba4e9" providerId="ADAL" clId="{D531F470-C592-4016-B6E4-92691FE71882}" dt="2019-10-15T05:10:50.826" v="25462" actId="20577"/>
          <ac:spMkLst>
            <pc:docMk/>
            <pc:sldMk cId="0" sldId="500"/>
            <ac:spMk id="70689" creationId="{00000000-0000-0000-0000-000000000000}"/>
          </ac:spMkLst>
        </pc:spChg>
        <pc:spChg chg="mod">
          <ac:chgData name="Nguyen Duc Tien" userId="1d425f06-52f5-490b-9f00-5a0d395ba4e9" providerId="ADAL" clId="{D531F470-C592-4016-B6E4-92691FE71882}" dt="2019-10-15T05:11:52.268" v="25463" actId="207"/>
          <ac:spMkLst>
            <pc:docMk/>
            <pc:sldMk cId="0" sldId="500"/>
            <ac:spMk id="70698" creationId="{00000000-0000-0000-0000-000000000000}"/>
          </ac:spMkLst>
        </pc:spChg>
        <pc:spChg chg="mod">
          <ac:chgData name="Nguyen Duc Tien" userId="1d425f06-52f5-490b-9f00-5a0d395ba4e9" providerId="ADAL" clId="{D531F470-C592-4016-B6E4-92691FE71882}" dt="2019-10-15T05:11:52.268" v="25463" actId="207"/>
          <ac:spMkLst>
            <pc:docMk/>
            <pc:sldMk cId="0" sldId="500"/>
            <ac:spMk id="70699" creationId="{00000000-0000-0000-0000-000000000000}"/>
          </ac:spMkLst>
        </pc:spChg>
        <pc:spChg chg="mod">
          <ac:chgData name="Nguyen Duc Tien" userId="1d425f06-52f5-490b-9f00-5a0d395ba4e9" providerId="ADAL" clId="{D531F470-C592-4016-B6E4-92691FE71882}" dt="2019-10-15T05:11:52.268" v="25463" actId="207"/>
          <ac:spMkLst>
            <pc:docMk/>
            <pc:sldMk cId="0" sldId="500"/>
            <ac:spMk id="70700" creationId="{00000000-0000-0000-0000-000000000000}"/>
          </ac:spMkLst>
        </pc:spChg>
      </pc:sldChg>
      <pc:sldChg chg="modSp">
        <pc:chgData name="Nguyen Duc Tien" userId="1d425f06-52f5-490b-9f00-5a0d395ba4e9" providerId="ADAL" clId="{D531F470-C592-4016-B6E4-92691FE71882}" dt="2019-10-16T07:24:13.668" v="26539" actId="20577"/>
        <pc:sldMkLst>
          <pc:docMk/>
          <pc:sldMk cId="0" sldId="504"/>
        </pc:sldMkLst>
        <pc:spChg chg="mod">
          <ac:chgData name="Nguyen Duc Tien" userId="1d425f06-52f5-490b-9f00-5a0d395ba4e9" providerId="ADAL" clId="{D531F470-C592-4016-B6E4-92691FE71882}" dt="2019-10-16T07:24:13.668" v="26539" actId="20577"/>
          <ac:spMkLst>
            <pc:docMk/>
            <pc:sldMk cId="0" sldId="504"/>
            <ac:spMk id="69635" creationId="{00000000-0000-0000-0000-000000000000}"/>
          </ac:spMkLst>
        </pc:spChg>
      </pc:sldChg>
      <pc:sldChg chg="modSp modNotesTx">
        <pc:chgData name="Nguyen Duc Tien" userId="1d425f06-52f5-490b-9f00-5a0d395ba4e9" providerId="ADAL" clId="{D531F470-C592-4016-B6E4-92691FE71882}" dt="2019-10-08T06:34:34.713" v="17531" actId="20577"/>
        <pc:sldMkLst>
          <pc:docMk/>
          <pc:sldMk cId="0" sldId="509"/>
        </pc:sldMkLst>
        <pc:spChg chg="mod">
          <ac:chgData name="Nguyen Duc Tien" userId="1d425f06-52f5-490b-9f00-5a0d395ba4e9" providerId="ADAL" clId="{D531F470-C592-4016-B6E4-92691FE71882}" dt="2019-10-08T04:27:19.703" v="14350" actId="14100"/>
          <ac:spMkLst>
            <pc:docMk/>
            <pc:sldMk cId="0" sldId="509"/>
            <ac:spMk id="60418" creationId="{00000000-0000-0000-0000-000000000000}"/>
          </ac:spMkLst>
        </pc:spChg>
        <pc:spChg chg="mod">
          <ac:chgData name="Nguyen Duc Tien" userId="1d425f06-52f5-490b-9f00-5a0d395ba4e9" providerId="ADAL" clId="{D531F470-C592-4016-B6E4-92691FE71882}" dt="2019-10-08T04:27:41.043" v="14496" actId="404"/>
          <ac:spMkLst>
            <pc:docMk/>
            <pc:sldMk cId="0" sldId="509"/>
            <ac:spMk id="60419" creationId="{00000000-0000-0000-0000-000000000000}"/>
          </ac:spMkLst>
        </pc:spChg>
        <pc:spChg chg="mod">
          <ac:chgData name="Nguyen Duc Tien" userId="1d425f06-52f5-490b-9f00-5a0d395ba4e9" providerId="ADAL" clId="{D531F470-C592-4016-B6E4-92691FE71882}" dt="2019-10-08T04:28:11.340" v="14520" actId="20577"/>
          <ac:spMkLst>
            <pc:docMk/>
            <pc:sldMk cId="0" sldId="509"/>
            <ac:spMk id="60420" creationId="{00000000-0000-0000-0000-000000000000}"/>
          </ac:spMkLst>
        </pc:spChg>
        <pc:spChg chg="mod">
          <ac:chgData name="Nguyen Duc Tien" userId="1d425f06-52f5-490b-9f00-5a0d395ba4e9" providerId="ADAL" clId="{D531F470-C592-4016-B6E4-92691FE71882}" dt="2019-10-08T04:33:10.678" v="14947" actId="14100"/>
          <ac:spMkLst>
            <pc:docMk/>
            <pc:sldMk cId="0" sldId="509"/>
            <ac:spMk id="60421" creationId="{00000000-0000-0000-0000-000000000000}"/>
          </ac:spMkLst>
        </pc:spChg>
        <pc:spChg chg="mod">
          <ac:chgData name="Nguyen Duc Tien" userId="1d425f06-52f5-490b-9f00-5a0d395ba4e9" providerId="ADAL" clId="{D531F470-C592-4016-B6E4-92691FE71882}" dt="2019-10-08T04:33:04.350" v="14945" actId="1038"/>
          <ac:spMkLst>
            <pc:docMk/>
            <pc:sldMk cId="0" sldId="509"/>
            <ac:spMk id="60422" creationId="{00000000-0000-0000-0000-000000000000}"/>
          </ac:spMkLst>
        </pc:spChg>
        <pc:spChg chg="mod">
          <ac:chgData name="Nguyen Duc Tien" userId="1d425f06-52f5-490b-9f00-5a0d395ba4e9" providerId="ADAL" clId="{D531F470-C592-4016-B6E4-92691FE71882}" dt="2019-10-08T04:33:22.146" v="14948" actId="14100"/>
          <ac:spMkLst>
            <pc:docMk/>
            <pc:sldMk cId="0" sldId="509"/>
            <ac:spMk id="60424" creationId="{00000000-0000-0000-0000-000000000000}"/>
          </ac:spMkLst>
        </pc:spChg>
        <pc:spChg chg="mod">
          <ac:chgData name="Nguyen Duc Tien" userId="1d425f06-52f5-490b-9f00-5a0d395ba4e9" providerId="ADAL" clId="{D531F470-C592-4016-B6E4-92691FE71882}" dt="2019-10-08T04:33:04.350" v="14945" actId="1038"/>
          <ac:spMkLst>
            <pc:docMk/>
            <pc:sldMk cId="0" sldId="509"/>
            <ac:spMk id="60425" creationId="{00000000-0000-0000-0000-000000000000}"/>
          </ac:spMkLst>
        </pc:spChg>
        <pc:spChg chg="mod">
          <ac:chgData name="Nguyen Duc Tien" userId="1d425f06-52f5-490b-9f00-5a0d395ba4e9" providerId="ADAL" clId="{D531F470-C592-4016-B6E4-92691FE71882}" dt="2019-10-08T04:31:10.005" v="14792" actId="20577"/>
          <ac:spMkLst>
            <pc:docMk/>
            <pc:sldMk cId="0" sldId="509"/>
            <ac:spMk id="60427" creationId="{00000000-0000-0000-0000-000000000000}"/>
          </ac:spMkLst>
        </pc:spChg>
        <pc:spChg chg="mod">
          <ac:chgData name="Nguyen Duc Tien" userId="1d425f06-52f5-490b-9f00-5a0d395ba4e9" providerId="ADAL" clId="{D531F470-C592-4016-B6E4-92691FE71882}" dt="2019-10-08T06:34:14.170" v="17384" actId="20577"/>
          <ac:spMkLst>
            <pc:docMk/>
            <pc:sldMk cId="0" sldId="509"/>
            <ac:spMk id="60428" creationId="{00000000-0000-0000-0000-000000000000}"/>
          </ac:spMkLst>
        </pc:spChg>
        <pc:spChg chg="mod">
          <ac:chgData name="Nguyen Duc Tien" userId="1d425f06-52f5-490b-9f00-5a0d395ba4e9" providerId="ADAL" clId="{D531F470-C592-4016-B6E4-92691FE71882}" dt="2019-10-08T04:33:04.350" v="14945" actId="1038"/>
          <ac:spMkLst>
            <pc:docMk/>
            <pc:sldMk cId="0" sldId="509"/>
            <ac:spMk id="60429" creationId="{00000000-0000-0000-0000-000000000000}"/>
          </ac:spMkLst>
        </pc:spChg>
        <pc:spChg chg="mod">
          <ac:chgData name="Nguyen Duc Tien" userId="1d425f06-52f5-490b-9f00-5a0d395ba4e9" providerId="ADAL" clId="{D531F470-C592-4016-B6E4-92691FE71882}" dt="2019-10-08T04:33:04.350" v="14945" actId="1038"/>
          <ac:spMkLst>
            <pc:docMk/>
            <pc:sldMk cId="0" sldId="509"/>
            <ac:spMk id="60430" creationId="{00000000-0000-0000-0000-000000000000}"/>
          </ac:spMkLst>
        </pc:spChg>
      </pc:sldChg>
      <pc:sldChg chg="modSp modNotesTx">
        <pc:chgData name="Nguyen Duc Tien" userId="1d425f06-52f5-490b-9f00-5a0d395ba4e9" providerId="ADAL" clId="{D531F470-C592-4016-B6E4-92691FE71882}" dt="2019-10-08T04:26:52.939" v="14251" actId="113"/>
        <pc:sldMkLst>
          <pc:docMk/>
          <pc:sldMk cId="0" sldId="510"/>
        </pc:sldMkLst>
        <pc:spChg chg="mod">
          <ac:chgData name="Nguyen Duc Tien" userId="1d425f06-52f5-490b-9f00-5a0d395ba4e9" providerId="ADAL" clId="{D531F470-C592-4016-B6E4-92691FE71882}" dt="2019-10-08T04:20:10.074" v="13159" actId="20577"/>
          <ac:spMkLst>
            <pc:docMk/>
            <pc:sldMk cId="0" sldId="510"/>
            <ac:spMk id="59394" creationId="{00000000-0000-0000-0000-000000000000}"/>
          </ac:spMkLst>
        </pc:spChg>
        <pc:spChg chg="mod">
          <ac:chgData name="Nguyen Duc Tien" userId="1d425f06-52f5-490b-9f00-5a0d395ba4e9" providerId="ADAL" clId="{D531F470-C592-4016-B6E4-92691FE71882}" dt="2019-10-08T04:21:27.498" v="13312" actId="20577"/>
          <ac:spMkLst>
            <pc:docMk/>
            <pc:sldMk cId="0" sldId="510"/>
            <ac:spMk id="59399" creationId="{00000000-0000-0000-0000-000000000000}"/>
          </ac:spMkLst>
        </pc:spChg>
        <pc:spChg chg="mod">
          <ac:chgData name="Nguyen Duc Tien" userId="1d425f06-52f5-490b-9f00-5a0d395ba4e9" providerId="ADAL" clId="{D531F470-C592-4016-B6E4-92691FE71882}" dt="2019-10-08T04:21:45.306" v="13371" actId="20577"/>
          <ac:spMkLst>
            <pc:docMk/>
            <pc:sldMk cId="0" sldId="510"/>
            <ac:spMk id="59403" creationId="{00000000-0000-0000-0000-000000000000}"/>
          </ac:spMkLst>
        </pc:spChg>
        <pc:spChg chg="mod">
          <ac:chgData name="Nguyen Duc Tien" userId="1d425f06-52f5-490b-9f00-5a0d395ba4e9" providerId="ADAL" clId="{D531F470-C592-4016-B6E4-92691FE71882}" dt="2019-10-08T04:22:00.288" v="13456" actId="14100"/>
          <ac:spMkLst>
            <pc:docMk/>
            <pc:sldMk cId="0" sldId="510"/>
            <ac:spMk id="59404" creationId="{00000000-0000-0000-0000-000000000000}"/>
          </ac:spMkLst>
        </pc:spChg>
        <pc:spChg chg="mod">
          <ac:chgData name="Nguyen Duc Tien" userId="1d425f06-52f5-490b-9f00-5a0d395ba4e9" providerId="ADAL" clId="{D531F470-C592-4016-B6E4-92691FE71882}" dt="2019-10-08T04:22:12.848" v="13457" actId="14100"/>
          <ac:spMkLst>
            <pc:docMk/>
            <pc:sldMk cId="0" sldId="510"/>
            <ac:spMk id="59405" creationId="{00000000-0000-0000-0000-000000000000}"/>
          </ac:spMkLst>
        </pc:spChg>
        <pc:spChg chg="mod">
          <ac:chgData name="Nguyen Duc Tien" userId="1d425f06-52f5-490b-9f00-5a0d395ba4e9" providerId="ADAL" clId="{D531F470-C592-4016-B6E4-92691FE71882}" dt="2019-10-08T04:26:52.939" v="14251" actId="113"/>
          <ac:spMkLst>
            <pc:docMk/>
            <pc:sldMk cId="0" sldId="510"/>
            <ac:spMk id="59408" creationId="{00000000-0000-0000-0000-000000000000}"/>
          </ac:spMkLst>
        </pc:spChg>
        <pc:spChg chg="mod">
          <ac:chgData name="Nguyen Duc Tien" userId="1d425f06-52f5-490b-9f00-5a0d395ba4e9" providerId="ADAL" clId="{D531F470-C592-4016-B6E4-92691FE71882}" dt="2019-10-08T04:22:23.196" v="13503" actId="2711"/>
          <ac:spMkLst>
            <pc:docMk/>
            <pc:sldMk cId="0" sldId="510"/>
            <ac:spMk id="59409" creationId="{00000000-0000-0000-0000-000000000000}"/>
          </ac:spMkLst>
        </pc:spChg>
        <pc:graphicFrameChg chg="modGraphic">
          <ac:chgData name="Nguyen Duc Tien" userId="1d425f06-52f5-490b-9f00-5a0d395ba4e9" providerId="ADAL" clId="{D531F470-C592-4016-B6E4-92691FE71882}" dt="2019-10-08T04:23:25.087" v="13729" actId="20577"/>
          <ac:graphicFrameMkLst>
            <pc:docMk/>
            <pc:sldMk cId="0" sldId="510"/>
            <ac:graphicFrameMk id="350370" creationId="{00000000-0000-0000-0000-000000000000}"/>
          </ac:graphicFrameMkLst>
        </pc:graphicFrameChg>
      </pc:sldChg>
      <pc:sldChg chg="addSp modSp modNotesTx">
        <pc:chgData name="Nguyen Duc Tien" userId="1d425f06-52f5-490b-9f00-5a0d395ba4e9" providerId="ADAL" clId="{D531F470-C592-4016-B6E4-92691FE71882}" dt="2019-10-08T06:30:18.757" v="17056" actId="20577"/>
        <pc:sldMkLst>
          <pc:docMk/>
          <pc:sldMk cId="0" sldId="601"/>
        </pc:sldMkLst>
        <pc:spChg chg="mod">
          <ac:chgData name="Nguyen Duc Tien" userId="1d425f06-52f5-490b-9f00-5a0d395ba4e9" providerId="ADAL" clId="{D531F470-C592-4016-B6E4-92691FE71882}" dt="2019-10-08T06:26:45.544" v="16541" actId="6549"/>
          <ac:spMkLst>
            <pc:docMk/>
            <pc:sldMk cId="0" sldId="601"/>
            <ac:spMk id="61443" creationId="{00000000-0000-0000-0000-000000000000}"/>
          </ac:spMkLst>
        </pc:spChg>
        <pc:graphicFrameChg chg="add mod">
          <ac:chgData name="Nguyen Duc Tien" userId="1d425f06-52f5-490b-9f00-5a0d395ba4e9" providerId="ADAL" clId="{D531F470-C592-4016-B6E4-92691FE71882}" dt="2019-10-08T06:27:38.091" v="16559" actId="12269"/>
          <ac:graphicFrameMkLst>
            <pc:docMk/>
            <pc:sldMk cId="0" sldId="601"/>
            <ac:graphicFrameMk id="2" creationId="{12EB7C97-B0DD-4354-8C3C-0B246D2A1C6E}"/>
          </ac:graphicFrameMkLst>
        </pc:graphicFrameChg>
      </pc:sldChg>
      <pc:sldChg chg="modSp modNotesTx">
        <pc:chgData name="Nguyen Duc Tien" userId="1d425f06-52f5-490b-9f00-5a0d395ba4e9" providerId="ADAL" clId="{D531F470-C592-4016-B6E4-92691FE71882}" dt="2019-10-15T02:01:56.472" v="18585" actId="20577"/>
        <pc:sldMkLst>
          <pc:docMk/>
          <pc:sldMk cId="0" sldId="602"/>
        </pc:sldMkLst>
        <pc:spChg chg="mod">
          <ac:chgData name="Nguyen Duc Tien" userId="1d425f06-52f5-490b-9f00-5a0d395ba4e9" providerId="ADAL" clId="{D531F470-C592-4016-B6E4-92691FE71882}" dt="2019-10-08T06:32:07.332" v="17223" actId="20577"/>
          <ac:spMkLst>
            <pc:docMk/>
            <pc:sldMk cId="0" sldId="602"/>
            <ac:spMk id="62466" creationId="{00000000-0000-0000-0000-000000000000}"/>
          </ac:spMkLst>
        </pc:spChg>
        <pc:spChg chg="mod">
          <ac:chgData name="Nguyen Duc Tien" userId="1d425f06-52f5-490b-9f00-5a0d395ba4e9" providerId="ADAL" clId="{D531F470-C592-4016-B6E4-92691FE71882}" dt="2019-10-08T06:37:00.124" v="18045" actId="20577"/>
          <ac:spMkLst>
            <pc:docMk/>
            <pc:sldMk cId="0" sldId="602"/>
            <ac:spMk id="62467" creationId="{00000000-0000-0000-0000-000000000000}"/>
          </ac:spMkLst>
        </pc:spChg>
      </pc:sldChg>
      <pc:sldChg chg="modSp">
        <pc:chgData name="Nguyen Duc Tien" userId="1d425f06-52f5-490b-9f00-5a0d395ba4e9" providerId="ADAL" clId="{D531F470-C592-4016-B6E4-92691FE71882}" dt="2019-10-22T05:24:33.668" v="31888" actId="20577"/>
        <pc:sldMkLst>
          <pc:docMk/>
          <pc:sldMk cId="0" sldId="611"/>
        </pc:sldMkLst>
        <pc:spChg chg="mod">
          <ac:chgData name="Nguyen Duc Tien" userId="1d425f06-52f5-490b-9f00-5a0d395ba4e9" providerId="ADAL" clId="{D531F470-C592-4016-B6E4-92691FE71882}" dt="2019-10-22T05:23:00.934" v="31602" actId="20577"/>
          <ac:spMkLst>
            <pc:docMk/>
            <pc:sldMk cId="0" sldId="611"/>
            <ac:spMk id="83970" creationId="{00000000-0000-0000-0000-000000000000}"/>
          </ac:spMkLst>
        </pc:spChg>
        <pc:graphicFrameChg chg="modGraphic">
          <ac:chgData name="Nguyen Duc Tien" userId="1d425f06-52f5-490b-9f00-5a0d395ba4e9" providerId="ADAL" clId="{D531F470-C592-4016-B6E4-92691FE71882}" dt="2019-10-22T05:24:33.668" v="31888" actId="20577"/>
          <ac:graphicFrameMkLst>
            <pc:docMk/>
            <pc:sldMk cId="0" sldId="611"/>
            <ac:graphicFrameMk id="334938" creationId="{00000000-0000-0000-0000-000000000000}"/>
          </ac:graphicFrameMkLst>
        </pc:graphicFrameChg>
      </pc:sldChg>
      <pc:sldChg chg="modSp">
        <pc:chgData name="Nguyen Duc Tien" userId="1d425f06-52f5-490b-9f00-5a0d395ba4e9" providerId="ADAL" clId="{D531F470-C592-4016-B6E4-92691FE71882}" dt="2019-11-05T03:46:01.226" v="38559" actId="20577"/>
        <pc:sldMkLst>
          <pc:docMk/>
          <pc:sldMk cId="0" sldId="612"/>
        </pc:sldMkLst>
        <pc:spChg chg="mod">
          <ac:chgData name="Nguyen Duc Tien" userId="1d425f06-52f5-490b-9f00-5a0d395ba4e9" providerId="ADAL" clId="{D531F470-C592-4016-B6E4-92691FE71882}" dt="2019-10-22T05:24:42.758" v="31905" actId="20577"/>
          <ac:spMkLst>
            <pc:docMk/>
            <pc:sldMk cId="0" sldId="612"/>
            <ac:spMk id="84994" creationId="{00000000-0000-0000-0000-000000000000}"/>
          </ac:spMkLst>
        </pc:spChg>
        <pc:spChg chg="mod">
          <ac:chgData name="Nguyen Duc Tien" userId="1d425f06-52f5-490b-9f00-5a0d395ba4e9" providerId="ADAL" clId="{D531F470-C592-4016-B6E4-92691FE71882}" dt="2019-10-22T05:25:46.970" v="32035" actId="20577"/>
          <ac:spMkLst>
            <pc:docMk/>
            <pc:sldMk cId="0" sldId="612"/>
            <ac:spMk id="85009" creationId="{00000000-0000-0000-0000-000000000000}"/>
          </ac:spMkLst>
        </pc:spChg>
        <pc:graphicFrameChg chg="modGraphic">
          <ac:chgData name="Nguyen Duc Tien" userId="1d425f06-52f5-490b-9f00-5a0d395ba4e9" providerId="ADAL" clId="{D531F470-C592-4016-B6E4-92691FE71882}" dt="2019-11-05T03:46:01.226" v="38559" actId="20577"/>
          <ac:graphicFrameMkLst>
            <pc:docMk/>
            <pc:sldMk cId="0" sldId="612"/>
            <ac:graphicFrameMk id="337952" creationId="{00000000-0000-0000-0000-000000000000}"/>
          </ac:graphicFrameMkLst>
        </pc:graphicFrameChg>
      </pc:sldChg>
      <pc:sldChg chg="modSp">
        <pc:chgData name="Nguyen Duc Tien" userId="1d425f06-52f5-490b-9f00-5a0d395ba4e9" providerId="ADAL" clId="{D531F470-C592-4016-B6E4-92691FE71882}" dt="2019-10-22T04:50:36.626" v="29422" actId="20577"/>
        <pc:sldMkLst>
          <pc:docMk/>
          <pc:sldMk cId="0" sldId="613"/>
        </pc:sldMkLst>
        <pc:spChg chg="mod">
          <ac:chgData name="Nguyen Duc Tien" userId="1d425f06-52f5-490b-9f00-5a0d395ba4e9" providerId="ADAL" clId="{D531F470-C592-4016-B6E4-92691FE71882}" dt="2019-10-22T04:50:36.626" v="29422" actId="20577"/>
          <ac:spMkLst>
            <pc:docMk/>
            <pc:sldMk cId="0" sldId="613"/>
            <ac:spMk id="77826" creationId="{00000000-0000-0000-0000-000000000000}"/>
          </ac:spMkLst>
        </pc:spChg>
      </pc:sldChg>
      <pc:sldChg chg="modSp modNotesTx">
        <pc:chgData name="Nguyen Duc Tien" userId="1d425f06-52f5-490b-9f00-5a0d395ba4e9" providerId="ADAL" clId="{D531F470-C592-4016-B6E4-92691FE71882}" dt="2019-10-08T06:03:20.008" v="15636"/>
        <pc:sldMkLst>
          <pc:docMk/>
          <pc:sldMk cId="0" sldId="644"/>
        </pc:sldMkLst>
        <pc:spChg chg="mod">
          <ac:chgData name="Nguyen Duc Tien" userId="1d425f06-52f5-490b-9f00-5a0d395ba4e9" providerId="ADAL" clId="{D531F470-C592-4016-B6E4-92691FE71882}" dt="2019-10-07T14:02:19.721" v="1840" actId="20577"/>
          <ac:spMkLst>
            <pc:docMk/>
            <pc:sldMk cId="0" sldId="644"/>
            <ac:spMk id="49154" creationId="{00000000-0000-0000-0000-000000000000}"/>
          </ac:spMkLst>
        </pc:spChg>
        <pc:spChg chg="mod">
          <ac:chgData name="Nguyen Duc Tien" userId="1d425f06-52f5-490b-9f00-5a0d395ba4e9" providerId="ADAL" clId="{D531F470-C592-4016-B6E4-92691FE71882}" dt="2019-10-08T06:03:20.008" v="15636"/>
          <ac:spMkLst>
            <pc:docMk/>
            <pc:sldMk cId="0" sldId="644"/>
            <ac:spMk id="49155" creationId="{00000000-0000-0000-0000-000000000000}"/>
          </ac:spMkLst>
        </pc:spChg>
      </pc:sldChg>
      <pc:sldChg chg="modSp modNotesTx">
        <pc:chgData name="Nguyen Duc Tien" userId="1d425f06-52f5-490b-9f00-5a0d395ba4e9" providerId="ADAL" clId="{D531F470-C592-4016-B6E4-92691FE71882}" dt="2019-10-08T03:06:36.084" v="6257" actId="114"/>
        <pc:sldMkLst>
          <pc:docMk/>
          <pc:sldMk cId="0" sldId="646"/>
        </pc:sldMkLst>
        <pc:spChg chg="mod">
          <ac:chgData name="Nguyen Duc Tien" userId="1d425f06-52f5-490b-9f00-5a0d395ba4e9" providerId="ADAL" clId="{D531F470-C592-4016-B6E4-92691FE71882}" dt="2019-10-08T02:56:42.586" v="4235" actId="20577"/>
          <ac:spMkLst>
            <pc:docMk/>
            <pc:sldMk cId="0" sldId="646"/>
            <ac:spMk id="50178" creationId="{00000000-0000-0000-0000-000000000000}"/>
          </ac:spMkLst>
        </pc:spChg>
        <pc:spChg chg="mod">
          <ac:chgData name="Nguyen Duc Tien" userId="1d425f06-52f5-490b-9f00-5a0d395ba4e9" providerId="ADAL" clId="{D531F470-C592-4016-B6E4-92691FE71882}" dt="2019-10-08T03:06:36.084" v="6257" actId="114"/>
          <ac:spMkLst>
            <pc:docMk/>
            <pc:sldMk cId="0" sldId="646"/>
            <ac:spMk id="50179" creationId="{00000000-0000-0000-0000-000000000000}"/>
          </ac:spMkLst>
        </pc:spChg>
      </pc:sldChg>
      <pc:sldChg chg="modSp">
        <pc:chgData name="Nguyen Duc Tien" userId="1d425f06-52f5-490b-9f00-5a0d395ba4e9" providerId="ADAL" clId="{D531F470-C592-4016-B6E4-92691FE71882}" dt="2019-10-08T03:30:31.238" v="7725" actId="20577"/>
        <pc:sldMkLst>
          <pc:docMk/>
          <pc:sldMk cId="0" sldId="648"/>
        </pc:sldMkLst>
        <pc:spChg chg="mod">
          <ac:chgData name="Nguyen Duc Tien" userId="1d425f06-52f5-490b-9f00-5a0d395ba4e9" providerId="ADAL" clId="{D531F470-C592-4016-B6E4-92691FE71882}" dt="2019-10-08T03:07:17.574" v="6293" actId="20577"/>
          <ac:spMkLst>
            <pc:docMk/>
            <pc:sldMk cId="0" sldId="648"/>
            <ac:spMk id="51202" creationId="{00000000-0000-0000-0000-000000000000}"/>
          </ac:spMkLst>
        </pc:spChg>
        <pc:spChg chg="mod">
          <ac:chgData name="Nguyen Duc Tien" userId="1d425f06-52f5-490b-9f00-5a0d395ba4e9" providerId="ADAL" clId="{D531F470-C592-4016-B6E4-92691FE71882}" dt="2019-10-08T03:30:31.238" v="7725" actId="20577"/>
          <ac:spMkLst>
            <pc:docMk/>
            <pc:sldMk cId="0" sldId="648"/>
            <ac:spMk id="51203" creationId="{00000000-0000-0000-0000-000000000000}"/>
          </ac:spMkLst>
        </pc:spChg>
      </pc:sldChg>
      <pc:sldChg chg="modSp modNotesTx">
        <pc:chgData name="Nguyen Duc Tien" userId="1d425f06-52f5-490b-9f00-5a0d395ba4e9" providerId="ADAL" clId="{D531F470-C592-4016-B6E4-92691FE71882}" dt="2019-10-15T05:14:15.430" v="25840" actId="20577"/>
        <pc:sldMkLst>
          <pc:docMk/>
          <pc:sldMk cId="0" sldId="650"/>
        </pc:sldMkLst>
        <pc:spChg chg="mod">
          <ac:chgData name="Nguyen Duc Tien" userId="1d425f06-52f5-490b-9f00-5a0d395ba4e9" providerId="ADAL" clId="{D531F470-C592-4016-B6E4-92691FE71882}" dt="2019-10-15T05:13:01.887" v="25621" actId="20577"/>
          <ac:spMkLst>
            <pc:docMk/>
            <pc:sldMk cId="0" sldId="650"/>
            <ac:spMk id="71683" creationId="{00000000-0000-0000-0000-000000000000}"/>
          </ac:spMkLst>
        </pc:spChg>
        <pc:spChg chg="mod">
          <ac:chgData name="Nguyen Duc Tien" userId="1d425f06-52f5-490b-9f00-5a0d395ba4e9" providerId="ADAL" clId="{D531F470-C592-4016-B6E4-92691FE71882}" dt="2019-10-15T05:13:47.696" v="25690" actId="6549"/>
          <ac:spMkLst>
            <pc:docMk/>
            <pc:sldMk cId="0" sldId="650"/>
            <ac:spMk id="71695" creationId="{00000000-0000-0000-0000-000000000000}"/>
          </ac:spMkLst>
        </pc:spChg>
        <pc:spChg chg="mod">
          <ac:chgData name="Nguyen Duc Tien" userId="1d425f06-52f5-490b-9f00-5a0d395ba4e9" providerId="ADAL" clId="{D531F470-C592-4016-B6E4-92691FE71882}" dt="2019-10-15T05:13:57.273" v="25743" actId="20577"/>
          <ac:spMkLst>
            <pc:docMk/>
            <pc:sldMk cId="0" sldId="650"/>
            <ac:spMk id="71702" creationId="{00000000-0000-0000-0000-000000000000}"/>
          </ac:spMkLst>
        </pc:spChg>
      </pc:sldChg>
      <pc:sldChg chg="modSp modNotesTx">
        <pc:chgData name="Nguyen Duc Tien" userId="1d425f06-52f5-490b-9f00-5a0d395ba4e9" providerId="ADAL" clId="{D531F470-C592-4016-B6E4-92691FE71882}" dt="2019-10-25T04:52:15.501" v="35503" actId="20577"/>
        <pc:sldMkLst>
          <pc:docMk/>
          <pc:sldMk cId="0" sldId="655"/>
        </pc:sldMkLst>
        <pc:spChg chg="mod">
          <ac:chgData name="Nguyen Duc Tien" userId="1d425f06-52f5-490b-9f00-5a0d395ba4e9" providerId="ADAL" clId="{D531F470-C592-4016-B6E4-92691FE71882}" dt="2019-10-25T04:49:01.562" v="34872" actId="20577"/>
          <ac:spMkLst>
            <pc:docMk/>
            <pc:sldMk cId="0" sldId="655"/>
            <ac:spMk id="82946" creationId="{00000000-0000-0000-0000-000000000000}"/>
          </ac:spMkLst>
        </pc:spChg>
        <pc:spChg chg="mod">
          <ac:chgData name="Nguyen Duc Tien" userId="1d425f06-52f5-490b-9f00-5a0d395ba4e9" providerId="ADAL" clId="{D531F470-C592-4016-B6E4-92691FE71882}" dt="2019-10-22T05:16:25.658" v="30958" actId="404"/>
          <ac:spMkLst>
            <pc:docMk/>
            <pc:sldMk cId="0" sldId="655"/>
            <ac:spMk id="82947" creationId="{00000000-0000-0000-0000-000000000000}"/>
          </ac:spMkLst>
        </pc:spChg>
        <pc:spChg chg="mod">
          <ac:chgData name="Nguyen Duc Tien" userId="1d425f06-52f5-490b-9f00-5a0d395ba4e9" providerId="ADAL" clId="{D531F470-C592-4016-B6E4-92691FE71882}" dt="2019-10-22T05:17:06.189" v="30984" actId="20577"/>
          <ac:spMkLst>
            <pc:docMk/>
            <pc:sldMk cId="0" sldId="655"/>
            <ac:spMk id="82948" creationId="{00000000-0000-0000-0000-000000000000}"/>
          </ac:spMkLst>
        </pc:spChg>
        <pc:spChg chg="mod">
          <ac:chgData name="Nguyen Duc Tien" userId="1d425f06-52f5-490b-9f00-5a0d395ba4e9" providerId="ADAL" clId="{D531F470-C592-4016-B6E4-92691FE71882}" dt="2019-10-22T05:17:12.679" v="31016" actId="20577"/>
          <ac:spMkLst>
            <pc:docMk/>
            <pc:sldMk cId="0" sldId="655"/>
            <ac:spMk id="82949" creationId="{00000000-0000-0000-0000-000000000000}"/>
          </ac:spMkLst>
        </pc:spChg>
        <pc:spChg chg="mod">
          <ac:chgData name="Nguyen Duc Tien" userId="1d425f06-52f5-490b-9f00-5a0d395ba4e9" providerId="ADAL" clId="{D531F470-C592-4016-B6E4-92691FE71882}" dt="2019-10-22T05:17:18.449" v="31035" actId="20577"/>
          <ac:spMkLst>
            <pc:docMk/>
            <pc:sldMk cId="0" sldId="655"/>
            <ac:spMk id="82950" creationId="{00000000-0000-0000-0000-000000000000}"/>
          </ac:spMkLst>
        </pc:spChg>
        <pc:spChg chg="mod">
          <ac:chgData name="Nguyen Duc Tien" userId="1d425f06-52f5-490b-9f00-5a0d395ba4e9" providerId="ADAL" clId="{D531F470-C592-4016-B6E4-92691FE71882}" dt="2019-10-22T05:17:00.576" v="30963" actId="1035"/>
          <ac:spMkLst>
            <pc:docMk/>
            <pc:sldMk cId="0" sldId="655"/>
            <ac:spMk id="82951" creationId="{00000000-0000-0000-0000-000000000000}"/>
          </ac:spMkLst>
        </pc:spChg>
        <pc:spChg chg="mod">
          <ac:chgData name="Nguyen Duc Tien" userId="1d425f06-52f5-490b-9f00-5a0d395ba4e9" providerId="ADAL" clId="{D531F470-C592-4016-B6E4-92691FE71882}" dt="2019-10-22T05:17:00.576" v="30963" actId="1035"/>
          <ac:spMkLst>
            <pc:docMk/>
            <pc:sldMk cId="0" sldId="655"/>
            <ac:spMk id="82952" creationId="{00000000-0000-0000-0000-000000000000}"/>
          </ac:spMkLst>
        </pc:spChg>
        <pc:spChg chg="mod">
          <ac:chgData name="Nguyen Duc Tien" userId="1d425f06-52f5-490b-9f00-5a0d395ba4e9" providerId="ADAL" clId="{D531F470-C592-4016-B6E4-92691FE71882}" dt="2019-10-22T05:17:00.576" v="30963" actId="1035"/>
          <ac:spMkLst>
            <pc:docMk/>
            <pc:sldMk cId="0" sldId="655"/>
            <ac:spMk id="82953" creationId="{00000000-0000-0000-0000-000000000000}"/>
          </ac:spMkLst>
        </pc:spChg>
        <pc:spChg chg="mod">
          <ac:chgData name="Nguyen Duc Tien" userId="1d425f06-52f5-490b-9f00-5a0d395ba4e9" providerId="ADAL" clId="{D531F470-C592-4016-B6E4-92691FE71882}" dt="2019-10-22T05:17:00.576" v="30963" actId="1035"/>
          <ac:spMkLst>
            <pc:docMk/>
            <pc:sldMk cId="0" sldId="655"/>
            <ac:spMk id="82954" creationId="{00000000-0000-0000-0000-000000000000}"/>
          </ac:spMkLst>
        </pc:spChg>
        <pc:spChg chg="mod">
          <ac:chgData name="Nguyen Duc Tien" userId="1d425f06-52f5-490b-9f00-5a0d395ba4e9" providerId="ADAL" clId="{D531F470-C592-4016-B6E4-92691FE71882}" dt="2019-10-22T05:21:13.195" v="31255" actId="20577"/>
          <ac:spMkLst>
            <pc:docMk/>
            <pc:sldMk cId="0" sldId="655"/>
            <ac:spMk id="82955" creationId="{00000000-0000-0000-0000-000000000000}"/>
          </ac:spMkLst>
        </pc:spChg>
        <pc:spChg chg="mod">
          <ac:chgData name="Nguyen Duc Tien" userId="1d425f06-52f5-490b-9f00-5a0d395ba4e9" providerId="ADAL" clId="{D531F470-C592-4016-B6E4-92691FE71882}" dt="2019-10-22T05:22:16.665" v="31428" actId="20577"/>
          <ac:spMkLst>
            <pc:docMk/>
            <pc:sldMk cId="0" sldId="655"/>
            <ac:spMk id="82956" creationId="{00000000-0000-0000-0000-000000000000}"/>
          </ac:spMkLst>
        </pc:spChg>
        <pc:spChg chg="mod">
          <ac:chgData name="Nguyen Duc Tien" userId="1d425f06-52f5-490b-9f00-5a0d395ba4e9" providerId="ADAL" clId="{D531F470-C592-4016-B6E4-92691FE71882}" dt="2019-10-22T05:22:22.828" v="31430" actId="1076"/>
          <ac:spMkLst>
            <pc:docMk/>
            <pc:sldMk cId="0" sldId="655"/>
            <ac:spMk id="82957" creationId="{00000000-0000-0000-0000-000000000000}"/>
          </ac:spMkLst>
        </pc:spChg>
        <pc:spChg chg="mod">
          <ac:chgData name="Nguyen Duc Tien" userId="1d425f06-52f5-490b-9f00-5a0d395ba4e9" providerId="ADAL" clId="{D531F470-C592-4016-B6E4-92691FE71882}" dt="2019-10-22T05:22:44.690" v="31537" actId="20577"/>
          <ac:spMkLst>
            <pc:docMk/>
            <pc:sldMk cId="0" sldId="655"/>
            <ac:spMk id="82958" creationId="{00000000-0000-0000-0000-000000000000}"/>
          </ac:spMkLst>
        </pc:spChg>
        <pc:picChg chg="mod">
          <ac:chgData name="Nguyen Duc Tien" userId="1d425f06-52f5-490b-9f00-5a0d395ba4e9" providerId="ADAL" clId="{D531F470-C592-4016-B6E4-92691FE71882}" dt="2019-10-22T05:22:26.045" v="31431" actId="1076"/>
          <ac:picMkLst>
            <pc:docMk/>
            <pc:sldMk cId="0" sldId="655"/>
            <ac:picMk id="82959" creationId="{00000000-0000-0000-0000-000000000000}"/>
          </ac:picMkLst>
        </pc:picChg>
        <pc:picChg chg="mod">
          <ac:chgData name="Nguyen Duc Tien" userId="1d425f06-52f5-490b-9f00-5a0d395ba4e9" providerId="ADAL" clId="{D531F470-C592-4016-B6E4-92691FE71882}" dt="2019-10-22T05:21:42.305" v="31358" actId="1076"/>
          <ac:picMkLst>
            <pc:docMk/>
            <pc:sldMk cId="0" sldId="655"/>
            <ac:picMk id="82960" creationId="{00000000-0000-0000-0000-000000000000}"/>
          </ac:picMkLst>
        </pc:picChg>
        <pc:picChg chg="mod">
          <ac:chgData name="Nguyen Duc Tien" userId="1d425f06-52f5-490b-9f00-5a0d395ba4e9" providerId="ADAL" clId="{D531F470-C592-4016-B6E4-92691FE71882}" dt="2019-10-22T05:22:19.230" v="31429" actId="1076"/>
          <ac:picMkLst>
            <pc:docMk/>
            <pc:sldMk cId="0" sldId="655"/>
            <ac:picMk id="82961" creationId="{00000000-0000-0000-0000-000000000000}"/>
          </ac:picMkLst>
        </pc:picChg>
        <pc:picChg chg="mod">
          <ac:chgData name="Nguyen Duc Tien" userId="1d425f06-52f5-490b-9f00-5a0d395ba4e9" providerId="ADAL" clId="{D531F470-C592-4016-B6E4-92691FE71882}" dt="2019-10-22T05:22:09.931" v="31393" actId="1076"/>
          <ac:picMkLst>
            <pc:docMk/>
            <pc:sldMk cId="0" sldId="655"/>
            <ac:picMk id="82962" creationId="{00000000-0000-0000-0000-000000000000}"/>
          </ac:picMkLst>
        </pc:picChg>
      </pc:sldChg>
      <pc:sldChg chg="modSp modNotesTx">
        <pc:chgData name="Nguyen Duc Tien" userId="1d425f06-52f5-490b-9f00-5a0d395ba4e9" providerId="ADAL" clId="{D531F470-C592-4016-B6E4-92691FE71882}" dt="2019-10-08T04:09:02.498" v="11682" actId="14100"/>
        <pc:sldMkLst>
          <pc:docMk/>
          <pc:sldMk cId="0" sldId="660"/>
        </pc:sldMkLst>
        <pc:spChg chg="mod">
          <ac:chgData name="Nguyen Duc Tien" userId="1d425f06-52f5-490b-9f00-5a0d395ba4e9" providerId="ADAL" clId="{D531F470-C592-4016-B6E4-92691FE71882}" dt="2019-10-08T04:05:47.918" v="11230" actId="20577"/>
          <ac:spMkLst>
            <pc:docMk/>
            <pc:sldMk cId="0" sldId="660"/>
            <ac:spMk id="56340" creationId="{00000000-0000-0000-0000-000000000000}"/>
          </ac:spMkLst>
        </pc:spChg>
        <pc:spChg chg="mod">
          <ac:chgData name="Nguyen Duc Tien" userId="1d425f06-52f5-490b-9f00-5a0d395ba4e9" providerId="ADAL" clId="{D531F470-C592-4016-B6E4-92691FE71882}" dt="2019-10-08T04:09:02.498" v="11682" actId="14100"/>
          <ac:spMkLst>
            <pc:docMk/>
            <pc:sldMk cId="0" sldId="660"/>
            <ac:spMk id="56341" creationId="{00000000-0000-0000-0000-000000000000}"/>
          </ac:spMkLst>
        </pc:spChg>
        <pc:spChg chg="mod">
          <ac:chgData name="Nguyen Duc Tien" userId="1d425f06-52f5-490b-9f00-5a0d395ba4e9" providerId="ADAL" clId="{D531F470-C592-4016-B6E4-92691FE71882}" dt="2019-10-08T03:59:58.778" v="10243" actId="20577"/>
          <ac:spMkLst>
            <pc:docMk/>
            <pc:sldMk cId="0" sldId="660"/>
            <ac:spMk id="56358" creationId="{00000000-0000-0000-0000-000000000000}"/>
          </ac:spMkLst>
        </pc:spChg>
      </pc:sldChg>
      <pc:sldChg chg="modSp">
        <pc:chgData name="Nguyen Duc Tien" userId="1d425f06-52f5-490b-9f00-5a0d395ba4e9" providerId="ADAL" clId="{D531F470-C592-4016-B6E4-92691FE71882}" dt="2019-10-22T04:51:48.715" v="29577" actId="20577"/>
        <pc:sldMkLst>
          <pc:docMk/>
          <pc:sldMk cId="0" sldId="668"/>
        </pc:sldMkLst>
        <pc:spChg chg="mod">
          <ac:chgData name="Nguyen Duc Tien" userId="1d425f06-52f5-490b-9f00-5a0d395ba4e9" providerId="ADAL" clId="{D531F470-C592-4016-B6E4-92691FE71882}" dt="2019-10-22T04:51:48.715" v="29577" actId="20577"/>
          <ac:spMkLst>
            <pc:docMk/>
            <pc:sldMk cId="0" sldId="668"/>
            <ac:spMk id="78850" creationId="{00000000-0000-0000-0000-000000000000}"/>
          </ac:spMkLst>
        </pc:spChg>
      </pc:sldChg>
      <pc:sldChg chg="addSp delSp modSp add modNotesTx">
        <pc:chgData name="Nguyen Duc Tien" userId="1d425f06-52f5-490b-9f00-5a0d395ba4e9" providerId="ADAL" clId="{D531F470-C592-4016-B6E4-92691FE71882}" dt="2019-10-08T02:55:26.070" v="4136" actId="20577"/>
        <pc:sldMkLst>
          <pc:docMk/>
          <pc:sldMk cId="2374598639" sldId="686"/>
        </pc:sldMkLst>
        <pc:spChg chg="add del">
          <ac:chgData name="Nguyen Duc Tien" userId="1d425f06-52f5-490b-9f00-5a0d395ba4e9" providerId="ADAL" clId="{D531F470-C592-4016-B6E4-92691FE71882}" dt="2019-10-07T16:33:32.377" v="3194"/>
          <ac:spMkLst>
            <pc:docMk/>
            <pc:sldMk cId="2374598639" sldId="686"/>
            <ac:spMk id="2" creationId="{F1C611E8-A839-4BBB-B9C0-44F905674597}"/>
          </ac:spMkLst>
        </pc:spChg>
        <pc:spChg chg="add mod">
          <ac:chgData name="Nguyen Duc Tien" userId="1d425f06-52f5-490b-9f00-5a0d395ba4e9" providerId="ADAL" clId="{D531F470-C592-4016-B6E4-92691FE71882}" dt="2019-10-08T02:50:22.438" v="3858" actId="113"/>
          <ac:spMkLst>
            <pc:docMk/>
            <pc:sldMk cId="2374598639" sldId="686"/>
            <ac:spMk id="3" creationId="{C068161C-3A39-4F6C-93BC-6A2F6318324E}"/>
          </ac:spMkLst>
        </pc:spChg>
        <pc:spChg chg="add mod">
          <ac:chgData name="Nguyen Duc Tien" userId="1d425f06-52f5-490b-9f00-5a0d395ba4e9" providerId="ADAL" clId="{D531F470-C592-4016-B6E4-92691FE71882}" dt="2019-10-08T02:53:44.571" v="3963" actId="1076"/>
          <ac:spMkLst>
            <pc:docMk/>
            <pc:sldMk cId="2374598639" sldId="686"/>
            <ac:spMk id="4" creationId="{58416544-8233-4892-9914-4A3F06841D77}"/>
          </ac:spMkLst>
        </pc:spChg>
        <pc:spChg chg="add mod">
          <ac:chgData name="Nguyen Duc Tien" userId="1d425f06-52f5-490b-9f00-5a0d395ba4e9" providerId="ADAL" clId="{D531F470-C592-4016-B6E4-92691FE71882}" dt="2019-10-07T16:43:17.843" v="3768" actId="1035"/>
          <ac:spMkLst>
            <pc:docMk/>
            <pc:sldMk cId="2374598639" sldId="686"/>
            <ac:spMk id="5" creationId="{1BD03940-71FD-486B-8CC1-D5C382A2BA76}"/>
          </ac:spMkLst>
        </pc:spChg>
        <pc:spChg chg="add mod">
          <ac:chgData name="Nguyen Duc Tien" userId="1d425f06-52f5-490b-9f00-5a0d395ba4e9" providerId="ADAL" clId="{D531F470-C592-4016-B6E4-92691FE71882}" dt="2019-10-08T02:53:29.350" v="3948" actId="1036"/>
          <ac:spMkLst>
            <pc:docMk/>
            <pc:sldMk cId="2374598639" sldId="686"/>
            <ac:spMk id="6" creationId="{1E5AB1A2-504E-4700-B12B-966416988C2B}"/>
          </ac:spMkLst>
        </pc:spChg>
        <pc:spChg chg="add mod">
          <ac:chgData name="Nguyen Duc Tien" userId="1d425f06-52f5-490b-9f00-5a0d395ba4e9" providerId="ADAL" clId="{D531F470-C592-4016-B6E4-92691FE71882}" dt="2019-10-08T02:55:26.070" v="4136" actId="20577"/>
          <ac:spMkLst>
            <pc:docMk/>
            <pc:sldMk cId="2374598639" sldId="686"/>
            <ac:spMk id="7" creationId="{DE96C45F-8F38-4E8F-9F68-13DE42E5AA94}"/>
          </ac:spMkLst>
        </pc:spChg>
        <pc:spChg chg="add mod">
          <ac:chgData name="Nguyen Duc Tien" userId="1d425f06-52f5-490b-9f00-5a0d395ba4e9" providerId="ADAL" clId="{D531F470-C592-4016-B6E4-92691FE71882}" dt="2019-10-08T02:53:33.682" v="3949" actId="1076"/>
          <ac:spMkLst>
            <pc:docMk/>
            <pc:sldMk cId="2374598639" sldId="686"/>
            <ac:spMk id="8" creationId="{391BC7C1-9A80-4077-894E-A5F2896DE6BB}"/>
          </ac:spMkLst>
        </pc:spChg>
        <pc:spChg chg="add mod">
          <ac:chgData name="Nguyen Duc Tien" userId="1d425f06-52f5-490b-9f00-5a0d395ba4e9" providerId="ADAL" clId="{D531F470-C592-4016-B6E4-92691FE71882}" dt="2019-10-08T02:53:41.591" v="3962" actId="20577"/>
          <ac:spMkLst>
            <pc:docMk/>
            <pc:sldMk cId="2374598639" sldId="686"/>
            <ac:spMk id="10" creationId="{8492F148-9FAD-4D8C-99FA-71A503EEF571}"/>
          </ac:spMkLst>
        </pc:spChg>
        <pc:picChg chg="add mod">
          <ac:chgData name="Nguyen Duc Tien" userId="1d425f06-52f5-490b-9f00-5a0d395ba4e9" providerId="ADAL" clId="{D531F470-C592-4016-B6E4-92691FE71882}" dt="2019-10-08T02:53:29.350" v="3948" actId="1036"/>
          <ac:picMkLst>
            <pc:docMk/>
            <pc:sldMk cId="2374598639" sldId="686"/>
            <ac:picMk id="2" creationId="{C116F2F2-3662-45EC-861B-B746065E4A33}"/>
          </ac:picMkLst>
        </pc:picChg>
        <pc:picChg chg="add mod">
          <ac:chgData name="Nguyen Duc Tien" userId="1d425f06-52f5-490b-9f00-5a0d395ba4e9" providerId="ADAL" clId="{D531F470-C592-4016-B6E4-92691FE71882}" dt="2019-10-08T02:53:29.350" v="3948" actId="1036"/>
          <ac:picMkLst>
            <pc:docMk/>
            <pc:sldMk cId="2374598639" sldId="686"/>
            <ac:picMk id="2050" creationId="{B57C23A7-2D2B-4BFE-AFBE-4FFDC63F87FA}"/>
          </ac:picMkLst>
        </pc:picChg>
      </pc:sldChg>
      <pc:sldChg chg="addSp modSp add">
        <pc:chgData name="Nguyen Duc Tien" userId="1d425f06-52f5-490b-9f00-5a0d395ba4e9" providerId="ADAL" clId="{D531F470-C592-4016-B6E4-92691FE71882}" dt="2019-10-08T03:24:46.077" v="7668" actId="1076"/>
        <pc:sldMkLst>
          <pc:docMk/>
          <pc:sldMk cId="392715402" sldId="687"/>
        </pc:sldMkLst>
        <pc:picChg chg="add mod">
          <ac:chgData name="Nguyen Duc Tien" userId="1d425f06-52f5-490b-9f00-5a0d395ba4e9" providerId="ADAL" clId="{D531F470-C592-4016-B6E4-92691FE71882}" dt="2019-10-08T03:24:46.077" v="7668" actId="1076"/>
          <ac:picMkLst>
            <pc:docMk/>
            <pc:sldMk cId="392715402" sldId="687"/>
            <ac:picMk id="2" creationId="{49B3BCC1-2FB1-4368-9429-A77842BC8638}"/>
          </ac:picMkLst>
        </pc:picChg>
      </pc:sldChg>
      <pc:sldChg chg="addSp delSp modSp add">
        <pc:chgData name="Nguyen Duc Tien" userId="1d425f06-52f5-490b-9f00-5a0d395ba4e9" providerId="ADAL" clId="{D531F470-C592-4016-B6E4-92691FE71882}" dt="2019-10-15T01:57:28.022" v="18071"/>
        <pc:sldMkLst>
          <pc:docMk/>
          <pc:sldMk cId="3233639819" sldId="688"/>
        </pc:sldMkLst>
        <pc:spChg chg="del">
          <ac:chgData name="Nguyen Duc Tien" userId="1d425f06-52f5-490b-9f00-5a0d395ba4e9" providerId="ADAL" clId="{D531F470-C592-4016-B6E4-92691FE71882}" dt="2019-10-08T04:38:03.729" v="15188" actId="478"/>
          <ac:spMkLst>
            <pc:docMk/>
            <pc:sldMk cId="3233639819" sldId="688"/>
            <ac:spMk id="2" creationId="{AEF38CED-37F8-4A6E-85E5-5AD14F027661}"/>
          </ac:spMkLst>
        </pc:spChg>
        <pc:spChg chg="del">
          <ac:chgData name="Nguyen Duc Tien" userId="1d425f06-52f5-490b-9f00-5a0d395ba4e9" providerId="ADAL" clId="{D531F470-C592-4016-B6E4-92691FE71882}" dt="2019-10-08T04:38:05.165" v="15189" actId="478"/>
          <ac:spMkLst>
            <pc:docMk/>
            <pc:sldMk cId="3233639819" sldId="688"/>
            <ac:spMk id="3" creationId="{EBCB5921-43AD-4BA5-A682-C4ACF08D41F8}"/>
          </ac:spMkLst>
        </pc:spChg>
        <pc:spChg chg="add mod">
          <ac:chgData name="Nguyen Duc Tien" userId="1d425f06-52f5-490b-9f00-5a0d395ba4e9" providerId="ADAL" clId="{D531F470-C592-4016-B6E4-92691FE71882}" dt="2019-10-08T04:44:00.760" v="15594" actId="20577"/>
          <ac:spMkLst>
            <pc:docMk/>
            <pc:sldMk cId="3233639819" sldId="688"/>
            <ac:spMk id="4" creationId="{4C0A6F98-FEC3-441F-B8D4-C178F5444905}"/>
          </ac:spMkLst>
        </pc:spChg>
        <pc:spChg chg="add del mod">
          <ac:chgData name="Nguyen Duc Tien" userId="1d425f06-52f5-490b-9f00-5a0d395ba4e9" providerId="ADAL" clId="{D531F470-C592-4016-B6E4-92691FE71882}" dt="2019-10-08T04:42:10.266" v="15442" actId="478"/>
          <ac:spMkLst>
            <pc:docMk/>
            <pc:sldMk cId="3233639819" sldId="688"/>
            <ac:spMk id="5" creationId="{F1863EC9-F4FE-44FE-993C-BFCF38AACB0C}"/>
          </ac:spMkLst>
        </pc:spChg>
        <pc:spChg chg="add mod">
          <ac:chgData name="Nguyen Duc Tien" userId="1d425f06-52f5-490b-9f00-5a0d395ba4e9" providerId="ADAL" clId="{D531F470-C592-4016-B6E4-92691FE71882}" dt="2019-10-08T04:44:14.848" v="15600" actId="1076"/>
          <ac:spMkLst>
            <pc:docMk/>
            <pc:sldMk cId="3233639819" sldId="688"/>
            <ac:spMk id="6" creationId="{3019763E-F494-454A-AB2A-854546653ABB}"/>
          </ac:spMkLst>
        </pc:spChg>
        <pc:spChg chg="add mod">
          <ac:chgData name="Nguyen Duc Tien" userId="1d425f06-52f5-490b-9f00-5a0d395ba4e9" providerId="ADAL" clId="{D531F470-C592-4016-B6E4-92691FE71882}" dt="2019-10-08T04:39:29.406" v="15360" actId="14100"/>
          <ac:spMkLst>
            <pc:docMk/>
            <pc:sldMk cId="3233639819" sldId="688"/>
            <ac:spMk id="7" creationId="{416EA66B-4136-45A2-8B70-16FBBE8C6BF4}"/>
          </ac:spMkLst>
        </pc:spChg>
        <pc:spChg chg="add mod">
          <ac:chgData name="Nguyen Duc Tien" userId="1d425f06-52f5-490b-9f00-5a0d395ba4e9" providerId="ADAL" clId="{D531F470-C592-4016-B6E4-92691FE71882}" dt="2019-10-08T04:39:47.178" v="15401" actId="14100"/>
          <ac:spMkLst>
            <pc:docMk/>
            <pc:sldMk cId="3233639819" sldId="688"/>
            <ac:spMk id="8" creationId="{00373041-1F93-46A1-8B39-61F1CD49416E}"/>
          </ac:spMkLst>
        </pc:spChg>
        <pc:spChg chg="add del mod">
          <ac:chgData name="Nguyen Duc Tien" userId="1d425f06-52f5-490b-9f00-5a0d395ba4e9" providerId="ADAL" clId="{D531F470-C592-4016-B6E4-92691FE71882}" dt="2019-10-08T04:43:22.592" v="15518" actId="478"/>
          <ac:spMkLst>
            <pc:docMk/>
            <pc:sldMk cId="3233639819" sldId="688"/>
            <ac:spMk id="10" creationId="{4671B5A2-1F3C-4418-9720-15631C7024FE}"/>
          </ac:spMkLst>
        </pc:spChg>
        <pc:spChg chg="add del mod">
          <ac:chgData name="Nguyen Duc Tien" userId="1d425f06-52f5-490b-9f00-5a0d395ba4e9" providerId="ADAL" clId="{D531F470-C592-4016-B6E4-92691FE71882}" dt="2019-10-08T04:44:22.230" v="15618" actId="478"/>
          <ac:spMkLst>
            <pc:docMk/>
            <pc:sldMk cId="3233639819" sldId="688"/>
            <ac:spMk id="11" creationId="{A382ADF3-091B-4203-93A8-272542B42823}"/>
          </ac:spMkLst>
        </pc:spChg>
        <pc:picChg chg="add mod">
          <ac:chgData name="Nguyen Duc Tien" userId="1d425f06-52f5-490b-9f00-5a0d395ba4e9" providerId="ADAL" clId="{D531F470-C592-4016-B6E4-92691FE71882}" dt="2019-10-15T01:57:28.022" v="18071"/>
          <ac:picMkLst>
            <pc:docMk/>
            <pc:sldMk cId="3233639819" sldId="688"/>
            <ac:picMk id="4098" creationId="{9AA28D58-278D-413A-8774-9FCD90DA213F}"/>
          </ac:picMkLst>
        </pc:picChg>
      </pc:sldChg>
      <pc:sldChg chg="addSp delSp modSp add">
        <pc:chgData name="Nguyen Duc Tien" userId="1d425f06-52f5-490b-9f00-5a0d395ba4e9" providerId="ADAL" clId="{D531F470-C592-4016-B6E4-92691FE71882}" dt="2019-10-08T06:31:42.538" v="17156" actId="1076"/>
        <pc:sldMkLst>
          <pc:docMk/>
          <pc:sldMk cId="191198380" sldId="689"/>
        </pc:sldMkLst>
        <pc:spChg chg="mod">
          <ac:chgData name="Nguyen Duc Tien" userId="1d425f06-52f5-490b-9f00-5a0d395ba4e9" providerId="ADAL" clId="{D531F470-C592-4016-B6E4-92691FE71882}" dt="2019-10-08T06:31:24.616" v="17093" actId="14100"/>
          <ac:spMkLst>
            <pc:docMk/>
            <pc:sldMk cId="191198380" sldId="689"/>
            <ac:spMk id="2" creationId="{FAC5FBB5-123D-432D-9B1B-4793B7272C46}"/>
          </ac:spMkLst>
        </pc:spChg>
        <pc:spChg chg="del mod">
          <ac:chgData name="Nguyen Duc Tien" userId="1d425f06-52f5-490b-9f00-5a0d395ba4e9" providerId="ADAL" clId="{D531F470-C592-4016-B6E4-92691FE71882}" dt="2019-10-08T06:30:45.429" v="17071" actId="478"/>
          <ac:spMkLst>
            <pc:docMk/>
            <pc:sldMk cId="191198380" sldId="689"/>
            <ac:spMk id="3" creationId="{26BFD645-D926-4FB6-AE5E-A7FC87E6E2AC}"/>
          </ac:spMkLst>
        </pc:spChg>
        <pc:spChg chg="add mod">
          <ac:chgData name="Nguyen Duc Tien" userId="1d425f06-52f5-490b-9f00-5a0d395ba4e9" providerId="ADAL" clId="{D531F470-C592-4016-B6E4-92691FE71882}" dt="2019-10-08T06:31:39.040" v="17155" actId="20577"/>
          <ac:spMkLst>
            <pc:docMk/>
            <pc:sldMk cId="191198380" sldId="689"/>
            <ac:spMk id="5" creationId="{0763EB9D-6511-42B4-BB82-9F170D7300FB}"/>
          </ac:spMkLst>
        </pc:spChg>
        <pc:graphicFrameChg chg="add mod">
          <ac:chgData name="Nguyen Duc Tien" userId="1d425f06-52f5-490b-9f00-5a0d395ba4e9" providerId="ADAL" clId="{D531F470-C592-4016-B6E4-92691FE71882}" dt="2019-10-08T06:31:42.538" v="17156" actId="1076"/>
          <ac:graphicFrameMkLst>
            <pc:docMk/>
            <pc:sldMk cId="191198380" sldId="689"/>
            <ac:graphicFrameMk id="4" creationId="{8E0EDA51-D932-4E5A-9A92-D3833612C519}"/>
          </ac:graphicFrameMkLst>
        </pc:graphicFrameChg>
      </pc:sldChg>
      <pc:sldChg chg="addSp delSp modSp add">
        <pc:chgData name="Nguyen Duc Tien" userId="1d425f06-52f5-490b-9f00-5a0d395ba4e9" providerId="ADAL" clId="{D531F470-C592-4016-B6E4-92691FE71882}" dt="2019-10-15T02:56:25.428" v="20712"/>
        <pc:sldMkLst>
          <pc:docMk/>
          <pc:sldMk cId="1208243378" sldId="690"/>
        </pc:sldMkLst>
        <pc:spChg chg="del">
          <ac:chgData name="Nguyen Duc Tien" userId="1d425f06-52f5-490b-9f00-5a0d395ba4e9" providerId="ADAL" clId="{D531F470-C592-4016-B6E4-92691FE71882}" dt="2019-10-15T02:54:03.432" v="20700" actId="478"/>
          <ac:spMkLst>
            <pc:docMk/>
            <pc:sldMk cId="1208243378" sldId="690"/>
            <ac:spMk id="2" creationId="{DCAA223A-76C6-433A-829D-891A4744E741}"/>
          </ac:spMkLst>
        </pc:spChg>
        <pc:spChg chg="del">
          <ac:chgData name="Nguyen Duc Tien" userId="1d425f06-52f5-490b-9f00-5a0d395ba4e9" providerId="ADAL" clId="{D531F470-C592-4016-B6E4-92691FE71882}" dt="2019-10-15T02:52:37.477" v="20686" actId="478"/>
          <ac:spMkLst>
            <pc:docMk/>
            <pc:sldMk cId="1208243378" sldId="690"/>
            <ac:spMk id="3" creationId="{8012C593-7301-4E30-B553-EB46A8AD6AA0}"/>
          </ac:spMkLst>
        </pc:spChg>
        <pc:graphicFrameChg chg="add del mod modGraphic">
          <ac:chgData name="Nguyen Duc Tien" userId="1d425f06-52f5-490b-9f00-5a0d395ba4e9" providerId="ADAL" clId="{D531F470-C592-4016-B6E4-92691FE71882}" dt="2019-10-15T02:53:13.943" v="20695" actId="478"/>
          <ac:graphicFrameMkLst>
            <pc:docMk/>
            <pc:sldMk cId="1208243378" sldId="690"/>
            <ac:graphicFrameMk id="4" creationId="{CDE68D42-159F-47B0-A4C2-5E290C5F6C3A}"/>
          </ac:graphicFrameMkLst>
        </pc:graphicFrameChg>
        <pc:graphicFrameChg chg="add del">
          <ac:chgData name="Nguyen Duc Tien" userId="1d425f06-52f5-490b-9f00-5a0d395ba4e9" providerId="ADAL" clId="{D531F470-C592-4016-B6E4-92691FE71882}" dt="2019-10-15T02:53:25.834" v="20697" actId="478"/>
          <ac:graphicFrameMkLst>
            <pc:docMk/>
            <pc:sldMk cId="1208243378" sldId="690"/>
            <ac:graphicFrameMk id="5" creationId="{E3158189-A020-4D91-A948-49EB5AD76978}"/>
          </ac:graphicFrameMkLst>
        </pc:graphicFrameChg>
        <pc:graphicFrameChg chg="add mod">
          <ac:chgData name="Nguyen Duc Tien" userId="1d425f06-52f5-490b-9f00-5a0d395ba4e9" providerId="ADAL" clId="{D531F470-C592-4016-B6E4-92691FE71882}" dt="2019-10-15T02:56:25.428" v="20712"/>
          <ac:graphicFrameMkLst>
            <pc:docMk/>
            <pc:sldMk cId="1208243378" sldId="690"/>
            <ac:graphicFrameMk id="6" creationId="{7F0A8ACA-AC75-4A7E-A001-21197D102183}"/>
          </ac:graphicFrameMkLst>
        </pc:graphicFrameChg>
        <pc:picChg chg="add mod">
          <ac:chgData name="Nguyen Duc Tien" userId="1d425f06-52f5-490b-9f00-5a0d395ba4e9" providerId="ADAL" clId="{D531F470-C592-4016-B6E4-92691FE71882}" dt="2019-10-15T02:55:43.318" v="20707" actId="14100"/>
          <ac:picMkLst>
            <pc:docMk/>
            <pc:sldMk cId="1208243378" sldId="690"/>
            <ac:picMk id="7" creationId="{6B40BB7A-4551-49C8-A297-59D024997E02}"/>
          </ac:picMkLst>
        </pc:picChg>
        <pc:picChg chg="add mod">
          <ac:chgData name="Nguyen Duc Tien" userId="1d425f06-52f5-490b-9f00-5a0d395ba4e9" providerId="ADAL" clId="{D531F470-C592-4016-B6E4-92691FE71882}" dt="2019-10-15T02:56:15.437" v="20711" actId="1076"/>
          <ac:picMkLst>
            <pc:docMk/>
            <pc:sldMk cId="1208243378" sldId="690"/>
            <ac:picMk id="8" creationId="{760CE742-55D6-4F5B-8E23-D364322F0D48}"/>
          </ac:picMkLst>
        </pc:picChg>
      </pc:sldChg>
      <pc:sldChg chg="add del">
        <pc:chgData name="Nguyen Duc Tien" userId="1d425f06-52f5-490b-9f00-5a0d395ba4e9" providerId="ADAL" clId="{D531F470-C592-4016-B6E4-92691FE71882}" dt="2019-10-15T05:01:49.256" v="24104"/>
        <pc:sldMkLst>
          <pc:docMk/>
          <pc:sldMk cId="721925994" sldId="691"/>
        </pc:sldMkLst>
      </pc:sldChg>
      <pc:sldChg chg="add del">
        <pc:chgData name="Nguyen Duc Tien" userId="1d425f06-52f5-490b-9f00-5a0d395ba4e9" providerId="ADAL" clId="{D531F470-C592-4016-B6E4-92691FE71882}" dt="2019-10-15T05:01:29.269" v="24048"/>
        <pc:sldMkLst>
          <pc:docMk/>
          <pc:sldMk cId="876259389" sldId="691"/>
        </pc:sldMkLst>
      </pc:sldChg>
      <pc:sldChg chg="addSp delSp modSp add">
        <pc:chgData name="Nguyen Duc Tien" userId="1d425f06-52f5-490b-9f00-5a0d395ba4e9" providerId="ADAL" clId="{D531F470-C592-4016-B6E4-92691FE71882}" dt="2019-10-22T03:35:38.681" v="27591" actId="20577"/>
        <pc:sldMkLst>
          <pc:docMk/>
          <pc:sldMk cId="1570968930" sldId="691"/>
        </pc:sldMkLst>
        <pc:spChg chg="mod">
          <ac:chgData name="Nguyen Duc Tien" userId="1d425f06-52f5-490b-9f00-5a0d395ba4e9" providerId="ADAL" clId="{D531F470-C592-4016-B6E4-92691FE71882}" dt="2019-10-22T03:35:38.681" v="27591" actId="20577"/>
          <ac:spMkLst>
            <pc:docMk/>
            <pc:sldMk cId="1570968930" sldId="691"/>
            <ac:spMk id="2" creationId="{9A8CDC71-CF26-4ACA-B582-1DE91214471A}"/>
          </ac:spMkLst>
        </pc:spChg>
        <pc:spChg chg="del">
          <ac:chgData name="Nguyen Duc Tien" userId="1d425f06-52f5-490b-9f00-5a0d395ba4e9" providerId="ADAL" clId="{D531F470-C592-4016-B6E4-92691FE71882}" dt="2019-10-22T03:30:13.665" v="27465" actId="478"/>
          <ac:spMkLst>
            <pc:docMk/>
            <pc:sldMk cId="1570968930" sldId="691"/>
            <ac:spMk id="3" creationId="{C6BA4CA1-1EE0-4F9E-8B2F-7305D9D536DF}"/>
          </ac:spMkLst>
        </pc:spChg>
        <pc:spChg chg="add mod">
          <ac:chgData name="Nguyen Duc Tien" userId="1d425f06-52f5-490b-9f00-5a0d395ba4e9" providerId="ADAL" clId="{D531F470-C592-4016-B6E4-92691FE71882}" dt="2019-10-22T03:35:23.018" v="27580" actId="1035"/>
          <ac:spMkLst>
            <pc:docMk/>
            <pc:sldMk cId="1570968930" sldId="691"/>
            <ac:spMk id="4" creationId="{5DC828CD-68E6-4712-A604-2E39116FA535}"/>
          </ac:spMkLst>
        </pc:spChg>
        <pc:spChg chg="add mod">
          <ac:chgData name="Nguyen Duc Tien" userId="1d425f06-52f5-490b-9f00-5a0d395ba4e9" providerId="ADAL" clId="{D531F470-C592-4016-B6E4-92691FE71882}" dt="2019-10-22T03:35:23.018" v="27580" actId="1035"/>
          <ac:spMkLst>
            <pc:docMk/>
            <pc:sldMk cId="1570968930" sldId="691"/>
            <ac:spMk id="5" creationId="{D6167AF5-F705-46E3-B9D5-186E77F08947}"/>
          </ac:spMkLst>
        </pc:spChg>
        <pc:spChg chg="add mod">
          <ac:chgData name="Nguyen Duc Tien" userId="1d425f06-52f5-490b-9f00-5a0d395ba4e9" providerId="ADAL" clId="{D531F470-C592-4016-B6E4-92691FE71882}" dt="2019-10-22T03:35:23.018" v="27580" actId="1035"/>
          <ac:spMkLst>
            <pc:docMk/>
            <pc:sldMk cId="1570968930" sldId="691"/>
            <ac:spMk id="6" creationId="{D2DB3F89-9E94-456B-B9F8-1FC8FF6910C9}"/>
          </ac:spMkLst>
        </pc:spChg>
        <pc:spChg chg="add mod">
          <ac:chgData name="Nguyen Duc Tien" userId="1d425f06-52f5-490b-9f00-5a0d395ba4e9" providerId="ADAL" clId="{D531F470-C592-4016-B6E4-92691FE71882}" dt="2019-10-22T03:35:23.018" v="27580" actId="1035"/>
          <ac:spMkLst>
            <pc:docMk/>
            <pc:sldMk cId="1570968930" sldId="691"/>
            <ac:spMk id="7" creationId="{65786472-0953-4CA0-8987-5F479DF15025}"/>
          </ac:spMkLst>
        </pc:spChg>
        <pc:spChg chg="add mod">
          <ac:chgData name="Nguyen Duc Tien" userId="1d425f06-52f5-490b-9f00-5a0d395ba4e9" providerId="ADAL" clId="{D531F470-C592-4016-B6E4-92691FE71882}" dt="2019-10-22T03:35:23.018" v="27580" actId="1035"/>
          <ac:spMkLst>
            <pc:docMk/>
            <pc:sldMk cId="1570968930" sldId="691"/>
            <ac:spMk id="8" creationId="{6FC6C105-8728-417F-8C5E-D9B56D8B867F}"/>
          </ac:spMkLst>
        </pc:spChg>
        <pc:spChg chg="add mod">
          <ac:chgData name="Nguyen Duc Tien" userId="1d425f06-52f5-490b-9f00-5a0d395ba4e9" providerId="ADAL" clId="{D531F470-C592-4016-B6E4-92691FE71882}" dt="2019-10-22T03:35:23.018" v="27580" actId="1035"/>
          <ac:spMkLst>
            <pc:docMk/>
            <pc:sldMk cId="1570968930" sldId="691"/>
            <ac:spMk id="9" creationId="{5AC6584B-081B-4FFE-82FA-116740D77EC0}"/>
          </ac:spMkLst>
        </pc:spChg>
        <pc:spChg chg="add mod">
          <ac:chgData name="Nguyen Duc Tien" userId="1d425f06-52f5-490b-9f00-5a0d395ba4e9" providerId="ADAL" clId="{D531F470-C592-4016-B6E4-92691FE71882}" dt="2019-10-22T03:35:23.018" v="27580" actId="1035"/>
          <ac:spMkLst>
            <pc:docMk/>
            <pc:sldMk cId="1570968930" sldId="691"/>
            <ac:spMk id="10" creationId="{F4F26822-9E5A-4528-8548-104D4897F93A}"/>
          </ac:spMkLst>
        </pc:spChg>
        <pc:spChg chg="add mod">
          <ac:chgData name="Nguyen Duc Tien" userId="1d425f06-52f5-490b-9f00-5a0d395ba4e9" providerId="ADAL" clId="{D531F470-C592-4016-B6E4-92691FE71882}" dt="2019-10-22T03:35:23.018" v="27580" actId="1035"/>
          <ac:spMkLst>
            <pc:docMk/>
            <pc:sldMk cId="1570968930" sldId="691"/>
            <ac:spMk id="11" creationId="{FEA8CCAE-0AE2-4FAF-B2A9-9E84DA2F80B8}"/>
          </ac:spMkLst>
        </pc:spChg>
        <pc:spChg chg="add mod">
          <ac:chgData name="Nguyen Duc Tien" userId="1d425f06-52f5-490b-9f00-5a0d395ba4e9" providerId="ADAL" clId="{D531F470-C592-4016-B6E4-92691FE71882}" dt="2019-10-22T03:35:23.018" v="27580" actId="1035"/>
          <ac:spMkLst>
            <pc:docMk/>
            <pc:sldMk cId="1570968930" sldId="691"/>
            <ac:spMk id="12" creationId="{EAEF246E-1849-43D1-A3E0-F79AD922FD83}"/>
          </ac:spMkLst>
        </pc:spChg>
        <pc:spChg chg="add mod">
          <ac:chgData name="Nguyen Duc Tien" userId="1d425f06-52f5-490b-9f00-5a0d395ba4e9" providerId="ADAL" clId="{D531F470-C592-4016-B6E4-92691FE71882}" dt="2019-10-22T03:35:23.018" v="27580" actId="1035"/>
          <ac:spMkLst>
            <pc:docMk/>
            <pc:sldMk cId="1570968930" sldId="691"/>
            <ac:spMk id="13" creationId="{6A6AA87A-0774-49DD-BD13-ED5925C20434}"/>
          </ac:spMkLst>
        </pc:spChg>
        <pc:spChg chg="add mod">
          <ac:chgData name="Nguyen Duc Tien" userId="1d425f06-52f5-490b-9f00-5a0d395ba4e9" providerId="ADAL" clId="{D531F470-C592-4016-B6E4-92691FE71882}" dt="2019-10-22T03:35:23.018" v="27580" actId="1035"/>
          <ac:spMkLst>
            <pc:docMk/>
            <pc:sldMk cId="1570968930" sldId="691"/>
            <ac:spMk id="14" creationId="{CA2E2051-8D29-4226-9DF5-7A740BACB493}"/>
          </ac:spMkLst>
        </pc:spChg>
      </pc:sldChg>
      <pc:sldChg chg="add del">
        <pc:chgData name="Nguyen Duc Tien" userId="1d425f06-52f5-490b-9f00-5a0d395ba4e9" providerId="ADAL" clId="{D531F470-C592-4016-B6E4-92691FE71882}" dt="2019-10-15T04:58:34.477" v="23853"/>
        <pc:sldMkLst>
          <pc:docMk/>
          <pc:sldMk cId="1879815430" sldId="691"/>
        </pc:sldMkLst>
      </pc:sldChg>
      <pc:sldChg chg="add del">
        <pc:chgData name="Nguyen Duc Tien" userId="1d425f06-52f5-490b-9f00-5a0d395ba4e9" providerId="ADAL" clId="{D531F470-C592-4016-B6E4-92691FE71882}" dt="2019-10-15T03:03:26.636" v="21900"/>
        <pc:sldMkLst>
          <pc:docMk/>
          <pc:sldMk cId="1943472501" sldId="691"/>
        </pc:sldMkLst>
      </pc:sldChg>
      <pc:sldChg chg="add del">
        <pc:chgData name="Nguyen Duc Tien" userId="1d425f06-52f5-490b-9f00-5a0d395ba4e9" providerId="ADAL" clId="{D531F470-C592-4016-B6E4-92691FE71882}" dt="2019-10-15T05:01:04.614" v="24029"/>
        <pc:sldMkLst>
          <pc:docMk/>
          <pc:sldMk cId="2459725351" sldId="691"/>
        </pc:sldMkLst>
      </pc:sldChg>
      <pc:sldChg chg="add del">
        <pc:chgData name="Nguyen Duc Tien" userId="1d425f06-52f5-490b-9f00-5a0d395ba4e9" providerId="ADAL" clId="{D531F470-C592-4016-B6E4-92691FE71882}" dt="2019-10-15T05:01:13.731" v="24038"/>
        <pc:sldMkLst>
          <pc:docMk/>
          <pc:sldMk cId="2601575254" sldId="691"/>
        </pc:sldMkLst>
      </pc:sldChg>
      <pc:sldChg chg="addSp delSp modSp add">
        <pc:chgData name="Nguyen Duc Tien" userId="1d425f06-52f5-490b-9f00-5a0d395ba4e9" providerId="ADAL" clId="{D531F470-C592-4016-B6E4-92691FE71882}" dt="2019-11-05T04:36:54.924" v="41217" actId="20577"/>
        <pc:sldMkLst>
          <pc:docMk/>
          <pc:sldMk cId="3533267092" sldId="692"/>
        </pc:sldMkLst>
        <pc:spChg chg="mod">
          <ac:chgData name="Nguyen Duc Tien" userId="1d425f06-52f5-490b-9f00-5a0d395ba4e9" providerId="ADAL" clId="{D531F470-C592-4016-B6E4-92691FE71882}" dt="2019-11-05T04:27:53.657" v="40893" actId="14100"/>
          <ac:spMkLst>
            <pc:docMk/>
            <pc:sldMk cId="3533267092" sldId="692"/>
            <ac:spMk id="2" creationId="{364FCEC9-1BA9-4725-904A-357B54E0BF57}"/>
          </ac:spMkLst>
        </pc:spChg>
        <pc:spChg chg="del">
          <ac:chgData name="Nguyen Duc Tien" userId="1d425f06-52f5-490b-9f00-5a0d395ba4e9" providerId="ADAL" clId="{D531F470-C592-4016-B6E4-92691FE71882}" dt="2019-11-05T04:28:24.001" v="40894" actId="1032"/>
          <ac:spMkLst>
            <pc:docMk/>
            <pc:sldMk cId="3533267092" sldId="692"/>
            <ac:spMk id="3" creationId="{48AD714C-ABB1-4E8B-AE3F-E90ABA7FC747}"/>
          </ac:spMkLst>
        </pc:spChg>
        <pc:spChg chg="add mod">
          <ac:chgData name="Nguyen Duc Tien" userId="1d425f06-52f5-490b-9f00-5a0d395ba4e9" providerId="ADAL" clId="{D531F470-C592-4016-B6E4-92691FE71882}" dt="2019-11-05T04:36:54.924" v="41217" actId="20577"/>
          <ac:spMkLst>
            <pc:docMk/>
            <pc:sldMk cId="3533267092" sldId="692"/>
            <ac:spMk id="7" creationId="{802A44B9-8FB2-452F-BB83-8C20D7EFA047}"/>
          </ac:spMkLst>
        </pc:spChg>
        <pc:graphicFrameChg chg="add mod">
          <ac:chgData name="Nguyen Duc Tien" userId="1d425f06-52f5-490b-9f00-5a0d395ba4e9" providerId="ADAL" clId="{D531F470-C592-4016-B6E4-92691FE71882}" dt="2019-11-05T04:36:13.145" v="41169" actId="1076"/>
          <ac:graphicFrameMkLst>
            <pc:docMk/>
            <pc:sldMk cId="3533267092" sldId="692"/>
            <ac:graphicFrameMk id="6" creationId="{CB25738E-000F-43C7-85F3-B54AA88EEFC0}"/>
          </ac:graphicFrameMkLst>
        </pc:graphicFrameChg>
      </pc:sldChg>
    </pc:docChg>
  </pc:docChgLst>
  <pc:docChgLst>
    <pc:chgData name="Nguyen Duc Tien" userId="1d425f06-52f5-490b-9f00-5a0d395ba4e9" providerId="ADAL" clId="{44A4541A-63C6-486B-9420-B1E113AC792E}"/>
    <pc:docChg chg="modSld">
      <pc:chgData name="Nguyen Duc Tien" userId="1d425f06-52f5-490b-9f00-5a0d395ba4e9" providerId="ADAL" clId="{44A4541A-63C6-486B-9420-B1E113AC792E}" dt="2020-03-27T03:57:05.332" v="0" actId="207"/>
      <pc:docMkLst>
        <pc:docMk/>
      </pc:docMkLst>
      <pc:sldChg chg="modSp">
        <pc:chgData name="Nguyen Duc Tien" userId="1d425f06-52f5-490b-9f00-5a0d395ba4e9" providerId="ADAL" clId="{44A4541A-63C6-486B-9420-B1E113AC792E}" dt="2020-03-27T03:57:05.332" v="0" actId="207"/>
        <pc:sldMkLst>
          <pc:docMk/>
          <pc:sldMk cId="3233639819" sldId="688"/>
        </pc:sldMkLst>
        <pc:spChg chg="mod">
          <ac:chgData name="Nguyen Duc Tien" userId="1d425f06-52f5-490b-9f00-5a0d395ba4e9" providerId="ADAL" clId="{44A4541A-63C6-486B-9420-B1E113AC792E}" dt="2020-03-27T03:57:05.332" v="0" actId="207"/>
          <ac:spMkLst>
            <pc:docMk/>
            <pc:sldMk cId="3233639819" sldId="688"/>
            <ac:spMk id="4" creationId="{4C0A6F98-FEC3-441F-B8D4-C178F5444905}"/>
          </ac:spMkLst>
        </pc:spChg>
        <pc:spChg chg="mod">
          <ac:chgData name="Nguyen Duc Tien" userId="1d425f06-52f5-490b-9f00-5a0d395ba4e9" providerId="ADAL" clId="{44A4541A-63C6-486B-9420-B1E113AC792E}" dt="2020-03-27T03:57:05.332" v="0" actId="207"/>
          <ac:spMkLst>
            <pc:docMk/>
            <pc:sldMk cId="3233639819" sldId="688"/>
            <ac:spMk id="6" creationId="{3019763E-F494-454A-AB2A-854546653ABB}"/>
          </ac:spMkLst>
        </pc:spChg>
        <pc:spChg chg="mod">
          <ac:chgData name="Nguyen Duc Tien" userId="1d425f06-52f5-490b-9f00-5a0d395ba4e9" providerId="ADAL" clId="{44A4541A-63C6-486B-9420-B1E113AC792E}" dt="2020-03-27T03:57:05.332" v="0" actId="207"/>
          <ac:spMkLst>
            <pc:docMk/>
            <pc:sldMk cId="3233639819" sldId="688"/>
            <ac:spMk id="7" creationId="{416EA66B-4136-45A2-8B70-16FBBE8C6BF4}"/>
          </ac:spMkLst>
        </pc:spChg>
        <pc:spChg chg="mod">
          <ac:chgData name="Nguyen Duc Tien" userId="1d425f06-52f5-490b-9f00-5a0d395ba4e9" providerId="ADAL" clId="{44A4541A-63C6-486B-9420-B1E113AC792E}" dt="2020-03-27T03:57:05.332" v="0" actId="207"/>
          <ac:spMkLst>
            <pc:docMk/>
            <pc:sldMk cId="3233639819" sldId="688"/>
            <ac:spMk id="8" creationId="{00373041-1F93-46A1-8B39-61F1CD49416E}"/>
          </ac:spMkLst>
        </pc:spChg>
      </pc:sldChg>
    </pc:docChg>
  </pc:docChgLst>
  <pc:docChgLst>
    <pc:chgData name="tien.nguyenduc@hust.edu.vn" userId="1d425f06-52f5-490b-9f00-5a0d395ba4e9" providerId="ADAL" clId="{D531F470-C592-4016-B6E4-92691FE71882}"/>
    <pc:docChg chg="undo redo custSel addSld delSld modSld sldOrd addSection delSection modSection">
      <pc:chgData name="tien.nguyenduc@hust.edu.vn" userId="1d425f06-52f5-490b-9f00-5a0d395ba4e9" providerId="ADAL" clId="{D531F470-C592-4016-B6E4-92691FE71882}" dt="2019-10-02T07:03:14.568" v="19225" actId="14100"/>
      <pc:docMkLst>
        <pc:docMk/>
      </pc:docMkLst>
      <pc:sldChg chg="modSp">
        <pc:chgData name="tien.nguyenduc@hust.edu.vn" userId="1d425f06-52f5-490b-9f00-5a0d395ba4e9" providerId="ADAL" clId="{D531F470-C592-4016-B6E4-92691FE71882}" dt="2019-10-01T03:04:56.458" v="7973" actId="20577"/>
        <pc:sldMkLst>
          <pc:docMk/>
          <pc:sldMk cId="0" sldId="341"/>
        </pc:sldMkLst>
        <pc:spChg chg="mod">
          <ac:chgData name="tien.nguyenduc@hust.edu.vn" userId="1d425f06-52f5-490b-9f00-5a0d395ba4e9" providerId="ADAL" clId="{D531F470-C592-4016-B6E4-92691FE71882}" dt="2019-10-01T03:04:56.458" v="7973" actId="20577"/>
          <ac:spMkLst>
            <pc:docMk/>
            <pc:sldMk cId="0" sldId="341"/>
            <ac:spMk id="54274" creationId="{00000000-0000-0000-0000-000000000000}"/>
          </ac:spMkLst>
        </pc:spChg>
      </pc:sldChg>
      <pc:sldChg chg="modSp">
        <pc:chgData name="tien.nguyenduc@hust.edu.vn" userId="1d425f06-52f5-490b-9f00-5a0d395ba4e9" providerId="ADAL" clId="{D531F470-C592-4016-B6E4-92691FE71882}" dt="2019-10-02T06:55:55.155" v="18671" actId="14734"/>
        <pc:sldMkLst>
          <pc:docMk/>
          <pc:sldMk cId="0" sldId="342"/>
        </pc:sldMkLst>
        <pc:spChg chg="mod">
          <ac:chgData name="tien.nguyenduc@hust.edu.vn" userId="1d425f06-52f5-490b-9f00-5a0d395ba4e9" providerId="ADAL" clId="{D531F470-C592-4016-B6E4-92691FE71882}" dt="2019-10-01T03:03:45.727" v="7791" actId="20577"/>
          <ac:spMkLst>
            <pc:docMk/>
            <pc:sldMk cId="0" sldId="342"/>
            <ac:spMk id="41986" creationId="{00000000-0000-0000-0000-000000000000}"/>
          </ac:spMkLst>
        </pc:spChg>
        <pc:spChg chg="mod">
          <ac:chgData name="tien.nguyenduc@hust.edu.vn" userId="1d425f06-52f5-490b-9f00-5a0d395ba4e9" providerId="ADAL" clId="{D531F470-C592-4016-B6E4-92691FE71882}" dt="2019-10-01T04:39:34.367" v="13576" actId="20577"/>
          <ac:spMkLst>
            <pc:docMk/>
            <pc:sldMk cId="0" sldId="342"/>
            <ac:spMk id="41987" creationId="{00000000-0000-0000-0000-000000000000}"/>
          </ac:spMkLst>
        </pc:spChg>
        <pc:spChg chg="mod">
          <ac:chgData name="tien.nguyenduc@hust.edu.vn" userId="1d425f06-52f5-490b-9f00-5a0d395ba4e9" providerId="ADAL" clId="{D531F470-C592-4016-B6E4-92691FE71882}" dt="2019-10-01T06:38:45.457" v="13615" actId="113"/>
          <ac:spMkLst>
            <pc:docMk/>
            <pc:sldMk cId="0" sldId="342"/>
            <ac:spMk id="42021" creationId="{00000000-0000-0000-0000-000000000000}"/>
          </ac:spMkLst>
        </pc:spChg>
        <pc:graphicFrameChg chg="mod modGraphic">
          <ac:chgData name="tien.nguyenduc@hust.edu.vn" userId="1d425f06-52f5-490b-9f00-5a0d395ba4e9" providerId="ADAL" clId="{D531F470-C592-4016-B6E4-92691FE71882}" dt="2019-10-02T06:55:55.155" v="18671" actId="14734"/>
          <ac:graphicFrameMkLst>
            <pc:docMk/>
            <pc:sldMk cId="0" sldId="342"/>
            <ac:graphicFrameMk id="185488" creationId="{00000000-0000-0000-0000-000000000000}"/>
          </ac:graphicFrameMkLst>
        </pc:graphicFrameChg>
      </pc:sldChg>
      <pc:sldChg chg="modSp">
        <pc:chgData name="tien.nguyenduc@hust.edu.vn" userId="1d425f06-52f5-490b-9f00-5a0d395ba4e9" providerId="ADAL" clId="{D531F470-C592-4016-B6E4-92691FE71882}" dt="2019-10-01T03:04:47.889" v="7966" actId="20577"/>
        <pc:sldMkLst>
          <pc:docMk/>
          <pc:sldMk cId="0" sldId="345"/>
        </pc:sldMkLst>
        <pc:spChg chg="mod">
          <ac:chgData name="tien.nguyenduc@hust.edu.vn" userId="1d425f06-52f5-490b-9f00-5a0d395ba4e9" providerId="ADAL" clId="{D531F470-C592-4016-B6E4-92691FE71882}" dt="2019-10-01T03:04:47.889" v="7966" actId="20577"/>
          <ac:spMkLst>
            <pc:docMk/>
            <pc:sldMk cId="0" sldId="345"/>
            <ac:spMk id="52226" creationId="{00000000-0000-0000-0000-000000000000}"/>
          </ac:spMkLst>
        </pc:spChg>
      </pc:sldChg>
      <pc:sldChg chg="modSp">
        <pc:chgData name="tien.nguyenduc@hust.edu.vn" userId="1d425f06-52f5-490b-9f00-5a0d395ba4e9" providerId="ADAL" clId="{D531F470-C592-4016-B6E4-92691FE71882}" dt="2019-10-01T03:14:00.525" v="8277" actId="20577"/>
        <pc:sldMkLst>
          <pc:docMk/>
          <pc:sldMk cId="0" sldId="350"/>
        </pc:sldMkLst>
        <pc:spChg chg="mod">
          <ac:chgData name="tien.nguyenduc@hust.edu.vn" userId="1d425f06-52f5-490b-9f00-5a0d395ba4e9" providerId="ADAL" clId="{D531F470-C592-4016-B6E4-92691FE71882}" dt="2019-10-01T03:14:00.525" v="8277" actId="20577"/>
          <ac:spMkLst>
            <pc:docMk/>
            <pc:sldMk cId="0" sldId="350"/>
            <ac:spMk id="73730" creationId="{00000000-0000-0000-0000-000000000000}"/>
          </ac:spMkLst>
        </pc:spChg>
      </pc:sldChg>
      <pc:sldChg chg="modSp">
        <pc:chgData name="tien.nguyenduc@hust.edu.vn" userId="1d425f06-52f5-490b-9f00-5a0d395ba4e9" providerId="ADAL" clId="{D531F470-C592-4016-B6E4-92691FE71882}" dt="2019-10-01T03:13:25.326" v="8183" actId="20577"/>
        <pc:sldMkLst>
          <pc:docMk/>
          <pc:sldMk cId="0" sldId="354"/>
        </pc:sldMkLst>
        <pc:spChg chg="mod">
          <ac:chgData name="tien.nguyenduc@hust.edu.vn" userId="1d425f06-52f5-490b-9f00-5a0d395ba4e9" providerId="ADAL" clId="{D531F470-C592-4016-B6E4-92691FE71882}" dt="2019-10-01T03:13:25.326" v="8183" actId="20577"/>
          <ac:spMkLst>
            <pc:docMk/>
            <pc:sldMk cId="0" sldId="354"/>
            <ac:spMk id="72777" creationId="{00000000-0000-0000-0000-000000000000}"/>
          </ac:spMkLst>
        </pc:spChg>
      </pc:sldChg>
      <pc:sldChg chg="modSp modNotesTx">
        <pc:chgData name="tien.nguyenduc@hust.edu.vn" userId="1d425f06-52f5-490b-9f00-5a0d395ba4e9" providerId="ADAL" clId="{D531F470-C592-4016-B6E4-92691FE71882}" dt="2019-10-01T04:02:16.671" v="11754" actId="14100"/>
        <pc:sldMkLst>
          <pc:docMk/>
          <pc:sldMk cId="0" sldId="355"/>
        </pc:sldMkLst>
        <pc:spChg chg="mod">
          <ac:chgData name="tien.nguyenduc@hust.edu.vn" userId="1d425f06-52f5-490b-9f00-5a0d395ba4e9" providerId="ADAL" clId="{D531F470-C592-4016-B6E4-92691FE71882}" dt="2019-10-01T03:54:04.493" v="10931" actId="20577"/>
          <ac:spMkLst>
            <pc:docMk/>
            <pc:sldMk cId="0" sldId="355"/>
            <ac:spMk id="74754" creationId="{00000000-0000-0000-0000-000000000000}"/>
          </ac:spMkLst>
        </pc:spChg>
        <pc:spChg chg="mod">
          <ac:chgData name="tien.nguyenduc@hust.edu.vn" userId="1d425f06-52f5-490b-9f00-5a0d395ba4e9" providerId="ADAL" clId="{D531F470-C592-4016-B6E4-92691FE71882}" dt="2019-10-01T03:55:34.853" v="11276" actId="20577"/>
          <ac:spMkLst>
            <pc:docMk/>
            <pc:sldMk cId="0" sldId="355"/>
            <ac:spMk id="74755" creationId="{00000000-0000-0000-0000-000000000000}"/>
          </ac:spMkLst>
        </pc:spChg>
        <pc:spChg chg="mod">
          <ac:chgData name="tien.nguyenduc@hust.edu.vn" userId="1d425f06-52f5-490b-9f00-5a0d395ba4e9" providerId="ADAL" clId="{D531F470-C592-4016-B6E4-92691FE71882}" dt="2019-10-01T04:02:11.522" v="11752" actId="14100"/>
          <ac:spMkLst>
            <pc:docMk/>
            <pc:sldMk cId="0" sldId="355"/>
            <ac:spMk id="74756" creationId="{00000000-0000-0000-0000-000000000000}"/>
          </ac:spMkLst>
        </pc:spChg>
        <pc:spChg chg="mod">
          <ac:chgData name="tien.nguyenduc@hust.edu.vn" userId="1d425f06-52f5-490b-9f00-5a0d395ba4e9" providerId="ADAL" clId="{D531F470-C592-4016-B6E4-92691FE71882}" dt="2019-10-01T04:02:14.241" v="11753" actId="14100"/>
          <ac:spMkLst>
            <pc:docMk/>
            <pc:sldMk cId="0" sldId="355"/>
            <ac:spMk id="74757" creationId="{00000000-0000-0000-0000-000000000000}"/>
          </ac:spMkLst>
        </pc:spChg>
        <pc:spChg chg="mod">
          <ac:chgData name="tien.nguyenduc@hust.edu.vn" userId="1d425f06-52f5-490b-9f00-5a0d395ba4e9" providerId="ADAL" clId="{D531F470-C592-4016-B6E4-92691FE71882}" dt="2019-10-01T04:02:16.671" v="11754" actId="14100"/>
          <ac:spMkLst>
            <pc:docMk/>
            <pc:sldMk cId="0" sldId="355"/>
            <ac:spMk id="74758" creationId="{00000000-0000-0000-0000-000000000000}"/>
          </ac:spMkLst>
        </pc:spChg>
        <pc:spChg chg="mod">
          <ac:chgData name="tien.nguyenduc@hust.edu.vn" userId="1d425f06-52f5-490b-9f00-5a0d395ba4e9" providerId="ADAL" clId="{D531F470-C592-4016-B6E4-92691FE71882}" dt="2019-10-01T03:57:24.195" v="11470" actId="20577"/>
          <ac:spMkLst>
            <pc:docMk/>
            <pc:sldMk cId="0" sldId="355"/>
            <ac:spMk id="74763" creationId="{00000000-0000-0000-0000-000000000000}"/>
          </ac:spMkLst>
        </pc:spChg>
        <pc:spChg chg="mod">
          <ac:chgData name="tien.nguyenduc@hust.edu.vn" userId="1d425f06-52f5-490b-9f00-5a0d395ba4e9" providerId="ADAL" clId="{D531F470-C592-4016-B6E4-92691FE71882}" dt="2019-10-01T03:58:56.066" v="11486" actId="20577"/>
          <ac:spMkLst>
            <pc:docMk/>
            <pc:sldMk cId="0" sldId="355"/>
            <ac:spMk id="74764" creationId="{00000000-0000-0000-0000-000000000000}"/>
          </ac:spMkLst>
        </pc:spChg>
        <pc:spChg chg="mod">
          <ac:chgData name="tien.nguyenduc@hust.edu.vn" userId="1d425f06-52f5-490b-9f00-5a0d395ba4e9" providerId="ADAL" clId="{D531F470-C592-4016-B6E4-92691FE71882}" dt="2019-10-01T04:01:59.834" v="11751" actId="1076"/>
          <ac:spMkLst>
            <pc:docMk/>
            <pc:sldMk cId="0" sldId="355"/>
            <ac:spMk id="74765" creationId="{00000000-0000-0000-0000-000000000000}"/>
          </ac:spMkLst>
        </pc:spChg>
      </pc:sldChg>
      <pc:sldChg chg="modSp modNotesTx">
        <pc:chgData name="tien.nguyenduc@hust.edu.vn" userId="1d425f06-52f5-490b-9f00-5a0d395ba4e9" providerId="ADAL" clId="{D531F470-C592-4016-B6E4-92691FE71882}" dt="2019-10-01T04:33:11.315" v="13415" actId="14100"/>
        <pc:sldMkLst>
          <pc:docMk/>
          <pc:sldMk cId="0" sldId="356"/>
        </pc:sldMkLst>
        <pc:spChg chg="mod">
          <ac:chgData name="tien.nguyenduc@hust.edu.vn" userId="1d425f06-52f5-490b-9f00-5a0d395ba4e9" providerId="ADAL" clId="{D531F470-C592-4016-B6E4-92691FE71882}" dt="2019-10-01T04:19:30.928" v="11795" actId="20577"/>
          <ac:spMkLst>
            <pc:docMk/>
            <pc:sldMk cId="0" sldId="356"/>
            <ac:spMk id="75778" creationId="{00000000-0000-0000-0000-000000000000}"/>
          </ac:spMkLst>
        </pc:spChg>
        <pc:spChg chg="mod">
          <ac:chgData name="tien.nguyenduc@hust.edu.vn" userId="1d425f06-52f5-490b-9f00-5a0d395ba4e9" providerId="ADAL" clId="{D531F470-C592-4016-B6E4-92691FE71882}" dt="2019-10-01T04:24:23.540" v="12366" actId="20577"/>
          <ac:spMkLst>
            <pc:docMk/>
            <pc:sldMk cId="0" sldId="356"/>
            <ac:spMk id="75779" creationId="{00000000-0000-0000-0000-000000000000}"/>
          </ac:spMkLst>
        </pc:spChg>
        <pc:spChg chg="mod">
          <ac:chgData name="tien.nguyenduc@hust.edu.vn" userId="1d425f06-52f5-490b-9f00-5a0d395ba4e9" providerId="ADAL" clId="{D531F470-C592-4016-B6E4-92691FE71882}" dt="2019-10-01T04:02:37.141" v="11760" actId="108"/>
          <ac:spMkLst>
            <pc:docMk/>
            <pc:sldMk cId="0" sldId="356"/>
            <ac:spMk id="75780" creationId="{00000000-0000-0000-0000-000000000000}"/>
          </ac:spMkLst>
        </pc:spChg>
        <pc:spChg chg="mod">
          <ac:chgData name="tien.nguyenduc@hust.edu.vn" userId="1d425f06-52f5-490b-9f00-5a0d395ba4e9" providerId="ADAL" clId="{D531F470-C592-4016-B6E4-92691FE71882}" dt="2019-10-01T04:02:30.264" v="11758" actId="14100"/>
          <ac:spMkLst>
            <pc:docMk/>
            <pc:sldMk cId="0" sldId="356"/>
            <ac:spMk id="75781" creationId="{00000000-0000-0000-0000-000000000000}"/>
          </ac:spMkLst>
        </pc:spChg>
        <pc:spChg chg="mod">
          <ac:chgData name="tien.nguyenduc@hust.edu.vn" userId="1d425f06-52f5-490b-9f00-5a0d395ba4e9" providerId="ADAL" clId="{D531F470-C592-4016-B6E4-92691FE71882}" dt="2019-10-01T04:02:22.536" v="11756" actId="14100"/>
          <ac:spMkLst>
            <pc:docMk/>
            <pc:sldMk cId="0" sldId="356"/>
            <ac:spMk id="75782" creationId="{00000000-0000-0000-0000-000000000000}"/>
          </ac:spMkLst>
        </pc:spChg>
        <pc:spChg chg="mod">
          <ac:chgData name="tien.nguyenduc@hust.edu.vn" userId="1d425f06-52f5-490b-9f00-5a0d395ba4e9" providerId="ADAL" clId="{D531F470-C592-4016-B6E4-92691FE71882}" dt="2019-10-01T04:30:19.151" v="12900" actId="20577"/>
          <ac:spMkLst>
            <pc:docMk/>
            <pc:sldMk cId="0" sldId="356"/>
            <ac:spMk id="75787" creationId="{00000000-0000-0000-0000-000000000000}"/>
          </ac:spMkLst>
        </pc:spChg>
        <pc:spChg chg="mod">
          <ac:chgData name="tien.nguyenduc@hust.edu.vn" userId="1d425f06-52f5-490b-9f00-5a0d395ba4e9" providerId="ADAL" clId="{D531F470-C592-4016-B6E4-92691FE71882}" dt="2019-10-01T04:32:25.334" v="13224" actId="1035"/>
          <ac:spMkLst>
            <pc:docMk/>
            <pc:sldMk cId="0" sldId="356"/>
            <ac:spMk id="75788" creationId="{00000000-0000-0000-0000-000000000000}"/>
          </ac:spMkLst>
        </pc:spChg>
        <pc:spChg chg="mod">
          <ac:chgData name="tien.nguyenduc@hust.edu.vn" userId="1d425f06-52f5-490b-9f00-5a0d395ba4e9" providerId="ADAL" clId="{D531F470-C592-4016-B6E4-92691FE71882}" dt="2019-10-01T04:33:11.315" v="13415" actId="14100"/>
          <ac:spMkLst>
            <pc:docMk/>
            <pc:sldMk cId="0" sldId="356"/>
            <ac:spMk id="75789" creationId="{00000000-0000-0000-0000-000000000000}"/>
          </ac:spMkLst>
        </pc:spChg>
      </pc:sldChg>
      <pc:sldChg chg="modSp">
        <pc:chgData name="tien.nguyenduc@hust.edu.vn" userId="1d425f06-52f5-490b-9f00-5a0d395ba4e9" providerId="ADAL" clId="{D531F470-C592-4016-B6E4-92691FE71882}" dt="2019-10-01T03:14:59.593" v="8344" actId="20577"/>
        <pc:sldMkLst>
          <pc:docMk/>
          <pc:sldMk cId="0" sldId="357"/>
        </pc:sldMkLst>
        <pc:spChg chg="mod">
          <ac:chgData name="tien.nguyenduc@hust.edu.vn" userId="1d425f06-52f5-490b-9f00-5a0d395ba4e9" providerId="ADAL" clId="{D531F470-C592-4016-B6E4-92691FE71882}" dt="2019-10-01T03:14:59.593" v="8344" actId="20577"/>
          <ac:spMkLst>
            <pc:docMk/>
            <pc:sldMk cId="0" sldId="357"/>
            <ac:spMk id="76802" creationId="{00000000-0000-0000-0000-000000000000}"/>
          </ac:spMkLst>
        </pc:spChg>
      </pc:sldChg>
      <pc:sldChg chg="modSp">
        <pc:chgData name="tien.nguyenduc@hust.edu.vn" userId="1d425f06-52f5-490b-9f00-5a0d395ba4e9" providerId="ADAL" clId="{D531F470-C592-4016-B6E4-92691FE71882}" dt="2019-10-01T03:15:12.207" v="8372" actId="20577"/>
        <pc:sldMkLst>
          <pc:docMk/>
          <pc:sldMk cId="0" sldId="358"/>
        </pc:sldMkLst>
        <pc:spChg chg="mod">
          <ac:chgData name="tien.nguyenduc@hust.edu.vn" userId="1d425f06-52f5-490b-9f00-5a0d395ba4e9" providerId="ADAL" clId="{D531F470-C592-4016-B6E4-92691FE71882}" dt="2019-10-01T03:15:12.207" v="8372" actId="20577"/>
          <ac:spMkLst>
            <pc:docMk/>
            <pc:sldMk cId="0" sldId="358"/>
            <ac:spMk id="79874" creationId="{00000000-0000-0000-0000-000000000000}"/>
          </ac:spMkLst>
        </pc:spChg>
      </pc:sldChg>
      <pc:sldChg chg="modSp">
        <pc:chgData name="tien.nguyenduc@hust.edu.vn" userId="1d425f06-52f5-490b-9f00-5a0d395ba4e9" providerId="ADAL" clId="{D531F470-C592-4016-B6E4-92691FE71882}" dt="2019-10-01T03:16:24.473" v="8494" actId="20577"/>
        <pc:sldMkLst>
          <pc:docMk/>
          <pc:sldMk cId="0" sldId="359"/>
        </pc:sldMkLst>
        <pc:spChg chg="mod">
          <ac:chgData name="tien.nguyenduc@hust.edu.vn" userId="1d425f06-52f5-490b-9f00-5a0d395ba4e9" providerId="ADAL" clId="{D531F470-C592-4016-B6E4-92691FE71882}" dt="2019-10-01T03:16:24.473" v="8494" actId="20577"/>
          <ac:spMkLst>
            <pc:docMk/>
            <pc:sldMk cId="0" sldId="359"/>
            <ac:spMk id="81922" creationId="{00000000-0000-0000-0000-000000000000}"/>
          </ac:spMkLst>
        </pc:spChg>
      </pc:sldChg>
      <pc:sldChg chg="modSp">
        <pc:chgData name="tien.nguyenduc@hust.edu.vn" userId="1d425f06-52f5-490b-9f00-5a0d395ba4e9" providerId="ADAL" clId="{D531F470-C592-4016-B6E4-92691FE71882}" dt="2019-10-01T03:16:36.879" v="8518" actId="20577"/>
        <pc:sldMkLst>
          <pc:docMk/>
          <pc:sldMk cId="0" sldId="360"/>
        </pc:sldMkLst>
        <pc:spChg chg="mod">
          <ac:chgData name="tien.nguyenduc@hust.edu.vn" userId="1d425f06-52f5-490b-9f00-5a0d395ba4e9" providerId="ADAL" clId="{D531F470-C592-4016-B6E4-92691FE71882}" dt="2019-10-01T03:16:36.879" v="8518" actId="20577"/>
          <ac:spMkLst>
            <pc:docMk/>
            <pc:sldMk cId="0" sldId="360"/>
            <ac:spMk id="86018" creationId="{00000000-0000-0000-0000-000000000000}"/>
          </ac:spMkLst>
        </pc:spChg>
      </pc:sldChg>
      <pc:sldChg chg="modSp">
        <pc:chgData name="tien.nguyenduc@hust.edu.vn" userId="1d425f06-52f5-490b-9f00-5a0d395ba4e9" providerId="ADAL" clId="{D531F470-C592-4016-B6E4-92691FE71882}" dt="2019-10-01T03:16:53.406" v="8549" actId="20577"/>
        <pc:sldMkLst>
          <pc:docMk/>
          <pc:sldMk cId="0" sldId="365"/>
        </pc:sldMkLst>
        <pc:spChg chg="mod">
          <ac:chgData name="tien.nguyenduc@hust.edu.vn" userId="1d425f06-52f5-490b-9f00-5a0d395ba4e9" providerId="ADAL" clId="{D531F470-C592-4016-B6E4-92691FE71882}" dt="2019-10-01T03:16:53.406" v="8549" actId="20577"/>
          <ac:spMkLst>
            <pc:docMk/>
            <pc:sldMk cId="0" sldId="365"/>
            <ac:spMk id="93186" creationId="{00000000-0000-0000-0000-000000000000}"/>
          </ac:spMkLst>
        </pc:spChg>
      </pc:sldChg>
      <pc:sldChg chg="del">
        <pc:chgData name="tien.nguyenduc@hust.edu.vn" userId="1d425f06-52f5-490b-9f00-5a0d395ba4e9" providerId="ADAL" clId="{D531F470-C592-4016-B6E4-92691FE71882}" dt="2019-09-16T16:35:16.968" v="1" actId="2696"/>
        <pc:sldMkLst>
          <pc:docMk/>
          <pc:sldMk cId="0" sldId="368"/>
        </pc:sldMkLst>
      </pc:sldChg>
      <pc:sldChg chg="del">
        <pc:chgData name="tien.nguyenduc@hust.edu.vn" userId="1d425f06-52f5-490b-9f00-5a0d395ba4e9" providerId="ADAL" clId="{D531F470-C592-4016-B6E4-92691FE71882}" dt="2019-09-16T16:35:17.006" v="3" actId="2696"/>
        <pc:sldMkLst>
          <pc:docMk/>
          <pc:sldMk cId="0" sldId="370"/>
        </pc:sldMkLst>
      </pc:sldChg>
      <pc:sldChg chg="del">
        <pc:chgData name="tien.nguyenduc@hust.edu.vn" userId="1d425f06-52f5-490b-9f00-5a0d395ba4e9" providerId="ADAL" clId="{D531F470-C592-4016-B6E4-92691FE71882}" dt="2019-09-16T16:35:17.891" v="47" actId="2696"/>
        <pc:sldMkLst>
          <pc:docMk/>
          <pc:sldMk cId="0" sldId="376"/>
        </pc:sldMkLst>
      </pc:sldChg>
      <pc:sldChg chg="addSp delSp modSp del">
        <pc:chgData name="tien.nguyenduc@hust.edu.vn" userId="1d425f06-52f5-490b-9f00-5a0d395ba4e9" providerId="ADAL" clId="{D531F470-C592-4016-B6E4-92691FE71882}" dt="2019-10-01T03:24:58.548" v="8575" actId="2696"/>
        <pc:sldMkLst>
          <pc:docMk/>
          <pc:sldMk cId="0" sldId="418"/>
        </pc:sldMkLst>
        <pc:spChg chg="mod">
          <ac:chgData name="tien.nguyenduc@hust.edu.vn" userId="1d425f06-52f5-490b-9f00-5a0d395ba4e9" providerId="ADAL" clId="{D531F470-C592-4016-B6E4-92691FE71882}" dt="2019-10-01T02:55:42.798" v="7685" actId="20577"/>
          <ac:spMkLst>
            <pc:docMk/>
            <pc:sldMk cId="0" sldId="418"/>
            <ac:spMk id="40962" creationId="{00000000-0000-0000-0000-000000000000}"/>
          </ac:spMkLst>
        </pc:spChg>
        <pc:graphicFrameChg chg="add del mod">
          <ac:chgData name="tien.nguyenduc@hust.edu.vn" userId="1d425f06-52f5-490b-9f00-5a0d395ba4e9" providerId="ADAL" clId="{D531F470-C592-4016-B6E4-92691FE71882}" dt="2019-10-01T03:24:34.174" v="8564"/>
          <ac:graphicFrameMkLst>
            <pc:docMk/>
            <pc:sldMk cId="0" sldId="418"/>
            <ac:graphicFrameMk id="4" creationId="{D63D55CA-BBCA-4DBA-99D2-C7C2C53547B2}"/>
          </ac:graphicFrameMkLst>
        </pc:graphicFrameChg>
      </pc:sldChg>
      <pc:sldChg chg="modSp">
        <pc:chgData name="tien.nguyenduc@hust.edu.vn" userId="1d425f06-52f5-490b-9f00-5a0d395ba4e9" providerId="ADAL" clId="{D531F470-C592-4016-B6E4-92691FE71882}" dt="2019-09-16T16:38:14.205" v="107" actId="20577"/>
        <pc:sldMkLst>
          <pc:docMk/>
          <pc:sldMk cId="0" sldId="420"/>
        </pc:sldMkLst>
        <pc:spChg chg="mod">
          <ac:chgData name="tien.nguyenduc@hust.edu.vn" userId="1d425f06-52f5-490b-9f00-5a0d395ba4e9" providerId="ADAL" clId="{D531F470-C592-4016-B6E4-92691FE71882}" dt="2019-09-16T16:38:14.205" v="107" actId="20577"/>
          <ac:spMkLst>
            <pc:docMk/>
            <pc:sldMk cId="0" sldId="420"/>
            <ac:spMk id="30722" creationId="{00000000-0000-0000-0000-000000000000}"/>
          </ac:spMkLst>
        </pc:spChg>
      </pc:sldChg>
      <pc:sldChg chg="addSp delSp modSp modNotesTx">
        <pc:chgData name="tien.nguyenduc@hust.edu.vn" userId="1d425f06-52f5-490b-9f00-5a0d395ba4e9" providerId="ADAL" clId="{D531F470-C592-4016-B6E4-92691FE71882}" dt="2019-09-24T03:21:32.781" v="1946" actId="20577"/>
        <pc:sldMkLst>
          <pc:docMk/>
          <pc:sldMk cId="0" sldId="422"/>
        </pc:sldMkLst>
        <pc:spChg chg="add del mod">
          <ac:chgData name="tien.nguyenduc@hust.edu.vn" userId="1d425f06-52f5-490b-9f00-5a0d395ba4e9" providerId="ADAL" clId="{D531F470-C592-4016-B6E4-92691FE71882}" dt="2019-09-24T03:17:40.204" v="1668" actId="1076"/>
          <ac:spMkLst>
            <pc:docMk/>
            <pc:sldMk cId="0" sldId="422"/>
            <ac:spMk id="4" creationId="{71387222-4F17-404E-B00B-3E8910D1AF08}"/>
          </ac:spMkLst>
        </pc:spChg>
        <pc:spChg chg="mod">
          <ac:chgData name="tien.nguyenduc@hust.edu.vn" userId="1d425f06-52f5-490b-9f00-5a0d395ba4e9" providerId="ADAL" clId="{D531F470-C592-4016-B6E4-92691FE71882}" dt="2019-09-24T03:19:31.989" v="1676" actId="20577"/>
          <ac:spMkLst>
            <pc:docMk/>
            <pc:sldMk cId="0" sldId="422"/>
            <ac:spMk id="31746" creationId="{00000000-0000-0000-0000-000000000000}"/>
          </ac:spMkLst>
        </pc:spChg>
        <pc:spChg chg="mod">
          <ac:chgData name="tien.nguyenduc@hust.edu.vn" userId="1d425f06-52f5-490b-9f00-5a0d395ba4e9" providerId="ADAL" clId="{D531F470-C592-4016-B6E4-92691FE71882}" dt="2019-09-24T03:12:35.744" v="1642" actId="14100"/>
          <ac:spMkLst>
            <pc:docMk/>
            <pc:sldMk cId="0" sldId="422"/>
            <ac:spMk id="31747" creationId="{00000000-0000-0000-0000-000000000000}"/>
          </ac:spMkLst>
        </pc:spChg>
        <pc:graphicFrameChg chg="add mod">
          <ac:chgData name="tien.nguyenduc@hust.edu.vn" userId="1d425f06-52f5-490b-9f00-5a0d395ba4e9" providerId="ADAL" clId="{D531F470-C592-4016-B6E4-92691FE71882}" dt="2019-09-24T03:16:42.804" v="1663" actId="1036"/>
          <ac:graphicFrameMkLst>
            <pc:docMk/>
            <pc:sldMk cId="0" sldId="422"/>
            <ac:graphicFrameMk id="3" creationId="{0D812D14-1A2F-4B83-BF54-2C7A5CB2BE16}"/>
          </ac:graphicFrameMkLst>
        </pc:graphicFrameChg>
        <pc:graphicFrameChg chg="add del">
          <ac:chgData name="tien.nguyenduc@hust.edu.vn" userId="1d425f06-52f5-490b-9f00-5a0d395ba4e9" providerId="ADAL" clId="{D531F470-C592-4016-B6E4-92691FE71882}" dt="2019-09-24T03:12:31.211" v="1641"/>
          <ac:graphicFrameMkLst>
            <pc:docMk/>
            <pc:sldMk cId="0" sldId="422"/>
            <ac:graphicFrameMk id="6" creationId="{38009CFC-062A-46BA-8F8E-EEFB951C6D51}"/>
          </ac:graphicFrameMkLst>
        </pc:graphicFrameChg>
        <pc:graphicFrameChg chg="add mod">
          <ac:chgData name="tien.nguyenduc@hust.edu.vn" userId="1d425f06-52f5-490b-9f00-5a0d395ba4e9" providerId="ADAL" clId="{D531F470-C592-4016-B6E4-92691FE71882}" dt="2019-09-24T03:16:42.804" v="1663" actId="1036"/>
          <ac:graphicFrameMkLst>
            <pc:docMk/>
            <pc:sldMk cId="0" sldId="422"/>
            <ac:graphicFrameMk id="7" creationId="{3F5DD389-6982-44F4-B217-3AAE420F73DE}"/>
          </ac:graphicFrameMkLst>
        </pc:graphicFrameChg>
        <pc:picChg chg="add mod">
          <ac:chgData name="tien.nguyenduc@hust.edu.vn" userId="1d425f06-52f5-490b-9f00-5a0d395ba4e9" providerId="ADAL" clId="{D531F470-C592-4016-B6E4-92691FE71882}" dt="2019-09-24T02:53:57.660" v="163" actId="1076"/>
          <ac:picMkLst>
            <pc:docMk/>
            <pc:sldMk cId="0" sldId="422"/>
            <ac:picMk id="2" creationId="{1AE7F435-3BEF-4D16-8403-A13FBA6F1E42}"/>
          </ac:picMkLst>
        </pc:picChg>
        <pc:picChg chg="add mod">
          <ac:chgData name="tien.nguyenduc@hust.edu.vn" userId="1d425f06-52f5-490b-9f00-5a0d395ba4e9" providerId="ADAL" clId="{D531F470-C592-4016-B6E4-92691FE71882}" dt="2019-09-24T03:17:35.970" v="1667" actId="1076"/>
          <ac:picMkLst>
            <pc:docMk/>
            <pc:sldMk cId="0" sldId="422"/>
            <ac:picMk id="9" creationId="{7D2C5310-2C69-421E-B6F1-E8DB5B3D5EA4}"/>
          </ac:picMkLst>
        </pc:picChg>
        <pc:cxnChg chg="add mod">
          <ac:chgData name="tien.nguyenduc@hust.edu.vn" userId="1d425f06-52f5-490b-9f00-5a0d395ba4e9" providerId="ADAL" clId="{D531F470-C592-4016-B6E4-92691FE71882}" dt="2019-09-24T03:16:24.188" v="1659" actId="1076"/>
          <ac:cxnSpMkLst>
            <pc:docMk/>
            <pc:sldMk cId="0" sldId="422"/>
            <ac:cxnSpMk id="8" creationId="{841BA325-6524-4DA8-A77D-C042B1DF59EE}"/>
          </ac:cxnSpMkLst>
        </pc:cxnChg>
      </pc:sldChg>
      <pc:sldChg chg="del">
        <pc:chgData name="tien.nguyenduc@hust.edu.vn" userId="1d425f06-52f5-490b-9f00-5a0d395ba4e9" providerId="ADAL" clId="{D531F470-C592-4016-B6E4-92691FE71882}" dt="2019-09-16T16:35:17.903" v="48" actId="2696"/>
        <pc:sldMkLst>
          <pc:docMk/>
          <pc:sldMk cId="0" sldId="427"/>
        </pc:sldMkLst>
      </pc:sldChg>
      <pc:sldChg chg="del">
        <pc:chgData name="tien.nguyenduc@hust.edu.vn" userId="1d425f06-52f5-490b-9f00-5a0d395ba4e9" providerId="ADAL" clId="{D531F470-C592-4016-B6E4-92691FE71882}" dt="2019-09-16T16:35:17.913" v="49" actId="2696"/>
        <pc:sldMkLst>
          <pc:docMk/>
          <pc:sldMk cId="0" sldId="428"/>
        </pc:sldMkLst>
      </pc:sldChg>
      <pc:sldChg chg="del">
        <pc:chgData name="tien.nguyenduc@hust.edu.vn" userId="1d425f06-52f5-490b-9f00-5a0d395ba4e9" providerId="ADAL" clId="{D531F470-C592-4016-B6E4-92691FE71882}" dt="2019-09-16T16:35:17.954" v="53" actId="2696"/>
        <pc:sldMkLst>
          <pc:docMk/>
          <pc:sldMk cId="0" sldId="429"/>
        </pc:sldMkLst>
      </pc:sldChg>
      <pc:sldChg chg="del">
        <pc:chgData name="tien.nguyenduc@hust.edu.vn" userId="1d425f06-52f5-490b-9f00-5a0d395ba4e9" providerId="ADAL" clId="{D531F470-C592-4016-B6E4-92691FE71882}" dt="2019-09-16T16:35:17.985" v="54" actId="2696"/>
        <pc:sldMkLst>
          <pc:docMk/>
          <pc:sldMk cId="0" sldId="430"/>
        </pc:sldMkLst>
      </pc:sldChg>
      <pc:sldChg chg="del">
        <pc:chgData name="tien.nguyenduc@hust.edu.vn" userId="1d425f06-52f5-490b-9f00-5a0d395ba4e9" providerId="ADAL" clId="{D531F470-C592-4016-B6E4-92691FE71882}" dt="2019-09-16T16:35:18.015" v="55" actId="2696"/>
        <pc:sldMkLst>
          <pc:docMk/>
          <pc:sldMk cId="0" sldId="431"/>
        </pc:sldMkLst>
      </pc:sldChg>
      <pc:sldChg chg="del">
        <pc:chgData name="tien.nguyenduc@hust.edu.vn" userId="1d425f06-52f5-490b-9f00-5a0d395ba4e9" providerId="ADAL" clId="{D531F470-C592-4016-B6E4-92691FE71882}" dt="2019-09-16T16:35:18.056" v="58" actId="2696"/>
        <pc:sldMkLst>
          <pc:docMk/>
          <pc:sldMk cId="0" sldId="436"/>
        </pc:sldMkLst>
      </pc:sldChg>
      <pc:sldChg chg="del">
        <pc:chgData name="tien.nguyenduc@hust.edu.vn" userId="1d425f06-52f5-490b-9f00-5a0d395ba4e9" providerId="ADAL" clId="{D531F470-C592-4016-B6E4-92691FE71882}" dt="2019-09-16T16:35:18.096" v="60" actId="2696"/>
        <pc:sldMkLst>
          <pc:docMk/>
          <pc:sldMk cId="0" sldId="437"/>
        </pc:sldMkLst>
      </pc:sldChg>
      <pc:sldChg chg="del">
        <pc:chgData name="tien.nguyenduc@hust.edu.vn" userId="1d425f06-52f5-490b-9f00-5a0d395ba4e9" providerId="ADAL" clId="{D531F470-C592-4016-B6E4-92691FE71882}" dt="2019-09-16T16:35:18.114" v="61" actId="2696"/>
        <pc:sldMkLst>
          <pc:docMk/>
          <pc:sldMk cId="0" sldId="438"/>
        </pc:sldMkLst>
      </pc:sldChg>
      <pc:sldChg chg="del">
        <pc:chgData name="tien.nguyenduc@hust.edu.vn" userId="1d425f06-52f5-490b-9f00-5a0d395ba4e9" providerId="ADAL" clId="{D531F470-C592-4016-B6E4-92691FE71882}" dt="2019-09-16T16:35:18.165" v="65" actId="2696"/>
        <pc:sldMkLst>
          <pc:docMk/>
          <pc:sldMk cId="0" sldId="444"/>
        </pc:sldMkLst>
      </pc:sldChg>
      <pc:sldChg chg="del">
        <pc:chgData name="tien.nguyenduc@hust.edu.vn" userId="1d425f06-52f5-490b-9f00-5a0d395ba4e9" providerId="ADAL" clId="{D531F470-C592-4016-B6E4-92691FE71882}" dt="2019-09-16T16:35:18.177" v="66" actId="2696"/>
        <pc:sldMkLst>
          <pc:docMk/>
          <pc:sldMk cId="0" sldId="445"/>
        </pc:sldMkLst>
      </pc:sldChg>
      <pc:sldChg chg="del">
        <pc:chgData name="tien.nguyenduc@hust.edu.vn" userId="1d425f06-52f5-490b-9f00-5a0d395ba4e9" providerId="ADAL" clId="{D531F470-C592-4016-B6E4-92691FE71882}" dt="2019-09-16T16:35:18.208" v="68" actId="2696"/>
        <pc:sldMkLst>
          <pc:docMk/>
          <pc:sldMk cId="0" sldId="446"/>
        </pc:sldMkLst>
      </pc:sldChg>
      <pc:sldChg chg="del">
        <pc:chgData name="tien.nguyenduc@hust.edu.vn" userId="1d425f06-52f5-490b-9f00-5a0d395ba4e9" providerId="ADAL" clId="{D531F470-C592-4016-B6E4-92691FE71882}" dt="2019-09-16T16:35:17" v="2" actId="2696"/>
        <pc:sldMkLst>
          <pc:docMk/>
          <pc:sldMk cId="0" sldId="481"/>
        </pc:sldMkLst>
      </pc:sldChg>
      <pc:sldChg chg="del">
        <pc:chgData name="tien.nguyenduc@hust.edu.vn" userId="1d425f06-52f5-490b-9f00-5a0d395ba4e9" providerId="ADAL" clId="{D531F470-C592-4016-B6E4-92691FE71882}" dt="2019-09-16T16:35:17.022" v="4" actId="2696"/>
        <pc:sldMkLst>
          <pc:docMk/>
          <pc:sldMk cId="0" sldId="482"/>
        </pc:sldMkLst>
      </pc:sldChg>
      <pc:sldChg chg="del">
        <pc:chgData name="tien.nguyenduc@hust.edu.vn" userId="1d425f06-52f5-490b-9f00-5a0d395ba4e9" providerId="ADAL" clId="{D531F470-C592-4016-B6E4-92691FE71882}" dt="2019-09-16T16:35:17.053" v="6" actId="2696"/>
        <pc:sldMkLst>
          <pc:docMk/>
          <pc:sldMk cId="0" sldId="483"/>
        </pc:sldMkLst>
      </pc:sldChg>
      <pc:sldChg chg="modSp">
        <pc:chgData name="tien.nguyenduc@hust.edu.vn" userId="1d425f06-52f5-490b-9f00-5a0d395ba4e9" providerId="ADAL" clId="{D531F470-C592-4016-B6E4-92691FE71882}" dt="2019-10-01T03:05:24.707" v="8029" actId="20577"/>
        <pc:sldMkLst>
          <pc:docMk/>
          <pc:sldMk cId="0" sldId="485"/>
        </pc:sldMkLst>
        <pc:spChg chg="mod">
          <ac:chgData name="tien.nguyenduc@hust.edu.vn" userId="1d425f06-52f5-490b-9f00-5a0d395ba4e9" providerId="ADAL" clId="{D531F470-C592-4016-B6E4-92691FE71882}" dt="2019-10-01T03:05:24.707" v="8029" actId="20577"/>
          <ac:spMkLst>
            <pc:docMk/>
            <pc:sldMk cId="0" sldId="485"/>
            <ac:spMk id="57346" creationId="{00000000-0000-0000-0000-000000000000}"/>
          </ac:spMkLst>
        </pc:spChg>
      </pc:sldChg>
      <pc:sldChg chg="addSp delSp modSp addCm delCm">
        <pc:chgData name="tien.nguyenduc@hust.edu.vn" userId="1d425f06-52f5-490b-9f00-5a0d395ba4e9" providerId="ADAL" clId="{D531F470-C592-4016-B6E4-92691FE71882}" dt="2019-09-24T05:16:15.233" v="7631" actId="1076"/>
        <pc:sldMkLst>
          <pc:docMk/>
          <pc:sldMk cId="0" sldId="491"/>
        </pc:sldMkLst>
        <pc:spChg chg="add mod">
          <ac:chgData name="tien.nguyenduc@hust.edu.vn" userId="1d425f06-52f5-490b-9f00-5a0d395ba4e9" providerId="ADAL" clId="{D531F470-C592-4016-B6E4-92691FE71882}" dt="2019-09-24T05:13:07.403" v="7591" actId="1076"/>
          <ac:spMkLst>
            <pc:docMk/>
            <pc:sldMk cId="0" sldId="491"/>
            <ac:spMk id="2" creationId="{B32F655C-3DF3-435D-BC97-C4430EA608EE}"/>
          </ac:spMkLst>
        </pc:spChg>
        <pc:spChg chg="add mod">
          <ac:chgData name="tien.nguyenduc@hust.edu.vn" userId="1d425f06-52f5-490b-9f00-5a0d395ba4e9" providerId="ADAL" clId="{D531F470-C592-4016-B6E4-92691FE71882}" dt="2019-09-24T05:13:27.879" v="7611" actId="1076"/>
          <ac:spMkLst>
            <pc:docMk/>
            <pc:sldMk cId="0" sldId="491"/>
            <ac:spMk id="3" creationId="{B5CC9612-73BC-46AD-9DD1-58FEBFB6915E}"/>
          </ac:spMkLst>
        </pc:spChg>
        <pc:spChg chg="add mod">
          <ac:chgData name="tien.nguyenduc@hust.edu.vn" userId="1d425f06-52f5-490b-9f00-5a0d395ba4e9" providerId="ADAL" clId="{D531F470-C592-4016-B6E4-92691FE71882}" dt="2019-09-24T05:14:00.684" v="7614" actId="692"/>
          <ac:spMkLst>
            <pc:docMk/>
            <pc:sldMk cId="0" sldId="491"/>
            <ac:spMk id="4" creationId="{14A69633-92BE-4299-9EBD-B51B04F031A8}"/>
          </ac:spMkLst>
        </pc:spChg>
        <pc:spChg chg="add mod">
          <ac:chgData name="tien.nguyenduc@hust.edu.vn" userId="1d425f06-52f5-490b-9f00-5a0d395ba4e9" providerId="ADAL" clId="{D531F470-C592-4016-B6E4-92691FE71882}" dt="2019-09-24T05:16:15.233" v="7631" actId="1076"/>
          <ac:spMkLst>
            <pc:docMk/>
            <pc:sldMk cId="0" sldId="491"/>
            <ac:spMk id="5" creationId="{E868ABD8-778C-4C2D-A714-EA58E3450794}"/>
          </ac:spMkLst>
        </pc:spChg>
        <pc:spChg chg="add mod">
          <ac:chgData name="tien.nguyenduc@hust.edu.vn" userId="1d425f06-52f5-490b-9f00-5a0d395ba4e9" providerId="ADAL" clId="{D531F470-C592-4016-B6E4-92691FE71882}" dt="2019-09-24T05:12:54.341" v="7587" actId="1076"/>
          <ac:spMkLst>
            <pc:docMk/>
            <pc:sldMk cId="0" sldId="491"/>
            <ac:spMk id="8" creationId="{558827FF-A0C9-4115-ABE6-DB29A014E09F}"/>
          </ac:spMkLst>
        </pc:spChg>
        <pc:spChg chg="add mod">
          <ac:chgData name="tien.nguyenduc@hust.edu.vn" userId="1d425f06-52f5-490b-9f00-5a0d395ba4e9" providerId="ADAL" clId="{D531F470-C592-4016-B6E4-92691FE71882}" dt="2019-09-24T05:14:08.831" v="7617" actId="1076"/>
          <ac:spMkLst>
            <pc:docMk/>
            <pc:sldMk cId="0" sldId="491"/>
            <ac:spMk id="11" creationId="{68DAB0E9-C535-4EBB-9E3F-ED9EEE6D0404}"/>
          </ac:spMkLst>
        </pc:spChg>
        <pc:picChg chg="add mod">
          <ac:chgData name="tien.nguyenduc@hust.edu.vn" userId="1d425f06-52f5-490b-9f00-5a0d395ba4e9" providerId="ADAL" clId="{D531F470-C592-4016-B6E4-92691FE71882}" dt="2019-09-24T05:11:52.162" v="7552" actId="1076"/>
          <ac:picMkLst>
            <pc:docMk/>
            <pc:sldMk cId="0" sldId="491"/>
            <ac:picMk id="6" creationId="{1B6DD612-72F2-4694-80E3-B39C13FD57A4}"/>
          </ac:picMkLst>
        </pc:picChg>
        <pc:picChg chg="add mod">
          <ac:chgData name="tien.nguyenduc@hust.edu.vn" userId="1d425f06-52f5-490b-9f00-5a0d395ba4e9" providerId="ADAL" clId="{D531F470-C592-4016-B6E4-92691FE71882}" dt="2019-09-24T05:10:18.593" v="7545" actId="1076"/>
          <ac:picMkLst>
            <pc:docMk/>
            <pc:sldMk cId="0" sldId="491"/>
            <ac:picMk id="2050" creationId="{474BDA12-E605-426B-9A07-2A0122ED6744}"/>
          </ac:picMkLst>
        </pc:picChg>
        <pc:picChg chg="add del">
          <ac:chgData name="tien.nguyenduc@hust.edu.vn" userId="1d425f06-52f5-490b-9f00-5a0d395ba4e9" providerId="ADAL" clId="{D531F470-C592-4016-B6E4-92691FE71882}" dt="2019-09-24T05:11:37.321" v="7547" actId="478"/>
          <ac:picMkLst>
            <pc:docMk/>
            <pc:sldMk cId="0" sldId="491"/>
            <ac:picMk id="2052" creationId="{8055C116-3C5B-4708-8D27-E3973AC9C295}"/>
          </ac:picMkLst>
        </pc:picChg>
        <pc:picChg chg="add mod">
          <ac:chgData name="tien.nguyenduc@hust.edu.vn" userId="1d425f06-52f5-490b-9f00-5a0d395ba4e9" providerId="ADAL" clId="{D531F470-C592-4016-B6E4-92691FE71882}" dt="2019-09-24T05:11:48.918" v="7550" actId="1076"/>
          <ac:picMkLst>
            <pc:docMk/>
            <pc:sldMk cId="0" sldId="491"/>
            <ac:picMk id="2054" creationId="{2BA1712D-A07D-4030-80A3-B1DC0695DE57}"/>
          </ac:picMkLst>
        </pc:picChg>
        <pc:picChg chg="add mod">
          <ac:chgData name="tien.nguyenduc@hust.edu.vn" userId="1d425f06-52f5-490b-9f00-5a0d395ba4e9" providerId="ADAL" clId="{D531F470-C592-4016-B6E4-92691FE71882}" dt="2019-09-24T05:15:19.929" v="7621" actId="1076"/>
          <ac:picMkLst>
            <pc:docMk/>
            <pc:sldMk cId="0" sldId="491"/>
            <ac:picMk id="2056" creationId="{2F638A76-86E4-4999-8EB5-0634A8DDC2B6}"/>
          </ac:picMkLst>
        </pc:picChg>
      </pc:sldChg>
      <pc:sldChg chg="modSp modNotesTx">
        <pc:chgData name="tien.nguyenduc@hust.edu.vn" userId="1d425f06-52f5-490b-9f00-5a0d395ba4e9" providerId="ADAL" clId="{D531F470-C592-4016-B6E4-92691FE71882}" dt="2019-10-01T07:03:32.835" v="17691" actId="6549"/>
        <pc:sldMkLst>
          <pc:docMk/>
          <pc:sldMk cId="0" sldId="493"/>
        </pc:sldMkLst>
        <pc:spChg chg="mod">
          <ac:chgData name="tien.nguyenduc@hust.edu.vn" userId="1d425f06-52f5-490b-9f00-5a0d395ba4e9" providerId="ADAL" clId="{D531F470-C592-4016-B6E4-92691FE71882}" dt="2019-10-01T06:57:54.767" v="16338" actId="20577"/>
          <ac:spMkLst>
            <pc:docMk/>
            <pc:sldMk cId="0" sldId="493"/>
            <ac:spMk id="45058" creationId="{00000000-0000-0000-0000-000000000000}"/>
          </ac:spMkLst>
        </pc:spChg>
        <pc:spChg chg="mod">
          <ac:chgData name="tien.nguyenduc@hust.edu.vn" userId="1d425f06-52f5-490b-9f00-5a0d395ba4e9" providerId="ADAL" clId="{D531F470-C592-4016-B6E4-92691FE71882}" dt="2019-10-01T07:03:32.835" v="17691" actId="6549"/>
          <ac:spMkLst>
            <pc:docMk/>
            <pc:sldMk cId="0" sldId="493"/>
            <ac:spMk id="45059" creationId="{00000000-0000-0000-0000-000000000000}"/>
          </ac:spMkLst>
        </pc:spChg>
      </pc:sldChg>
      <pc:sldChg chg="del">
        <pc:chgData name="tien.nguyenduc@hust.edu.vn" userId="1d425f06-52f5-490b-9f00-5a0d395ba4e9" providerId="ADAL" clId="{D531F470-C592-4016-B6E4-92691FE71882}" dt="2019-09-16T16:35:16.953" v="0" actId="2696"/>
        <pc:sldMkLst>
          <pc:docMk/>
          <pc:sldMk cId="0" sldId="494"/>
        </pc:sldMkLst>
      </pc:sldChg>
      <pc:sldChg chg="del">
        <pc:chgData name="tien.nguyenduc@hust.edu.vn" userId="1d425f06-52f5-490b-9f00-5a0d395ba4e9" providerId="ADAL" clId="{D531F470-C592-4016-B6E4-92691FE71882}" dt="2019-09-16T16:35:17.873" v="46" actId="2696"/>
        <pc:sldMkLst>
          <pc:docMk/>
          <pc:sldMk cId="0" sldId="495"/>
        </pc:sldMkLst>
      </pc:sldChg>
      <pc:sldChg chg="del">
        <pc:chgData name="tien.nguyenduc@hust.edu.vn" userId="1d425f06-52f5-490b-9f00-5a0d395ba4e9" providerId="ADAL" clId="{D531F470-C592-4016-B6E4-92691FE71882}" dt="2019-09-16T16:35:18.137" v="63" actId="2696"/>
        <pc:sldMkLst>
          <pc:docMk/>
          <pc:sldMk cId="0" sldId="496"/>
        </pc:sldMkLst>
      </pc:sldChg>
      <pc:sldChg chg="modSp">
        <pc:chgData name="tien.nguyenduc@hust.edu.vn" userId="1d425f06-52f5-490b-9f00-5a0d395ba4e9" providerId="ADAL" clId="{D531F470-C592-4016-B6E4-92691FE71882}" dt="2019-10-01T03:04:35.528" v="7939" actId="20577"/>
        <pc:sldMkLst>
          <pc:docMk/>
          <pc:sldMk cId="0" sldId="499"/>
        </pc:sldMkLst>
        <pc:spChg chg="mod">
          <ac:chgData name="tien.nguyenduc@hust.edu.vn" userId="1d425f06-52f5-490b-9f00-5a0d395ba4e9" providerId="ADAL" clId="{D531F470-C592-4016-B6E4-92691FE71882}" dt="2019-10-01T03:04:35.528" v="7939" actId="20577"/>
          <ac:spMkLst>
            <pc:docMk/>
            <pc:sldMk cId="0" sldId="499"/>
            <ac:spMk id="48130" creationId="{00000000-0000-0000-0000-000000000000}"/>
          </ac:spMkLst>
        </pc:spChg>
      </pc:sldChg>
      <pc:sldChg chg="modSp">
        <pc:chgData name="tien.nguyenduc@hust.edu.vn" userId="1d425f06-52f5-490b-9f00-5a0d395ba4e9" providerId="ADAL" clId="{D531F470-C592-4016-B6E4-92691FE71882}" dt="2019-10-01T03:08:39.258" v="8088" actId="20577"/>
        <pc:sldMkLst>
          <pc:docMk/>
          <pc:sldMk cId="0" sldId="504"/>
        </pc:sldMkLst>
        <pc:spChg chg="mod">
          <ac:chgData name="tien.nguyenduc@hust.edu.vn" userId="1d425f06-52f5-490b-9f00-5a0d395ba4e9" providerId="ADAL" clId="{D531F470-C592-4016-B6E4-92691FE71882}" dt="2019-10-01T03:08:39.258" v="8088" actId="20577"/>
          <ac:spMkLst>
            <pc:docMk/>
            <pc:sldMk cId="0" sldId="504"/>
            <ac:spMk id="69634" creationId="{00000000-0000-0000-0000-000000000000}"/>
          </ac:spMkLst>
        </pc:spChg>
      </pc:sldChg>
      <pc:sldChg chg="addSp delSp modSp modNotesTx">
        <pc:chgData name="tien.nguyenduc@hust.edu.vn" userId="1d425f06-52f5-490b-9f00-5a0d395ba4e9" providerId="ADAL" clId="{D531F470-C592-4016-B6E4-92691FE71882}" dt="2019-10-02T07:03:14.568" v="19225" actId="14100"/>
        <pc:sldMkLst>
          <pc:docMk/>
          <pc:sldMk cId="0" sldId="505"/>
        </pc:sldMkLst>
        <pc:spChg chg="mod">
          <ac:chgData name="tien.nguyenduc@hust.edu.vn" userId="1d425f06-52f5-490b-9f00-5a0d395ba4e9" providerId="ADAL" clId="{D531F470-C592-4016-B6E4-92691FE71882}" dt="2019-10-01T03:04:07.142" v="7841" actId="20577"/>
          <ac:spMkLst>
            <pc:docMk/>
            <pc:sldMk cId="0" sldId="505"/>
            <ac:spMk id="47107" creationId="{00000000-0000-0000-0000-000000000000}"/>
          </ac:spMkLst>
        </pc:spChg>
        <pc:spChg chg="mod">
          <ac:chgData name="tien.nguyenduc@hust.edu.vn" userId="1d425f06-52f5-490b-9f00-5a0d395ba4e9" providerId="ADAL" clId="{D531F470-C592-4016-B6E4-92691FE71882}" dt="2019-10-02T07:03:14.568" v="19225" actId="14100"/>
          <ac:spMkLst>
            <pc:docMk/>
            <pc:sldMk cId="0" sldId="505"/>
            <ac:spMk id="47109" creationId="{00000000-0000-0000-0000-000000000000}"/>
          </ac:spMkLst>
        </pc:spChg>
        <pc:grpChg chg="del">
          <ac:chgData name="tien.nguyenduc@hust.edu.vn" userId="1d425f06-52f5-490b-9f00-5a0d395ba4e9" providerId="ADAL" clId="{D531F470-C592-4016-B6E4-92691FE71882}" dt="2019-10-02T06:57:49.679" v="18678" actId="478"/>
          <ac:grpSpMkLst>
            <pc:docMk/>
            <pc:sldMk cId="0" sldId="505"/>
            <ac:grpSpMk id="47106" creationId="{00000000-0000-0000-0000-000000000000}"/>
          </ac:grpSpMkLst>
        </pc:grpChg>
        <pc:graphicFrameChg chg="add mod">
          <ac:chgData name="tien.nguyenduc@hust.edu.vn" userId="1d425f06-52f5-490b-9f00-5a0d395ba4e9" providerId="ADAL" clId="{D531F470-C592-4016-B6E4-92691FE71882}" dt="2019-10-02T06:59:44.514" v="18711" actId="12269"/>
          <ac:graphicFrameMkLst>
            <pc:docMk/>
            <pc:sldMk cId="0" sldId="505"/>
            <ac:graphicFrameMk id="2" creationId="{B226EEEB-7AE4-40B5-8E81-12FB26BA82E0}"/>
          </ac:graphicFrameMkLst>
        </pc:graphicFrameChg>
      </pc:sldChg>
      <pc:sldChg chg="del">
        <pc:chgData name="tien.nguyenduc@hust.edu.vn" userId="1d425f06-52f5-490b-9f00-5a0d395ba4e9" providerId="ADAL" clId="{D531F470-C592-4016-B6E4-92691FE71882}" dt="2019-09-16T16:35:18.114" v="62" actId="2696"/>
        <pc:sldMkLst>
          <pc:docMk/>
          <pc:sldMk cId="0" sldId="506"/>
        </pc:sldMkLst>
      </pc:sldChg>
      <pc:sldChg chg="del">
        <pc:chgData name="tien.nguyenduc@hust.edu.vn" userId="1d425f06-52f5-490b-9f00-5a0d395ba4e9" providerId="ADAL" clId="{D531F470-C592-4016-B6E4-92691FE71882}" dt="2019-09-16T16:35:18.084" v="59" actId="2696"/>
        <pc:sldMkLst>
          <pc:docMk/>
          <pc:sldMk cId="0" sldId="507"/>
        </pc:sldMkLst>
      </pc:sldChg>
      <pc:sldChg chg="del">
        <pc:chgData name="tien.nguyenduc@hust.edu.vn" userId="1d425f06-52f5-490b-9f00-5a0d395ba4e9" providerId="ADAL" clId="{D531F470-C592-4016-B6E4-92691FE71882}" dt="2019-09-16T16:35:18.045" v="57" actId="2696"/>
        <pc:sldMkLst>
          <pc:docMk/>
          <pc:sldMk cId="0" sldId="508"/>
        </pc:sldMkLst>
      </pc:sldChg>
      <pc:sldChg chg="addSp modSp modNotesTx">
        <pc:chgData name="tien.nguyenduc@hust.edu.vn" userId="1d425f06-52f5-490b-9f00-5a0d395ba4e9" providerId="ADAL" clId="{D531F470-C592-4016-B6E4-92691FE71882}" dt="2019-10-01T07:07:33.007" v="18589" actId="1076"/>
        <pc:sldMkLst>
          <pc:docMk/>
          <pc:sldMk cId="0" sldId="512"/>
        </pc:sldMkLst>
        <pc:spChg chg="add mod">
          <ac:chgData name="tien.nguyenduc@hust.edu.vn" userId="1d425f06-52f5-490b-9f00-5a0d395ba4e9" providerId="ADAL" clId="{D531F470-C592-4016-B6E4-92691FE71882}" dt="2019-10-01T07:07:24.721" v="18586" actId="1076"/>
          <ac:spMkLst>
            <pc:docMk/>
            <pc:sldMk cId="0" sldId="512"/>
            <ac:spMk id="2" creationId="{8A56559F-3F99-4474-84D2-FC2C9265194D}"/>
          </ac:spMkLst>
        </pc:spChg>
        <pc:spChg chg="add mod">
          <ac:chgData name="tien.nguyenduc@hust.edu.vn" userId="1d425f06-52f5-490b-9f00-5a0d395ba4e9" providerId="ADAL" clId="{D531F470-C592-4016-B6E4-92691FE71882}" dt="2019-10-01T07:07:33.007" v="18589" actId="1076"/>
          <ac:spMkLst>
            <pc:docMk/>
            <pc:sldMk cId="0" sldId="512"/>
            <ac:spMk id="12" creationId="{F67326DA-4E29-4D89-9BA4-354B5F17453B}"/>
          </ac:spMkLst>
        </pc:spChg>
        <pc:spChg chg="mod">
          <ac:chgData name="tien.nguyenduc@hust.edu.vn" userId="1d425f06-52f5-490b-9f00-5a0d395ba4e9" providerId="ADAL" clId="{D531F470-C592-4016-B6E4-92691FE71882}" dt="2019-10-01T07:07:23.051" v="18585" actId="1076"/>
          <ac:spMkLst>
            <pc:docMk/>
            <pc:sldMk cId="0" sldId="512"/>
            <ac:spMk id="40964" creationId="{00000000-0000-0000-0000-000000000000}"/>
          </ac:spMkLst>
        </pc:spChg>
        <pc:spChg chg="mod">
          <ac:chgData name="tien.nguyenduc@hust.edu.vn" userId="1d425f06-52f5-490b-9f00-5a0d395ba4e9" providerId="ADAL" clId="{D531F470-C592-4016-B6E4-92691FE71882}" dt="2019-10-01T07:04:00.063" v="17814" actId="20577"/>
          <ac:spMkLst>
            <pc:docMk/>
            <pc:sldMk cId="0" sldId="512"/>
            <ac:spMk id="46082" creationId="{00000000-0000-0000-0000-000000000000}"/>
          </ac:spMkLst>
        </pc:spChg>
        <pc:spChg chg="mod">
          <ac:chgData name="tien.nguyenduc@hust.edu.vn" userId="1d425f06-52f5-490b-9f00-5a0d395ba4e9" providerId="ADAL" clId="{D531F470-C592-4016-B6E4-92691FE71882}" dt="2019-10-01T07:04:45.392" v="18094" actId="20577"/>
          <ac:spMkLst>
            <pc:docMk/>
            <pc:sldMk cId="0" sldId="512"/>
            <ac:spMk id="46085" creationId="{00000000-0000-0000-0000-000000000000}"/>
          </ac:spMkLst>
        </pc:spChg>
        <pc:grpChg chg="mod">
          <ac:chgData name="tien.nguyenduc@hust.edu.vn" userId="1d425f06-52f5-490b-9f00-5a0d395ba4e9" providerId="ADAL" clId="{D531F470-C592-4016-B6E4-92691FE71882}" dt="2019-10-01T07:07:20.605" v="18584" actId="1076"/>
          <ac:grpSpMkLst>
            <pc:docMk/>
            <pc:sldMk cId="0" sldId="512"/>
            <ac:grpSpMk id="46083" creationId="{00000000-0000-0000-0000-000000000000}"/>
          </ac:grpSpMkLst>
        </pc:grpChg>
      </pc:sldChg>
      <pc:sldChg chg="del">
        <pc:chgData name="tien.nguyenduc@hust.edu.vn" userId="1d425f06-52f5-490b-9f00-5a0d395ba4e9" providerId="ADAL" clId="{D531F470-C592-4016-B6E4-92691FE71882}" dt="2019-09-16T16:35:18.033" v="56" actId="2696"/>
        <pc:sldMkLst>
          <pc:docMk/>
          <pc:sldMk cId="0" sldId="513"/>
        </pc:sldMkLst>
      </pc:sldChg>
      <pc:sldChg chg="modSp">
        <pc:chgData name="tien.nguyenduc@hust.edu.vn" userId="1d425f06-52f5-490b-9f00-5a0d395ba4e9" providerId="ADAL" clId="{D531F470-C592-4016-B6E4-92691FE71882}" dt="2019-09-24T04:59:23.764" v="6259" actId="20577"/>
        <pc:sldMkLst>
          <pc:docMk/>
          <pc:sldMk cId="0" sldId="519"/>
        </pc:sldMkLst>
        <pc:spChg chg="mod">
          <ac:chgData name="tien.nguyenduc@hust.edu.vn" userId="1d425f06-52f5-490b-9f00-5a0d395ba4e9" providerId="ADAL" clId="{D531F470-C592-4016-B6E4-92691FE71882}" dt="2019-09-24T04:59:23.764" v="6259" actId="20577"/>
          <ac:spMkLst>
            <pc:docMk/>
            <pc:sldMk cId="0" sldId="519"/>
            <ac:spMk id="36866" creationId="{00000000-0000-0000-0000-000000000000}"/>
          </ac:spMkLst>
        </pc:spChg>
        <pc:spChg chg="mod">
          <ac:chgData name="tien.nguyenduc@hust.edu.vn" userId="1d425f06-52f5-490b-9f00-5a0d395ba4e9" providerId="ADAL" clId="{D531F470-C592-4016-B6E4-92691FE71882}" dt="2019-09-24T04:56:00.087" v="5425" actId="20577"/>
          <ac:spMkLst>
            <pc:docMk/>
            <pc:sldMk cId="0" sldId="519"/>
            <ac:spMk id="36867" creationId="{00000000-0000-0000-0000-000000000000}"/>
          </ac:spMkLst>
        </pc:spChg>
      </pc:sldChg>
      <pc:sldChg chg="del">
        <pc:chgData name="tien.nguyenduc@hust.edu.vn" userId="1d425f06-52f5-490b-9f00-5a0d395ba4e9" providerId="ADAL" clId="{D531F470-C592-4016-B6E4-92691FE71882}" dt="2019-09-16T16:35:17.486" v="23" actId="2696"/>
        <pc:sldMkLst>
          <pc:docMk/>
          <pc:sldMk cId="0" sldId="540"/>
        </pc:sldMkLst>
      </pc:sldChg>
      <pc:sldChg chg="del">
        <pc:chgData name="tien.nguyenduc@hust.edu.vn" userId="1d425f06-52f5-490b-9f00-5a0d395ba4e9" providerId="ADAL" clId="{D531F470-C592-4016-B6E4-92691FE71882}" dt="2019-09-16T16:35:17.508" v="24" actId="2696"/>
        <pc:sldMkLst>
          <pc:docMk/>
          <pc:sldMk cId="0" sldId="542"/>
        </pc:sldMkLst>
      </pc:sldChg>
      <pc:sldChg chg="del">
        <pc:chgData name="tien.nguyenduc@hust.edu.vn" userId="1d425f06-52f5-490b-9f00-5a0d395ba4e9" providerId="ADAL" clId="{D531F470-C592-4016-B6E4-92691FE71882}" dt="2019-09-16T16:35:17.539" v="25" actId="2696"/>
        <pc:sldMkLst>
          <pc:docMk/>
          <pc:sldMk cId="0" sldId="543"/>
        </pc:sldMkLst>
      </pc:sldChg>
      <pc:sldChg chg="del">
        <pc:chgData name="tien.nguyenduc@hust.edu.vn" userId="1d425f06-52f5-490b-9f00-5a0d395ba4e9" providerId="ADAL" clId="{D531F470-C592-4016-B6E4-92691FE71882}" dt="2019-09-16T16:35:17.555" v="26" actId="2696"/>
        <pc:sldMkLst>
          <pc:docMk/>
          <pc:sldMk cId="0" sldId="545"/>
        </pc:sldMkLst>
      </pc:sldChg>
      <pc:sldChg chg="del">
        <pc:chgData name="tien.nguyenduc@hust.edu.vn" userId="1d425f06-52f5-490b-9f00-5a0d395ba4e9" providerId="ADAL" clId="{D531F470-C592-4016-B6E4-92691FE71882}" dt="2019-09-16T16:35:17.570" v="27" actId="2696"/>
        <pc:sldMkLst>
          <pc:docMk/>
          <pc:sldMk cId="0" sldId="546"/>
        </pc:sldMkLst>
      </pc:sldChg>
      <pc:sldChg chg="del">
        <pc:chgData name="tien.nguyenduc@hust.edu.vn" userId="1d425f06-52f5-490b-9f00-5a0d395ba4e9" providerId="ADAL" clId="{D531F470-C592-4016-B6E4-92691FE71882}" dt="2019-09-16T16:35:17.586" v="28" actId="2696"/>
        <pc:sldMkLst>
          <pc:docMk/>
          <pc:sldMk cId="0" sldId="547"/>
        </pc:sldMkLst>
      </pc:sldChg>
      <pc:sldChg chg="del">
        <pc:chgData name="tien.nguyenduc@hust.edu.vn" userId="1d425f06-52f5-490b-9f00-5a0d395ba4e9" providerId="ADAL" clId="{D531F470-C592-4016-B6E4-92691FE71882}" dt="2019-09-16T16:35:17.608" v="29" actId="2696"/>
        <pc:sldMkLst>
          <pc:docMk/>
          <pc:sldMk cId="0" sldId="551"/>
        </pc:sldMkLst>
      </pc:sldChg>
      <pc:sldChg chg="del">
        <pc:chgData name="tien.nguyenduc@hust.edu.vn" userId="1d425f06-52f5-490b-9f00-5a0d395ba4e9" providerId="ADAL" clId="{D531F470-C592-4016-B6E4-92691FE71882}" dt="2019-09-16T16:35:17.761" v="40" actId="2696"/>
        <pc:sldMkLst>
          <pc:docMk/>
          <pc:sldMk cId="0" sldId="553"/>
        </pc:sldMkLst>
      </pc:sldChg>
      <pc:sldChg chg="addSp modSp addCm">
        <pc:chgData name="tien.nguyenduc@hust.edu.vn" userId="1d425f06-52f5-490b-9f00-5a0d395ba4e9" providerId="ADAL" clId="{D531F470-C592-4016-B6E4-92691FE71882}" dt="2019-09-24T04:45:48.506" v="4200" actId="114"/>
        <pc:sldMkLst>
          <pc:docMk/>
          <pc:sldMk cId="0" sldId="590"/>
        </pc:sldMkLst>
        <pc:spChg chg="add mod">
          <ac:chgData name="tien.nguyenduc@hust.edu.vn" userId="1d425f06-52f5-490b-9f00-5a0d395ba4e9" providerId="ADAL" clId="{D531F470-C592-4016-B6E4-92691FE71882}" dt="2019-09-24T04:45:48.506" v="4200" actId="114"/>
          <ac:spMkLst>
            <pc:docMk/>
            <pc:sldMk cId="0" sldId="590"/>
            <ac:spMk id="5" creationId="{7B70A67C-4B64-4DCE-AE0C-574BF67D2BF6}"/>
          </ac:spMkLst>
        </pc:spChg>
        <pc:spChg chg="mod">
          <ac:chgData name="tien.nguyenduc@hust.edu.vn" userId="1d425f06-52f5-490b-9f00-5a0d395ba4e9" providerId="ADAL" clId="{D531F470-C592-4016-B6E4-92691FE71882}" dt="2019-09-24T04:34:19.387" v="3064" actId="6549"/>
          <ac:spMkLst>
            <pc:docMk/>
            <pc:sldMk cId="0" sldId="590"/>
            <ac:spMk id="33794" creationId="{00000000-0000-0000-0000-000000000000}"/>
          </ac:spMkLst>
        </pc:spChg>
        <pc:spChg chg="mod">
          <ac:chgData name="tien.nguyenduc@hust.edu.vn" userId="1d425f06-52f5-490b-9f00-5a0d395ba4e9" providerId="ADAL" clId="{D531F470-C592-4016-B6E4-92691FE71882}" dt="2019-09-24T04:42:15.099" v="3933" actId="6549"/>
          <ac:spMkLst>
            <pc:docMk/>
            <pc:sldMk cId="0" sldId="590"/>
            <ac:spMk id="33795" creationId="{00000000-0000-0000-0000-000000000000}"/>
          </ac:spMkLst>
        </pc:spChg>
        <pc:cxnChg chg="add mod">
          <ac:chgData name="tien.nguyenduc@hust.edu.vn" userId="1d425f06-52f5-490b-9f00-5a0d395ba4e9" providerId="ADAL" clId="{D531F470-C592-4016-B6E4-92691FE71882}" dt="2019-09-24T04:42:58.822" v="3937" actId="1076"/>
          <ac:cxnSpMkLst>
            <pc:docMk/>
            <pc:sldMk cId="0" sldId="590"/>
            <ac:cxnSpMk id="3" creationId="{A3291633-B492-4B37-BD05-48D7C23CFDAD}"/>
          </ac:cxnSpMkLst>
        </pc:cxnChg>
      </pc:sldChg>
      <pc:sldChg chg="addSp delSp modSp">
        <pc:chgData name="tien.nguyenduc@hust.edu.vn" userId="1d425f06-52f5-490b-9f00-5a0d395ba4e9" providerId="ADAL" clId="{D531F470-C592-4016-B6E4-92691FE71882}" dt="2019-10-01T02:55:02.074" v="7655"/>
        <pc:sldMkLst>
          <pc:docMk/>
          <pc:sldMk cId="0" sldId="600"/>
        </pc:sldMkLst>
        <pc:spChg chg="mod">
          <ac:chgData name="tien.nguyenduc@hust.edu.vn" userId="1d425f06-52f5-490b-9f00-5a0d395ba4e9" providerId="ADAL" clId="{D531F470-C592-4016-B6E4-92691FE71882}" dt="2019-09-24T05:07:37.756" v="6989" actId="20577"/>
          <ac:spMkLst>
            <pc:docMk/>
            <pc:sldMk cId="0" sldId="600"/>
            <ac:spMk id="39938" creationId="{00000000-0000-0000-0000-000000000000}"/>
          </ac:spMkLst>
        </pc:spChg>
        <pc:spChg chg="mod">
          <ac:chgData name="tien.nguyenduc@hust.edu.vn" userId="1d425f06-52f5-490b-9f00-5a0d395ba4e9" providerId="ADAL" clId="{D531F470-C592-4016-B6E4-92691FE71882}" dt="2019-09-24T05:09:37.865" v="7541" actId="20577"/>
          <ac:spMkLst>
            <pc:docMk/>
            <pc:sldMk cId="0" sldId="600"/>
            <ac:spMk id="39939" creationId="{00000000-0000-0000-0000-000000000000}"/>
          </ac:spMkLst>
        </pc:spChg>
        <pc:picChg chg="add del mod">
          <ac:chgData name="tien.nguyenduc@hust.edu.vn" userId="1d425f06-52f5-490b-9f00-5a0d395ba4e9" providerId="ADAL" clId="{D531F470-C592-4016-B6E4-92691FE71882}" dt="2019-10-01T02:53:27.851" v="7648"/>
          <ac:picMkLst>
            <pc:docMk/>
            <pc:sldMk cId="0" sldId="600"/>
            <ac:picMk id="3" creationId="{074AC2FD-DFC0-4802-98E2-E0F85DEF32FA}"/>
          </ac:picMkLst>
        </pc:picChg>
        <pc:picChg chg="add del mod">
          <ac:chgData name="tien.nguyenduc@hust.edu.vn" userId="1d425f06-52f5-490b-9f00-5a0d395ba4e9" providerId="ADAL" clId="{D531F470-C592-4016-B6E4-92691FE71882}" dt="2019-10-01T02:55:02.074" v="7655"/>
          <ac:picMkLst>
            <pc:docMk/>
            <pc:sldMk cId="0" sldId="600"/>
            <ac:picMk id="5" creationId="{81438B90-B22A-43B4-9B03-54354E7074B7}"/>
          </ac:picMkLst>
        </pc:picChg>
      </pc:sldChg>
      <pc:sldChg chg="modSp modNotesTx">
        <pc:chgData name="tien.nguyenduc@hust.edu.vn" userId="1d425f06-52f5-490b-9f00-5a0d395ba4e9" providerId="ADAL" clId="{D531F470-C592-4016-B6E4-92691FE71882}" dt="2019-09-24T05:18:23.407" v="7646" actId="6549"/>
        <pc:sldMkLst>
          <pc:docMk/>
          <pc:sldMk cId="0" sldId="603"/>
        </pc:sldMkLst>
        <pc:spChg chg="mod">
          <ac:chgData name="tien.nguyenduc@hust.edu.vn" userId="1d425f06-52f5-490b-9f00-5a0d395ba4e9" providerId="ADAL" clId="{D531F470-C592-4016-B6E4-92691FE71882}" dt="2019-09-24T05:00:24.005" v="6279" actId="20577"/>
          <ac:spMkLst>
            <pc:docMk/>
            <pc:sldMk cId="0" sldId="603"/>
            <ac:spMk id="38914" creationId="{00000000-0000-0000-0000-000000000000}"/>
          </ac:spMkLst>
        </pc:spChg>
        <pc:spChg chg="mod">
          <ac:chgData name="tien.nguyenduc@hust.edu.vn" userId="1d425f06-52f5-490b-9f00-5a0d395ba4e9" providerId="ADAL" clId="{D531F470-C592-4016-B6E4-92691FE71882}" dt="2019-09-24T05:02:02.558" v="6562" actId="6549"/>
          <ac:spMkLst>
            <pc:docMk/>
            <pc:sldMk cId="0" sldId="603"/>
            <ac:spMk id="38915" creationId="{00000000-0000-0000-0000-000000000000}"/>
          </ac:spMkLst>
        </pc:spChg>
        <pc:spChg chg="mod">
          <ac:chgData name="tien.nguyenduc@hust.edu.vn" userId="1d425f06-52f5-490b-9f00-5a0d395ba4e9" providerId="ADAL" clId="{D531F470-C592-4016-B6E4-92691FE71882}" dt="2019-09-24T05:05:04.734" v="6662" actId="20577"/>
          <ac:spMkLst>
            <pc:docMk/>
            <pc:sldMk cId="0" sldId="603"/>
            <ac:spMk id="38916" creationId="{00000000-0000-0000-0000-000000000000}"/>
          </ac:spMkLst>
        </pc:spChg>
        <pc:spChg chg="mod">
          <ac:chgData name="tien.nguyenduc@hust.edu.vn" userId="1d425f06-52f5-490b-9f00-5a0d395ba4e9" providerId="ADAL" clId="{D531F470-C592-4016-B6E4-92691FE71882}" dt="2019-09-24T05:05:13.459" v="6696" actId="20577"/>
          <ac:spMkLst>
            <pc:docMk/>
            <pc:sldMk cId="0" sldId="603"/>
            <ac:spMk id="38917" creationId="{00000000-0000-0000-0000-000000000000}"/>
          </ac:spMkLst>
        </pc:spChg>
        <pc:spChg chg="mod">
          <ac:chgData name="tien.nguyenduc@hust.edu.vn" userId="1d425f06-52f5-490b-9f00-5a0d395ba4e9" providerId="ADAL" clId="{D531F470-C592-4016-B6E4-92691FE71882}" dt="2019-09-24T05:05:59.531" v="6846" actId="20577"/>
          <ac:spMkLst>
            <pc:docMk/>
            <pc:sldMk cId="0" sldId="603"/>
            <ac:spMk id="38918" creationId="{00000000-0000-0000-0000-000000000000}"/>
          </ac:spMkLst>
        </pc:spChg>
        <pc:spChg chg="mod">
          <ac:chgData name="tien.nguyenduc@hust.edu.vn" userId="1d425f06-52f5-490b-9f00-5a0d395ba4e9" providerId="ADAL" clId="{D531F470-C592-4016-B6E4-92691FE71882}" dt="2019-09-24T05:02:08.908" v="6563" actId="1076"/>
          <ac:spMkLst>
            <pc:docMk/>
            <pc:sldMk cId="0" sldId="603"/>
            <ac:spMk id="38919" creationId="{00000000-0000-0000-0000-000000000000}"/>
          </ac:spMkLst>
        </pc:spChg>
        <pc:spChg chg="mod">
          <ac:chgData name="tien.nguyenduc@hust.edu.vn" userId="1d425f06-52f5-490b-9f00-5a0d395ba4e9" providerId="ADAL" clId="{D531F470-C592-4016-B6E4-92691FE71882}" dt="2019-09-24T05:02:08.908" v="6563" actId="1076"/>
          <ac:spMkLst>
            <pc:docMk/>
            <pc:sldMk cId="0" sldId="603"/>
            <ac:spMk id="38920" creationId="{00000000-0000-0000-0000-000000000000}"/>
          </ac:spMkLst>
        </pc:spChg>
        <pc:spChg chg="mod">
          <ac:chgData name="tien.nguyenduc@hust.edu.vn" userId="1d425f06-52f5-490b-9f00-5a0d395ba4e9" providerId="ADAL" clId="{D531F470-C592-4016-B6E4-92691FE71882}" dt="2019-09-24T05:02:08.908" v="6563" actId="1076"/>
          <ac:spMkLst>
            <pc:docMk/>
            <pc:sldMk cId="0" sldId="603"/>
            <ac:spMk id="38921" creationId="{00000000-0000-0000-0000-000000000000}"/>
          </ac:spMkLst>
        </pc:spChg>
        <pc:spChg chg="mod">
          <ac:chgData name="tien.nguyenduc@hust.edu.vn" userId="1d425f06-52f5-490b-9f00-5a0d395ba4e9" providerId="ADAL" clId="{D531F470-C592-4016-B6E4-92691FE71882}" dt="2019-09-24T05:02:08.908" v="6563" actId="1076"/>
          <ac:spMkLst>
            <pc:docMk/>
            <pc:sldMk cId="0" sldId="603"/>
            <ac:spMk id="38922" creationId="{00000000-0000-0000-0000-000000000000}"/>
          </ac:spMkLst>
        </pc:spChg>
        <pc:spChg chg="mod">
          <ac:chgData name="tien.nguyenduc@hust.edu.vn" userId="1d425f06-52f5-490b-9f00-5a0d395ba4e9" providerId="ADAL" clId="{D531F470-C592-4016-B6E4-92691FE71882}" dt="2019-09-24T05:04:57.735" v="6645" actId="20577"/>
          <ac:spMkLst>
            <pc:docMk/>
            <pc:sldMk cId="0" sldId="603"/>
            <ac:spMk id="38923" creationId="{00000000-0000-0000-0000-000000000000}"/>
          </ac:spMkLst>
        </pc:spChg>
        <pc:spChg chg="mod">
          <ac:chgData name="tien.nguyenduc@hust.edu.vn" userId="1d425f06-52f5-490b-9f00-5a0d395ba4e9" providerId="ADAL" clId="{D531F470-C592-4016-B6E4-92691FE71882}" dt="2019-09-24T05:06:33.647" v="6880" actId="20577"/>
          <ac:spMkLst>
            <pc:docMk/>
            <pc:sldMk cId="0" sldId="603"/>
            <ac:spMk id="38924" creationId="{00000000-0000-0000-0000-000000000000}"/>
          </ac:spMkLst>
        </pc:spChg>
        <pc:spChg chg="mod">
          <ac:chgData name="tien.nguyenduc@hust.edu.vn" userId="1d425f06-52f5-490b-9f00-5a0d395ba4e9" providerId="ADAL" clId="{D531F470-C592-4016-B6E4-92691FE71882}" dt="2019-09-24T05:02:08.908" v="6563" actId="1076"/>
          <ac:spMkLst>
            <pc:docMk/>
            <pc:sldMk cId="0" sldId="603"/>
            <ac:spMk id="38925" creationId="{00000000-0000-0000-0000-000000000000}"/>
          </ac:spMkLst>
        </pc:spChg>
        <pc:spChg chg="mod">
          <ac:chgData name="tien.nguyenduc@hust.edu.vn" userId="1d425f06-52f5-490b-9f00-5a0d395ba4e9" providerId="ADAL" clId="{D531F470-C592-4016-B6E4-92691FE71882}" dt="2019-09-24T05:06:56.705" v="6924" actId="20577"/>
          <ac:spMkLst>
            <pc:docMk/>
            <pc:sldMk cId="0" sldId="603"/>
            <ac:spMk id="38926" creationId="{00000000-0000-0000-0000-000000000000}"/>
          </ac:spMkLst>
        </pc:spChg>
      </pc:sldChg>
      <pc:sldChg chg="del">
        <pc:chgData name="tien.nguyenduc@hust.edu.vn" userId="1d425f06-52f5-490b-9f00-5a0d395ba4e9" providerId="ADAL" clId="{D531F470-C592-4016-B6E4-92691FE71882}" dt="2019-09-16T16:35:17.038" v="5" actId="2696"/>
        <pc:sldMkLst>
          <pc:docMk/>
          <pc:sldMk cId="0" sldId="604"/>
        </pc:sldMkLst>
      </pc:sldChg>
      <pc:sldChg chg="addSp modSp modNotesTx">
        <pc:chgData name="tien.nguyenduc@hust.edu.vn" userId="1d425f06-52f5-490b-9f00-5a0d395ba4e9" providerId="ADAL" clId="{D531F470-C592-4016-B6E4-92691FE71882}" dt="2019-10-01T06:57:14.842" v="16251" actId="14100"/>
        <pc:sldMkLst>
          <pc:docMk/>
          <pc:sldMk cId="0" sldId="607"/>
        </pc:sldMkLst>
        <pc:spChg chg="add mod ord">
          <ac:chgData name="tien.nguyenduc@hust.edu.vn" userId="1d425f06-52f5-490b-9f00-5a0d395ba4e9" providerId="ADAL" clId="{D531F470-C592-4016-B6E4-92691FE71882}" dt="2019-10-01T06:49:37.269" v="15715" actId="14100"/>
          <ac:spMkLst>
            <pc:docMk/>
            <pc:sldMk cId="0" sldId="607"/>
            <ac:spMk id="2" creationId="{0793FB7E-E6BE-405E-906F-536DC74F90A4}"/>
          </ac:spMkLst>
        </pc:spChg>
        <pc:spChg chg="mod">
          <ac:chgData name="tien.nguyenduc@hust.edu.vn" userId="1d425f06-52f5-490b-9f00-5a0d395ba4e9" providerId="ADAL" clId="{D531F470-C592-4016-B6E4-92691FE71882}" dt="2019-10-01T06:57:14.842" v="16251" actId="14100"/>
          <ac:spMkLst>
            <pc:docMk/>
            <pc:sldMk cId="0" sldId="607"/>
            <ac:spMk id="43010" creationId="{00000000-0000-0000-0000-000000000000}"/>
          </ac:spMkLst>
        </pc:spChg>
        <pc:spChg chg="mod">
          <ac:chgData name="tien.nguyenduc@hust.edu.vn" userId="1d425f06-52f5-490b-9f00-5a0d395ba4e9" providerId="ADAL" clId="{D531F470-C592-4016-B6E4-92691FE71882}" dt="2019-10-01T06:48:31.965" v="15706" actId="1076"/>
          <ac:spMkLst>
            <pc:docMk/>
            <pc:sldMk cId="0" sldId="607"/>
            <ac:spMk id="43014" creationId="{00000000-0000-0000-0000-000000000000}"/>
          </ac:spMkLst>
        </pc:spChg>
        <pc:spChg chg="mod">
          <ac:chgData name="tien.nguyenduc@hust.edu.vn" userId="1d425f06-52f5-490b-9f00-5a0d395ba4e9" providerId="ADAL" clId="{D531F470-C592-4016-B6E4-92691FE71882}" dt="2019-10-01T06:50:32.346" v="15897" actId="20577"/>
          <ac:spMkLst>
            <pc:docMk/>
            <pc:sldMk cId="0" sldId="607"/>
            <ac:spMk id="43015" creationId="{00000000-0000-0000-0000-000000000000}"/>
          </ac:spMkLst>
        </pc:spChg>
        <pc:picChg chg="mod">
          <ac:chgData name="tien.nguyenduc@hust.edu.vn" userId="1d425f06-52f5-490b-9f00-5a0d395ba4e9" providerId="ADAL" clId="{D531F470-C592-4016-B6E4-92691FE71882}" dt="2019-10-01T06:49:10.169" v="15709"/>
          <ac:picMkLst>
            <pc:docMk/>
            <pc:sldMk cId="0" sldId="607"/>
            <ac:picMk id="43013" creationId="{00000000-0000-0000-0000-000000000000}"/>
          </ac:picMkLst>
        </pc:picChg>
      </pc:sldChg>
      <pc:sldChg chg="modSp modNotesTx">
        <pc:chgData name="tien.nguyenduc@hust.edu.vn" userId="1d425f06-52f5-490b-9f00-5a0d395ba4e9" providerId="ADAL" clId="{D531F470-C592-4016-B6E4-92691FE71882}" dt="2019-10-01T06:57:18.589" v="16252" actId="14100"/>
        <pc:sldMkLst>
          <pc:docMk/>
          <pc:sldMk cId="0" sldId="608"/>
        </pc:sldMkLst>
        <pc:spChg chg="mod">
          <ac:chgData name="tien.nguyenduc@hust.edu.vn" userId="1d425f06-52f5-490b-9f00-5a0d395ba4e9" providerId="ADAL" clId="{D531F470-C592-4016-B6E4-92691FE71882}" dt="2019-10-01T06:57:18.589" v="16252" actId="14100"/>
          <ac:spMkLst>
            <pc:docMk/>
            <pc:sldMk cId="0" sldId="608"/>
            <ac:spMk id="44035" creationId="{00000000-0000-0000-0000-000000000000}"/>
          </ac:spMkLst>
        </pc:spChg>
        <pc:graphicFrameChg chg="mod">
          <ac:chgData name="tien.nguyenduc@hust.edu.vn" userId="1d425f06-52f5-490b-9f00-5a0d395ba4e9" providerId="ADAL" clId="{D531F470-C592-4016-B6E4-92691FE71882}" dt="2019-10-01T06:51:51.826" v="15976"/>
          <ac:graphicFrameMkLst>
            <pc:docMk/>
            <pc:sldMk cId="0" sldId="608"/>
            <ac:graphicFrameMk id="44034" creationId="{00000000-0000-0000-0000-000000000000}"/>
          </ac:graphicFrameMkLst>
        </pc:graphicFrameChg>
      </pc:sldChg>
      <pc:sldChg chg="addSp modSp modNotesTx">
        <pc:chgData name="tien.nguyenduc@hust.edu.vn" userId="1d425f06-52f5-490b-9f00-5a0d395ba4e9" providerId="ADAL" clId="{D531F470-C592-4016-B6E4-92691FE71882}" dt="2019-10-01T02:55:15.167" v="7657" actId="14100"/>
        <pc:sldMkLst>
          <pc:docMk/>
          <pc:sldMk cId="0" sldId="609"/>
        </pc:sldMkLst>
        <pc:spChg chg="mod">
          <ac:chgData name="tien.nguyenduc@hust.edu.vn" userId="1d425f06-52f5-490b-9f00-5a0d395ba4e9" providerId="ADAL" clId="{D531F470-C592-4016-B6E4-92691FE71882}" dt="2019-09-24T04:46:28.621" v="4328" actId="20577"/>
          <ac:spMkLst>
            <pc:docMk/>
            <pc:sldMk cId="0" sldId="609"/>
            <ac:spMk id="34818" creationId="{00000000-0000-0000-0000-000000000000}"/>
          </ac:spMkLst>
        </pc:spChg>
        <pc:spChg chg="mod">
          <ac:chgData name="tien.nguyenduc@hust.edu.vn" userId="1d425f06-52f5-490b-9f00-5a0d395ba4e9" providerId="ADAL" clId="{D531F470-C592-4016-B6E4-92691FE71882}" dt="2019-09-24T04:53:06.982" v="5059" actId="6549"/>
          <ac:spMkLst>
            <pc:docMk/>
            <pc:sldMk cId="0" sldId="609"/>
            <ac:spMk id="34819" creationId="{00000000-0000-0000-0000-000000000000}"/>
          </ac:spMkLst>
        </pc:spChg>
        <pc:picChg chg="add mod">
          <ac:chgData name="tien.nguyenduc@hust.edu.vn" userId="1d425f06-52f5-490b-9f00-5a0d395ba4e9" providerId="ADAL" clId="{D531F470-C592-4016-B6E4-92691FE71882}" dt="2019-10-01T02:55:15.167" v="7657" actId="14100"/>
          <ac:picMkLst>
            <pc:docMk/>
            <pc:sldMk cId="0" sldId="609"/>
            <ac:picMk id="4" creationId="{A806D188-051F-432D-957E-5B88CC83395A}"/>
          </ac:picMkLst>
        </pc:picChg>
      </pc:sldChg>
      <pc:sldChg chg="modSp modNotesTx">
        <pc:chgData name="tien.nguyenduc@hust.edu.vn" userId="1d425f06-52f5-490b-9f00-5a0d395ba4e9" providerId="ADAL" clId="{D531F470-C592-4016-B6E4-92691FE71882}" dt="2019-09-24T04:55:49.379" v="5408" actId="20577"/>
        <pc:sldMkLst>
          <pc:docMk/>
          <pc:sldMk cId="0" sldId="610"/>
        </pc:sldMkLst>
        <pc:spChg chg="mod">
          <ac:chgData name="tien.nguyenduc@hust.edu.vn" userId="1d425f06-52f5-490b-9f00-5a0d395ba4e9" providerId="ADAL" clId="{D531F470-C592-4016-B6E4-92691FE71882}" dt="2019-09-24T04:53:21.880" v="5067" actId="20577"/>
          <ac:spMkLst>
            <pc:docMk/>
            <pc:sldMk cId="0" sldId="610"/>
            <ac:spMk id="35842" creationId="{00000000-0000-0000-0000-000000000000}"/>
          </ac:spMkLst>
        </pc:spChg>
        <pc:spChg chg="mod">
          <ac:chgData name="tien.nguyenduc@hust.edu.vn" userId="1d425f06-52f5-490b-9f00-5a0d395ba4e9" providerId="ADAL" clId="{D531F470-C592-4016-B6E4-92691FE71882}" dt="2019-09-24T04:55:49.379" v="5408" actId="20577"/>
          <ac:spMkLst>
            <pc:docMk/>
            <pc:sldMk cId="0" sldId="610"/>
            <ac:spMk id="35843" creationId="{00000000-0000-0000-0000-000000000000}"/>
          </ac:spMkLst>
        </pc:spChg>
      </pc:sldChg>
      <pc:sldChg chg="del">
        <pc:chgData name="tien.nguyenduc@hust.edu.vn" userId="1d425f06-52f5-490b-9f00-5a0d395ba4e9" providerId="ADAL" clId="{D531F470-C592-4016-B6E4-92691FE71882}" dt="2019-09-16T16:35:17.069" v="7" actId="2696"/>
        <pc:sldMkLst>
          <pc:docMk/>
          <pc:sldMk cId="0" sldId="617"/>
        </pc:sldMkLst>
      </pc:sldChg>
      <pc:sldChg chg="del">
        <pc:chgData name="tien.nguyenduc@hust.edu.vn" userId="1d425f06-52f5-490b-9f00-5a0d395ba4e9" providerId="ADAL" clId="{D531F470-C592-4016-B6E4-92691FE71882}" dt="2019-09-16T16:35:17.122" v="8" actId="2696"/>
        <pc:sldMkLst>
          <pc:docMk/>
          <pc:sldMk cId="0" sldId="618"/>
        </pc:sldMkLst>
      </pc:sldChg>
      <pc:sldChg chg="del">
        <pc:chgData name="tien.nguyenduc@hust.edu.vn" userId="1d425f06-52f5-490b-9f00-5a0d395ba4e9" providerId="ADAL" clId="{D531F470-C592-4016-B6E4-92691FE71882}" dt="2019-09-16T16:35:17.207" v="10" actId="2696"/>
        <pc:sldMkLst>
          <pc:docMk/>
          <pc:sldMk cId="0" sldId="619"/>
        </pc:sldMkLst>
      </pc:sldChg>
      <pc:sldChg chg="del">
        <pc:chgData name="tien.nguyenduc@hust.edu.vn" userId="1d425f06-52f5-490b-9f00-5a0d395ba4e9" providerId="ADAL" clId="{D531F470-C592-4016-B6E4-92691FE71882}" dt="2019-09-16T16:35:17.254" v="12" actId="2696"/>
        <pc:sldMkLst>
          <pc:docMk/>
          <pc:sldMk cId="0" sldId="620"/>
        </pc:sldMkLst>
      </pc:sldChg>
      <pc:sldChg chg="del">
        <pc:chgData name="tien.nguyenduc@hust.edu.vn" userId="1d425f06-52f5-490b-9f00-5a0d395ba4e9" providerId="ADAL" clId="{D531F470-C592-4016-B6E4-92691FE71882}" dt="2019-09-16T16:35:17.200" v="9" actId="2696"/>
        <pc:sldMkLst>
          <pc:docMk/>
          <pc:sldMk cId="0" sldId="622"/>
        </pc:sldMkLst>
      </pc:sldChg>
      <pc:sldChg chg="del">
        <pc:chgData name="tien.nguyenduc@hust.edu.vn" userId="1d425f06-52f5-490b-9f00-5a0d395ba4e9" providerId="ADAL" clId="{D531F470-C592-4016-B6E4-92691FE71882}" dt="2019-09-16T16:35:17.655" v="33" actId="2696"/>
        <pc:sldMkLst>
          <pc:docMk/>
          <pc:sldMk cId="0" sldId="623"/>
        </pc:sldMkLst>
      </pc:sldChg>
      <pc:sldChg chg="del">
        <pc:chgData name="tien.nguyenduc@hust.edu.vn" userId="1d425f06-52f5-490b-9f00-5a0d395ba4e9" providerId="ADAL" clId="{D531F470-C592-4016-B6E4-92691FE71882}" dt="2019-09-16T16:35:17.671" v="34" actId="2696"/>
        <pc:sldMkLst>
          <pc:docMk/>
          <pc:sldMk cId="0" sldId="624"/>
        </pc:sldMkLst>
      </pc:sldChg>
      <pc:sldChg chg="del">
        <pc:chgData name="tien.nguyenduc@hust.edu.vn" userId="1d425f06-52f5-490b-9f00-5a0d395ba4e9" providerId="ADAL" clId="{D531F470-C592-4016-B6E4-92691FE71882}" dt="2019-09-16T16:35:17.686" v="35" actId="2696"/>
        <pc:sldMkLst>
          <pc:docMk/>
          <pc:sldMk cId="0" sldId="625"/>
        </pc:sldMkLst>
      </pc:sldChg>
      <pc:sldChg chg="del">
        <pc:chgData name="tien.nguyenduc@hust.edu.vn" userId="1d425f06-52f5-490b-9f00-5a0d395ba4e9" providerId="ADAL" clId="{D531F470-C592-4016-B6E4-92691FE71882}" dt="2019-09-16T16:35:17.702" v="36" actId="2696"/>
        <pc:sldMkLst>
          <pc:docMk/>
          <pc:sldMk cId="0" sldId="626"/>
        </pc:sldMkLst>
      </pc:sldChg>
      <pc:sldChg chg="del">
        <pc:chgData name="tien.nguyenduc@hust.edu.vn" userId="1d425f06-52f5-490b-9f00-5a0d395ba4e9" providerId="ADAL" clId="{D531F470-C592-4016-B6E4-92691FE71882}" dt="2019-09-16T16:35:17.853" v="45" actId="2696"/>
        <pc:sldMkLst>
          <pc:docMk/>
          <pc:sldMk cId="0" sldId="627"/>
        </pc:sldMkLst>
      </pc:sldChg>
      <pc:sldChg chg="del">
        <pc:chgData name="tien.nguyenduc@hust.edu.vn" userId="1d425f06-52f5-490b-9f00-5a0d395ba4e9" providerId="ADAL" clId="{D531F470-C592-4016-B6E4-92691FE71882}" dt="2019-09-16T16:35:17.608" v="30" actId="2696"/>
        <pc:sldMkLst>
          <pc:docMk/>
          <pc:sldMk cId="0" sldId="628"/>
        </pc:sldMkLst>
      </pc:sldChg>
      <pc:sldChg chg="del">
        <pc:chgData name="tien.nguyenduc@hust.edu.vn" userId="1d425f06-52f5-490b-9f00-5a0d395ba4e9" providerId="ADAL" clId="{D531F470-C592-4016-B6E4-92691FE71882}" dt="2019-09-16T16:35:17.624" v="31" actId="2696"/>
        <pc:sldMkLst>
          <pc:docMk/>
          <pc:sldMk cId="0" sldId="629"/>
        </pc:sldMkLst>
      </pc:sldChg>
      <pc:sldChg chg="del">
        <pc:chgData name="tien.nguyenduc@hust.edu.vn" userId="1d425f06-52f5-490b-9f00-5a0d395ba4e9" providerId="ADAL" clId="{D531F470-C592-4016-B6E4-92691FE71882}" dt="2019-09-16T16:35:17.639" v="32" actId="2696"/>
        <pc:sldMkLst>
          <pc:docMk/>
          <pc:sldMk cId="0" sldId="630"/>
        </pc:sldMkLst>
      </pc:sldChg>
      <pc:sldChg chg="del">
        <pc:chgData name="tien.nguyenduc@hust.edu.vn" userId="1d425f06-52f5-490b-9f00-5a0d395ba4e9" providerId="ADAL" clId="{D531F470-C592-4016-B6E4-92691FE71882}" dt="2019-09-16T16:35:17.719" v="37" actId="2696"/>
        <pc:sldMkLst>
          <pc:docMk/>
          <pc:sldMk cId="0" sldId="631"/>
        </pc:sldMkLst>
      </pc:sldChg>
      <pc:sldChg chg="del">
        <pc:chgData name="tien.nguyenduc@hust.edu.vn" userId="1d425f06-52f5-490b-9f00-5a0d395ba4e9" providerId="ADAL" clId="{D531F470-C592-4016-B6E4-92691FE71882}" dt="2019-09-16T16:35:17.731" v="38" actId="2696"/>
        <pc:sldMkLst>
          <pc:docMk/>
          <pc:sldMk cId="0" sldId="632"/>
        </pc:sldMkLst>
      </pc:sldChg>
      <pc:sldChg chg="del">
        <pc:chgData name="tien.nguyenduc@hust.edu.vn" userId="1d425f06-52f5-490b-9f00-5a0d395ba4e9" providerId="ADAL" clId="{D531F470-C592-4016-B6E4-92691FE71882}" dt="2019-09-16T16:35:17.741" v="39" actId="2696"/>
        <pc:sldMkLst>
          <pc:docMk/>
          <pc:sldMk cId="0" sldId="633"/>
        </pc:sldMkLst>
      </pc:sldChg>
      <pc:sldChg chg="del">
        <pc:chgData name="tien.nguyenduc@hust.edu.vn" userId="1d425f06-52f5-490b-9f00-5a0d395ba4e9" providerId="ADAL" clId="{D531F470-C592-4016-B6E4-92691FE71882}" dt="2019-09-16T16:35:17.812" v="42" actId="2696"/>
        <pc:sldMkLst>
          <pc:docMk/>
          <pc:sldMk cId="0" sldId="640"/>
        </pc:sldMkLst>
      </pc:sldChg>
      <pc:sldChg chg="del">
        <pc:chgData name="tien.nguyenduc@hust.edu.vn" userId="1d425f06-52f5-490b-9f00-5a0d395ba4e9" providerId="ADAL" clId="{D531F470-C592-4016-B6E4-92691FE71882}" dt="2019-09-16T16:35:17.832" v="43" actId="2696"/>
        <pc:sldMkLst>
          <pc:docMk/>
          <pc:sldMk cId="0" sldId="642"/>
        </pc:sldMkLst>
      </pc:sldChg>
      <pc:sldChg chg="modSp">
        <pc:chgData name="tien.nguyenduc@hust.edu.vn" userId="1d425f06-52f5-490b-9f00-5a0d395ba4e9" providerId="ADAL" clId="{D531F470-C592-4016-B6E4-92691FE71882}" dt="2019-10-01T03:09:18.608" v="8114" actId="20577"/>
        <pc:sldMkLst>
          <pc:docMk/>
          <pc:sldMk cId="0" sldId="650"/>
        </pc:sldMkLst>
        <pc:spChg chg="mod">
          <ac:chgData name="tien.nguyenduc@hust.edu.vn" userId="1d425f06-52f5-490b-9f00-5a0d395ba4e9" providerId="ADAL" clId="{D531F470-C592-4016-B6E4-92691FE71882}" dt="2019-10-01T03:09:18.608" v="8114" actId="20577"/>
          <ac:spMkLst>
            <pc:docMk/>
            <pc:sldMk cId="0" sldId="650"/>
            <ac:spMk id="71682" creationId="{00000000-0000-0000-0000-000000000000}"/>
          </ac:spMkLst>
        </pc:spChg>
      </pc:sldChg>
      <pc:sldChg chg="addSp delSp modSp modAnim modNotesTx">
        <pc:chgData name="tien.nguyenduc@hust.edu.vn" userId="1d425f06-52f5-490b-9f00-5a0d395ba4e9" providerId="ADAL" clId="{D531F470-C592-4016-B6E4-92691FE71882}" dt="2019-09-24T04:33:41.406" v="2948" actId="14100"/>
        <pc:sldMkLst>
          <pc:docMk/>
          <pc:sldMk cId="0" sldId="659"/>
        </pc:sldMkLst>
        <pc:spChg chg="add mod">
          <ac:chgData name="tien.nguyenduc@hust.edu.vn" userId="1d425f06-52f5-490b-9f00-5a0d395ba4e9" providerId="ADAL" clId="{D531F470-C592-4016-B6E4-92691FE71882}" dt="2019-09-24T04:33:36.747" v="2947" actId="1076"/>
          <ac:spMkLst>
            <pc:docMk/>
            <pc:sldMk cId="0" sldId="659"/>
            <ac:spMk id="3" creationId="{A0AEB32B-6BFB-4B44-AD35-29B35476BCD8}"/>
          </ac:spMkLst>
        </pc:spChg>
        <pc:spChg chg="mod">
          <ac:chgData name="tien.nguyenduc@hust.edu.vn" userId="1d425f06-52f5-490b-9f00-5a0d395ba4e9" providerId="ADAL" clId="{D531F470-C592-4016-B6E4-92691FE71882}" dt="2019-09-24T04:29:30.888" v="2939" actId="1035"/>
          <ac:spMkLst>
            <pc:docMk/>
            <pc:sldMk cId="0" sldId="659"/>
            <ac:spMk id="32770" creationId="{00000000-0000-0000-0000-000000000000}"/>
          </ac:spMkLst>
        </pc:spChg>
        <pc:spChg chg="mod">
          <ac:chgData name="tien.nguyenduc@hust.edu.vn" userId="1d425f06-52f5-490b-9f00-5a0d395ba4e9" providerId="ADAL" clId="{D531F470-C592-4016-B6E4-92691FE71882}" dt="2019-09-24T03:19:38.122" v="1681" actId="20577"/>
          <ac:spMkLst>
            <pc:docMk/>
            <pc:sldMk cId="0" sldId="659"/>
            <ac:spMk id="32771" creationId="{00000000-0000-0000-0000-000000000000}"/>
          </ac:spMkLst>
        </pc:spChg>
        <pc:spChg chg="mod">
          <ac:chgData name="tien.nguyenduc@hust.edu.vn" userId="1d425f06-52f5-490b-9f00-5a0d395ba4e9" providerId="ADAL" clId="{D531F470-C592-4016-B6E4-92691FE71882}" dt="2019-09-24T04:33:41.406" v="2948" actId="14100"/>
          <ac:spMkLst>
            <pc:docMk/>
            <pc:sldMk cId="0" sldId="659"/>
            <ac:spMk id="32772" creationId="{00000000-0000-0000-0000-000000000000}"/>
          </ac:spMkLst>
        </pc:spChg>
        <pc:spChg chg="mod">
          <ac:chgData name="tien.nguyenduc@hust.edu.vn" userId="1d425f06-52f5-490b-9f00-5a0d395ba4e9" providerId="ADAL" clId="{D531F470-C592-4016-B6E4-92691FE71882}" dt="2019-09-24T04:29:30.888" v="2939" actId="1035"/>
          <ac:spMkLst>
            <pc:docMk/>
            <pc:sldMk cId="0" sldId="659"/>
            <ac:spMk id="32773" creationId="{00000000-0000-0000-0000-000000000000}"/>
          </ac:spMkLst>
        </pc:spChg>
        <pc:spChg chg="mod">
          <ac:chgData name="tien.nguyenduc@hust.edu.vn" userId="1d425f06-52f5-490b-9f00-5a0d395ba4e9" providerId="ADAL" clId="{D531F470-C592-4016-B6E4-92691FE71882}" dt="2019-09-24T04:29:30.888" v="2939" actId="1035"/>
          <ac:spMkLst>
            <pc:docMk/>
            <pc:sldMk cId="0" sldId="659"/>
            <ac:spMk id="32774" creationId="{00000000-0000-0000-0000-000000000000}"/>
          </ac:spMkLst>
        </pc:spChg>
        <pc:spChg chg="mod">
          <ac:chgData name="tien.nguyenduc@hust.edu.vn" userId="1d425f06-52f5-490b-9f00-5a0d395ba4e9" providerId="ADAL" clId="{D531F470-C592-4016-B6E4-92691FE71882}" dt="2019-09-24T04:29:30.888" v="2939" actId="1035"/>
          <ac:spMkLst>
            <pc:docMk/>
            <pc:sldMk cId="0" sldId="659"/>
            <ac:spMk id="32775" creationId="{00000000-0000-0000-0000-000000000000}"/>
          </ac:spMkLst>
        </pc:spChg>
        <pc:spChg chg="mod">
          <ac:chgData name="tien.nguyenduc@hust.edu.vn" userId="1d425f06-52f5-490b-9f00-5a0d395ba4e9" providerId="ADAL" clId="{D531F470-C592-4016-B6E4-92691FE71882}" dt="2019-09-24T04:29:30.888" v="2939" actId="1035"/>
          <ac:spMkLst>
            <pc:docMk/>
            <pc:sldMk cId="0" sldId="659"/>
            <ac:spMk id="32776" creationId="{00000000-0000-0000-0000-000000000000}"/>
          </ac:spMkLst>
        </pc:spChg>
        <pc:spChg chg="mod">
          <ac:chgData name="tien.nguyenduc@hust.edu.vn" userId="1d425f06-52f5-490b-9f00-5a0d395ba4e9" providerId="ADAL" clId="{D531F470-C592-4016-B6E4-92691FE71882}" dt="2019-09-24T04:29:30.888" v="2939" actId="1035"/>
          <ac:spMkLst>
            <pc:docMk/>
            <pc:sldMk cId="0" sldId="659"/>
            <ac:spMk id="32777" creationId="{00000000-0000-0000-0000-000000000000}"/>
          </ac:spMkLst>
        </pc:spChg>
        <pc:spChg chg="add del mod">
          <ac:chgData name="tien.nguyenduc@hust.edu.vn" userId="1d425f06-52f5-490b-9f00-5a0d395ba4e9" providerId="ADAL" clId="{D531F470-C592-4016-B6E4-92691FE71882}" dt="2019-09-24T04:29:30.888" v="2939" actId="1035"/>
          <ac:spMkLst>
            <pc:docMk/>
            <pc:sldMk cId="0" sldId="659"/>
            <ac:spMk id="32778" creationId="{00000000-0000-0000-0000-000000000000}"/>
          </ac:spMkLst>
        </pc:spChg>
        <pc:spChg chg="add del mod">
          <ac:chgData name="tien.nguyenduc@hust.edu.vn" userId="1d425f06-52f5-490b-9f00-5a0d395ba4e9" providerId="ADAL" clId="{D531F470-C592-4016-B6E4-92691FE71882}" dt="2019-09-24T04:29:30.888" v="2939" actId="1035"/>
          <ac:spMkLst>
            <pc:docMk/>
            <pc:sldMk cId="0" sldId="659"/>
            <ac:spMk id="32779" creationId="{00000000-0000-0000-0000-000000000000}"/>
          </ac:spMkLst>
        </pc:spChg>
        <pc:spChg chg="mod">
          <ac:chgData name="tien.nguyenduc@hust.edu.vn" userId="1d425f06-52f5-490b-9f00-5a0d395ba4e9" providerId="ADAL" clId="{D531F470-C592-4016-B6E4-92691FE71882}" dt="2019-09-24T04:29:30.888" v="2939" actId="1035"/>
          <ac:spMkLst>
            <pc:docMk/>
            <pc:sldMk cId="0" sldId="659"/>
            <ac:spMk id="32780" creationId="{00000000-0000-0000-0000-000000000000}"/>
          </ac:spMkLst>
        </pc:spChg>
        <pc:spChg chg="mod">
          <ac:chgData name="tien.nguyenduc@hust.edu.vn" userId="1d425f06-52f5-490b-9f00-5a0d395ba4e9" providerId="ADAL" clId="{D531F470-C592-4016-B6E4-92691FE71882}" dt="2019-09-24T04:29:30.888" v="2939" actId="1035"/>
          <ac:spMkLst>
            <pc:docMk/>
            <pc:sldMk cId="0" sldId="659"/>
            <ac:spMk id="32781" creationId="{00000000-0000-0000-0000-000000000000}"/>
          </ac:spMkLst>
        </pc:spChg>
        <pc:spChg chg="mod">
          <ac:chgData name="tien.nguyenduc@hust.edu.vn" userId="1d425f06-52f5-490b-9f00-5a0d395ba4e9" providerId="ADAL" clId="{D531F470-C592-4016-B6E4-92691FE71882}" dt="2019-09-24T04:29:30.888" v="2939" actId="1035"/>
          <ac:spMkLst>
            <pc:docMk/>
            <pc:sldMk cId="0" sldId="659"/>
            <ac:spMk id="32782" creationId="{00000000-0000-0000-0000-000000000000}"/>
          </ac:spMkLst>
        </pc:spChg>
        <pc:graphicFrameChg chg="add mod">
          <ac:chgData name="tien.nguyenduc@hust.edu.vn" userId="1d425f06-52f5-490b-9f00-5a0d395ba4e9" providerId="ADAL" clId="{D531F470-C592-4016-B6E4-92691FE71882}" dt="2019-09-24T04:28:51.437" v="2930" actId="1076"/>
          <ac:graphicFrameMkLst>
            <pc:docMk/>
            <pc:sldMk cId="0" sldId="659"/>
            <ac:graphicFrameMk id="2" creationId="{A3F0DCA1-2F27-4ADC-8A30-074D8D032F32}"/>
          </ac:graphicFrameMkLst>
        </pc:graphicFrameChg>
      </pc:sldChg>
      <pc:sldChg chg="del">
        <pc:chgData name="tien.nguyenduc@hust.edu.vn" userId="1d425f06-52f5-490b-9f00-5a0d395ba4e9" providerId="ADAL" clId="{D531F470-C592-4016-B6E4-92691FE71882}" dt="2019-09-16T16:35:18.157" v="64" actId="2696"/>
        <pc:sldMkLst>
          <pc:docMk/>
          <pc:sldMk cId="0" sldId="661"/>
        </pc:sldMkLst>
      </pc:sldChg>
      <pc:sldChg chg="del">
        <pc:chgData name="tien.nguyenduc@hust.edu.vn" userId="1d425f06-52f5-490b-9f00-5a0d395ba4e9" providerId="ADAL" clId="{D531F470-C592-4016-B6E4-92691FE71882}" dt="2019-09-16T16:35:18.185" v="67" actId="2696"/>
        <pc:sldMkLst>
          <pc:docMk/>
          <pc:sldMk cId="0" sldId="663"/>
        </pc:sldMkLst>
      </pc:sldChg>
      <pc:sldChg chg="del">
        <pc:chgData name="tien.nguyenduc@hust.edu.vn" userId="1d425f06-52f5-490b-9f00-5a0d395ba4e9" providerId="ADAL" clId="{D531F470-C592-4016-B6E4-92691FE71882}" dt="2019-09-16T16:35:17.922" v="50" actId="2696"/>
        <pc:sldMkLst>
          <pc:docMk/>
          <pc:sldMk cId="0" sldId="664"/>
        </pc:sldMkLst>
      </pc:sldChg>
      <pc:sldChg chg="del">
        <pc:chgData name="tien.nguyenduc@hust.edu.vn" userId="1d425f06-52f5-490b-9f00-5a0d395ba4e9" providerId="ADAL" clId="{D531F470-C592-4016-B6E4-92691FE71882}" dt="2019-09-16T16:35:17.932" v="51" actId="2696"/>
        <pc:sldMkLst>
          <pc:docMk/>
          <pc:sldMk cId="0" sldId="665"/>
        </pc:sldMkLst>
      </pc:sldChg>
      <pc:sldChg chg="del">
        <pc:chgData name="tien.nguyenduc@hust.edu.vn" userId="1d425f06-52f5-490b-9f00-5a0d395ba4e9" providerId="ADAL" clId="{D531F470-C592-4016-B6E4-92691FE71882}" dt="2019-09-16T16:35:17.944" v="52" actId="2696"/>
        <pc:sldMkLst>
          <pc:docMk/>
          <pc:sldMk cId="0" sldId="666"/>
        </pc:sldMkLst>
      </pc:sldChg>
      <pc:sldChg chg="del">
        <pc:chgData name="tien.nguyenduc@hust.edu.vn" userId="1d425f06-52f5-490b-9f00-5a0d395ba4e9" providerId="ADAL" clId="{D531F470-C592-4016-B6E4-92691FE71882}" dt="2019-09-16T16:35:18.216" v="69" actId="2696"/>
        <pc:sldMkLst>
          <pc:docMk/>
          <pc:sldMk cId="0" sldId="667"/>
        </pc:sldMkLst>
      </pc:sldChg>
      <pc:sldChg chg="del">
        <pc:chgData name="tien.nguyenduc@hust.edu.vn" userId="1d425f06-52f5-490b-9f00-5a0d395ba4e9" providerId="ADAL" clId="{D531F470-C592-4016-B6E4-92691FE71882}" dt="2019-09-16T16:35:18.228" v="70" actId="2696"/>
        <pc:sldMkLst>
          <pc:docMk/>
          <pc:sldMk cId="0" sldId="669"/>
        </pc:sldMkLst>
      </pc:sldChg>
      <pc:sldChg chg="del">
        <pc:chgData name="tien.nguyenduc@hust.edu.vn" userId="1d425f06-52f5-490b-9f00-5a0d395ba4e9" providerId="ADAL" clId="{D531F470-C592-4016-B6E4-92691FE71882}" dt="2019-09-16T16:35:17.307" v="14" actId="2696"/>
        <pc:sldMkLst>
          <pc:docMk/>
          <pc:sldMk cId="0" sldId="670"/>
        </pc:sldMkLst>
      </pc:sldChg>
      <pc:sldChg chg="del">
        <pc:chgData name="tien.nguyenduc@hust.edu.vn" userId="1d425f06-52f5-490b-9f00-5a0d395ba4e9" providerId="ADAL" clId="{D531F470-C592-4016-B6E4-92691FE71882}" dt="2019-09-16T16:35:17.323" v="15" actId="2696"/>
        <pc:sldMkLst>
          <pc:docMk/>
          <pc:sldMk cId="0" sldId="671"/>
        </pc:sldMkLst>
      </pc:sldChg>
      <pc:sldChg chg="del">
        <pc:chgData name="tien.nguyenduc@hust.edu.vn" userId="1d425f06-52f5-490b-9f00-5a0d395ba4e9" providerId="ADAL" clId="{D531F470-C592-4016-B6E4-92691FE71882}" dt="2019-09-16T16:35:17.285" v="13" actId="2696"/>
        <pc:sldMkLst>
          <pc:docMk/>
          <pc:sldMk cId="0" sldId="672"/>
        </pc:sldMkLst>
      </pc:sldChg>
      <pc:sldChg chg="del">
        <pc:chgData name="tien.nguyenduc@hust.edu.vn" userId="1d425f06-52f5-490b-9f00-5a0d395ba4e9" providerId="ADAL" clId="{D531F470-C592-4016-B6E4-92691FE71882}" dt="2019-09-16T16:35:17.370" v="17" actId="2696"/>
        <pc:sldMkLst>
          <pc:docMk/>
          <pc:sldMk cId="0" sldId="673"/>
        </pc:sldMkLst>
      </pc:sldChg>
      <pc:sldChg chg="del">
        <pc:chgData name="tien.nguyenduc@hust.edu.vn" userId="1d425f06-52f5-490b-9f00-5a0d395ba4e9" providerId="ADAL" clId="{D531F470-C592-4016-B6E4-92691FE71882}" dt="2019-09-16T16:35:17.401" v="18" actId="2696"/>
        <pc:sldMkLst>
          <pc:docMk/>
          <pc:sldMk cId="0" sldId="674"/>
        </pc:sldMkLst>
      </pc:sldChg>
      <pc:sldChg chg="del">
        <pc:chgData name="tien.nguyenduc@hust.edu.vn" userId="1d425f06-52f5-490b-9f00-5a0d395ba4e9" providerId="ADAL" clId="{D531F470-C592-4016-B6E4-92691FE71882}" dt="2019-09-16T16:35:17.423" v="19" actId="2696"/>
        <pc:sldMkLst>
          <pc:docMk/>
          <pc:sldMk cId="0" sldId="675"/>
        </pc:sldMkLst>
      </pc:sldChg>
      <pc:sldChg chg="del">
        <pc:chgData name="tien.nguyenduc@hust.edu.vn" userId="1d425f06-52f5-490b-9f00-5a0d395ba4e9" providerId="ADAL" clId="{D531F470-C592-4016-B6E4-92691FE71882}" dt="2019-09-16T16:35:17.439" v="20" actId="2696"/>
        <pc:sldMkLst>
          <pc:docMk/>
          <pc:sldMk cId="0" sldId="676"/>
        </pc:sldMkLst>
      </pc:sldChg>
      <pc:sldChg chg="del">
        <pc:chgData name="tien.nguyenduc@hust.edu.vn" userId="1d425f06-52f5-490b-9f00-5a0d395ba4e9" providerId="ADAL" clId="{D531F470-C592-4016-B6E4-92691FE71882}" dt="2019-09-16T16:35:17.454" v="21" actId="2696"/>
        <pc:sldMkLst>
          <pc:docMk/>
          <pc:sldMk cId="0" sldId="677"/>
        </pc:sldMkLst>
      </pc:sldChg>
      <pc:sldChg chg="del">
        <pc:chgData name="tien.nguyenduc@hust.edu.vn" userId="1d425f06-52f5-490b-9f00-5a0d395ba4e9" providerId="ADAL" clId="{D531F470-C592-4016-B6E4-92691FE71882}" dt="2019-09-16T16:35:17.470" v="22" actId="2696"/>
        <pc:sldMkLst>
          <pc:docMk/>
          <pc:sldMk cId="0" sldId="678"/>
        </pc:sldMkLst>
      </pc:sldChg>
      <pc:sldChg chg="del">
        <pc:chgData name="tien.nguyenduc@hust.edu.vn" userId="1d425f06-52f5-490b-9f00-5a0d395ba4e9" providerId="ADAL" clId="{D531F470-C592-4016-B6E4-92691FE71882}" dt="2019-09-16T16:35:17.842" v="44" actId="2696"/>
        <pc:sldMkLst>
          <pc:docMk/>
          <pc:sldMk cId="0" sldId="679"/>
        </pc:sldMkLst>
      </pc:sldChg>
      <pc:sldChg chg="del">
        <pc:chgData name="tien.nguyenduc@hust.edu.vn" userId="1d425f06-52f5-490b-9f00-5a0d395ba4e9" providerId="ADAL" clId="{D531F470-C592-4016-B6E4-92691FE71882}" dt="2019-09-16T16:35:17.792" v="41" actId="2696"/>
        <pc:sldMkLst>
          <pc:docMk/>
          <pc:sldMk cId="0" sldId="680"/>
        </pc:sldMkLst>
      </pc:sldChg>
      <pc:sldChg chg="modSp">
        <pc:chgData name="tien.nguyenduc@hust.edu.vn" userId="1d425f06-52f5-490b-9f00-5a0d395ba4e9" providerId="ADAL" clId="{D531F470-C592-4016-B6E4-92691FE71882}" dt="2019-10-01T03:15:37.410" v="8435" actId="20577"/>
        <pc:sldMkLst>
          <pc:docMk/>
          <pc:sldMk cId="0" sldId="683"/>
        </pc:sldMkLst>
        <pc:spChg chg="mod">
          <ac:chgData name="tien.nguyenduc@hust.edu.vn" userId="1d425f06-52f5-490b-9f00-5a0d395ba4e9" providerId="ADAL" clId="{D531F470-C592-4016-B6E4-92691FE71882}" dt="2019-10-01T03:15:37.410" v="8435" actId="20577"/>
          <ac:spMkLst>
            <pc:docMk/>
            <pc:sldMk cId="0" sldId="683"/>
            <ac:spMk id="80898" creationId="{00000000-0000-0000-0000-000000000000}"/>
          </ac:spMkLst>
        </pc:spChg>
      </pc:sldChg>
      <pc:sldChg chg="del">
        <pc:chgData name="tien.nguyenduc@hust.edu.vn" userId="1d425f06-52f5-490b-9f00-5a0d395ba4e9" providerId="ADAL" clId="{D531F470-C592-4016-B6E4-92691FE71882}" dt="2019-09-16T16:35:17.238" v="11" actId="2696"/>
        <pc:sldMkLst>
          <pc:docMk/>
          <pc:sldMk cId="877067282" sldId="684"/>
        </pc:sldMkLst>
      </pc:sldChg>
      <pc:sldChg chg="add del">
        <pc:chgData name="tien.nguyenduc@hust.edu.vn" userId="1d425f06-52f5-490b-9f00-5a0d395ba4e9" providerId="ADAL" clId="{D531F470-C592-4016-B6E4-92691FE71882}" dt="2019-10-01T03:20:30.691" v="8554" actId="2696"/>
        <pc:sldMkLst>
          <pc:docMk/>
          <pc:sldMk cId="1258932921" sldId="684"/>
        </pc:sldMkLst>
      </pc:sldChg>
      <pc:sldChg chg="addSp delSp modSp new add ord">
        <pc:chgData name="tien.nguyenduc@hust.edu.vn" userId="1d425f06-52f5-490b-9f00-5a0d395ba4e9" providerId="ADAL" clId="{D531F470-C592-4016-B6E4-92691FE71882}" dt="2019-10-01T03:25:05.130" v="8576"/>
        <pc:sldMkLst>
          <pc:docMk/>
          <pc:sldMk cId="3871539254" sldId="684"/>
        </pc:sldMkLst>
        <pc:spChg chg="del">
          <ac:chgData name="tien.nguyenduc@hust.edu.vn" userId="1d425f06-52f5-490b-9f00-5a0d395ba4e9" providerId="ADAL" clId="{D531F470-C592-4016-B6E4-92691FE71882}" dt="2019-10-01T03:24:41.622" v="8566" actId="478"/>
          <ac:spMkLst>
            <pc:docMk/>
            <pc:sldMk cId="3871539254" sldId="684"/>
            <ac:spMk id="2" creationId="{B8080CB9-5441-4243-997F-C0DBC872AE2A}"/>
          </ac:spMkLst>
        </pc:spChg>
        <pc:spChg chg="del">
          <ac:chgData name="tien.nguyenduc@hust.edu.vn" userId="1d425f06-52f5-490b-9f00-5a0d395ba4e9" providerId="ADAL" clId="{D531F470-C592-4016-B6E4-92691FE71882}" dt="2019-10-01T03:22:32.163" v="8557"/>
          <ac:spMkLst>
            <pc:docMk/>
            <pc:sldMk cId="3871539254" sldId="684"/>
            <ac:spMk id="3" creationId="{2210C296-02D6-4AEA-8666-7EBF5377731C}"/>
          </ac:spMkLst>
        </pc:spChg>
        <pc:spChg chg="add mod">
          <ac:chgData name="tien.nguyenduc@hust.edu.vn" userId="1d425f06-52f5-490b-9f00-5a0d395ba4e9" providerId="ADAL" clId="{D531F470-C592-4016-B6E4-92691FE71882}" dt="2019-10-01T03:24:55.281" v="8574" actId="14100"/>
          <ac:spMkLst>
            <pc:docMk/>
            <pc:sldMk cId="3871539254" sldId="684"/>
            <ac:spMk id="6" creationId="{3FA44C78-B4D0-4665-925C-312EDF8AF5E3}"/>
          </ac:spMkLst>
        </pc:spChg>
        <pc:graphicFrameChg chg="add del modGraphic">
          <ac:chgData name="tien.nguyenduc@hust.edu.vn" userId="1d425f06-52f5-490b-9f00-5a0d395ba4e9" providerId="ADAL" clId="{D531F470-C592-4016-B6E4-92691FE71882}" dt="2019-10-01T03:24:35.486" v="8565"/>
          <ac:graphicFrameMkLst>
            <pc:docMk/>
            <pc:sldMk cId="3871539254" sldId="684"/>
            <ac:graphicFrameMk id="5" creationId="{DE51AFFC-ED98-468A-9699-3AAE3FB5C3A0}"/>
          </ac:graphicFrameMkLst>
        </pc:graphicFrameChg>
      </pc:sldChg>
      <pc:sldChg chg="addSp delSp modSp add">
        <pc:chgData name="tien.nguyenduc@hust.edu.vn" userId="1d425f06-52f5-490b-9f00-5a0d395ba4e9" providerId="ADAL" clId="{D531F470-C592-4016-B6E4-92691FE71882}" dt="2019-10-01T03:41:52.731" v="9897" actId="14100"/>
        <pc:sldMkLst>
          <pc:docMk/>
          <pc:sldMk cId="924705537" sldId="685"/>
        </pc:sldMkLst>
        <pc:spChg chg="mod">
          <ac:chgData name="tien.nguyenduc@hust.edu.vn" userId="1d425f06-52f5-490b-9f00-5a0d395ba4e9" providerId="ADAL" clId="{D531F470-C592-4016-B6E4-92691FE71882}" dt="2019-10-01T03:41:52.731" v="9897" actId="14100"/>
          <ac:spMkLst>
            <pc:docMk/>
            <pc:sldMk cId="924705537" sldId="685"/>
            <ac:spMk id="2" creationId="{34A184AF-8CF2-4965-9ED1-F8549CA8199A}"/>
          </ac:spMkLst>
        </pc:spChg>
        <pc:spChg chg="del">
          <ac:chgData name="tien.nguyenduc@hust.edu.vn" userId="1d425f06-52f5-490b-9f00-5a0d395ba4e9" providerId="ADAL" clId="{D531F470-C592-4016-B6E4-92691FE71882}" dt="2019-10-01T03:30:22.645" v="8635" actId="478"/>
          <ac:spMkLst>
            <pc:docMk/>
            <pc:sldMk cId="924705537" sldId="685"/>
            <ac:spMk id="3" creationId="{F7C0EB98-D97E-45AC-AD55-2D36933CFDE3}"/>
          </ac:spMkLst>
        </pc:spChg>
        <pc:graphicFrameChg chg="add mod">
          <ac:chgData name="tien.nguyenduc@hust.edu.vn" userId="1d425f06-52f5-490b-9f00-5a0d395ba4e9" providerId="ADAL" clId="{D531F470-C592-4016-B6E4-92691FE71882}" dt="2019-10-01T03:41:39.353" v="9896" actId="20577"/>
          <ac:graphicFrameMkLst>
            <pc:docMk/>
            <pc:sldMk cId="924705537" sldId="685"/>
            <ac:graphicFrameMk id="6" creationId="{731E2D75-466E-49A4-9ACE-AA136968B8B8}"/>
          </ac:graphicFrameMkLst>
        </pc:graphicFrameChg>
      </pc:sldChg>
      <pc:sldChg chg="addSp delSp modSp new add del">
        <pc:chgData name="tien.nguyenduc@hust.edu.vn" userId="1d425f06-52f5-490b-9f00-5a0d395ba4e9" providerId="ADAL" clId="{D531F470-C592-4016-B6E4-92691FE71882}" dt="2019-10-01T03:20:28.109" v="8553" actId="2696"/>
        <pc:sldMkLst>
          <pc:docMk/>
          <pc:sldMk cId="1163009842" sldId="685"/>
        </pc:sldMkLst>
        <pc:spChg chg="del">
          <ac:chgData name="tien.nguyenduc@hust.edu.vn" userId="1d425f06-52f5-490b-9f00-5a0d395ba4e9" providerId="ADAL" clId="{D531F470-C592-4016-B6E4-92691FE71882}" dt="2019-10-01T03:20:12.944" v="8552"/>
          <ac:spMkLst>
            <pc:docMk/>
            <pc:sldMk cId="1163009842" sldId="685"/>
            <ac:spMk id="3" creationId="{3D7FCF39-6F2C-4C38-BDC2-6F0DDCD6AF56}"/>
          </ac:spMkLst>
        </pc:spChg>
        <pc:graphicFrameChg chg="add modGraphic">
          <ac:chgData name="tien.nguyenduc@hust.edu.vn" userId="1d425f06-52f5-490b-9f00-5a0d395ba4e9" providerId="ADAL" clId="{D531F470-C592-4016-B6E4-92691FE71882}" dt="2019-10-01T03:20:12.944" v="8552"/>
          <ac:graphicFrameMkLst>
            <pc:docMk/>
            <pc:sldMk cId="1163009842" sldId="685"/>
            <ac:graphicFrameMk id="5" creationId="{8B2525EA-F25C-4CC4-831D-2D70C4BBA897}"/>
          </ac:graphicFrameMkLst>
        </pc:graphicFrameChg>
      </pc:sldChg>
      <pc:sldChg chg="del">
        <pc:chgData name="tien.nguyenduc@hust.edu.vn" userId="1d425f06-52f5-490b-9f00-5a0d395ba4e9" providerId="ADAL" clId="{D531F470-C592-4016-B6E4-92691FE71882}" dt="2019-09-16T16:35:17.339" v="16" actId="2696"/>
        <pc:sldMkLst>
          <pc:docMk/>
          <pc:sldMk cId="3426965380" sldId="685"/>
        </pc:sldMkLst>
      </pc:sldChg>
    </pc:docChg>
  </pc:docChgLst>
  <pc:docChgLst>
    <pc:chgData name="Nguyen Duc Tien" userId="1d425f06-52f5-490b-9f00-5a0d395ba4e9" providerId="ADAL" clId="{F38DD3B7-63AC-4298-A233-C4F45216ADCB}"/>
    <pc:docChg chg="modSld">
      <pc:chgData name="Nguyen Duc Tien" userId="1d425f06-52f5-490b-9f00-5a0d395ba4e9" providerId="ADAL" clId="{F38DD3B7-63AC-4298-A233-C4F45216ADCB}" dt="2021-03-19T00:26:56.636" v="38" actId="20577"/>
      <pc:docMkLst>
        <pc:docMk/>
      </pc:docMkLst>
      <pc:sldChg chg="addSp">
        <pc:chgData name="Nguyen Duc Tien" userId="1d425f06-52f5-490b-9f00-5a0d395ba4e9" providerId="ADAL" clId="{F38DD3B7-63AC-4298-A233-C4F45216ADCB}" dt="2021-03-19T00:26:43.985" v="0"/>
        <pc:sldMkLst>
          <pc:docMk/>
          <pc:sldMk cId="0" sldId="512"/>
        </pc:sldMkLst>
        <pc:inkChg chg="add">
          <ac:chgData name="Nguyen Duc Tien" userId="1d425f06-52f5-490b-9f00-5a0d395ba4e9" providerId="ADAL" clId="{F38DD3B7-63AC-4298-A233-C4F45216ADCB}" dt="2021-03-19T00:26:43.985" v="0"/>
          <ac:inkMkLst>
            <pc:docMk/>
            <pc:sldMk cId="0" sldId="512"/>
            <ac:inkMk id="3" creationId="{A1D38353-3A68-427F-924B-C4994A91FBF1}"/>
          </ac:inkMkLst>
        </pc:inkChg>
      </pc:sldChg>
      <pc:sldChg chg="addSp">
        <pc:chgData name="Nguyen Duc Tien" userId="1d425f06-52f5-490b-9f00-5a0d395ba4e9" providerId="ADAL" clId="{F38DD3B7-63AC-4298-A233-C4F45216ADCB}" dt="2021-03-19T00:26:43.985" v="0"/>
        <pc:sldMkLst>
          <pc:docMk/>
          <pc:sldMk cId="0" sldId="607"/>
        </pc:sldMkLst>
        <pc:inkChg chg="add">
          <ac:chgData name="Nguyen Duc Tien" userId="1d425f06-52f5-490b-9f00-5a0d395ba4e9" providerId="ADAL" clId="{F38DD3B7-63AC-4298-A233-C4F45216ADCB}" dt="2021-03-19T00:26:43.985" v="0"/>
          <ac:inkMkLst>
            <pc:docMk/>
            <pc:sldMk cId="0" sldId="607"/>
            <ac:inkMk id="3" creationId="{46303B22-DAEB-4481-AEC6-4B131D543294}"/>
          </ac:inkMkLst>
        </pc:inkChg>
      </pc:sldChg>
      <pc:sldChg chg="addSp">
        <pc:chgData name="Nguyen Duc Tien" userId="1d425f06-52f5-490b-9f00-5a0d395ba4e9" providerId="ADAL" clId="{F38DD3B7-63AC-4298-A233-C4F45216ADCB}" dt="2021-03-19T00:26:43.985" v="0"/>
        <pc:sldMkLst>
          <pc:docMk/>
          <pc:sldMk cId="0" sldId="644"/>
        </pc:sldMkLst>
        <pc:inkChg chg="add">
          <ac:chgData name="Nguyen Duc Tien" userId="1d425f06-52f5-490b-9f00-5a0d395ba4e9" providerId="ADAL" clId="{F38DD3B7-63AC-4298-A233-C4F45216ADCB}" dt="2021-03-19T00:26:43.985" v="0"/>
          <ac:inkMkLst>
            <pc:docMk/>
            <pc:sldMk cId="0" sldId="644"/>
            <ac:inkMk id="2" creationId="{D32D5DBC-BDE9-4188-B830-A655CB0D2B99}"/>
          </ac:inkMkLst>
        </pc:inkChg>
      </pc:sldChg>
      <pc:sldChg chg="addSp modSp mod">
        <pc:chgData name="Nguyen Duc Tien" userId="1d425f06-52f5-490b-9f00-5a0d395ba4e9" providerId="ADAL" clId="{F38DD3B7-63AC-4298-A233-C4F45216ADCB}" dt="2021-03-19T00:26:56.636" v="38" actId="20577"/>
        <pc:sldMkLst>
          <pc:docMk/>
          <pc:sldMk cId="0" sldId="646"/>
        </pc:sldMkLst>
        <pc:spChg chg="mod">
          <ac:chgData name="Nguyen Duc Tien" userId="1d425f06-52f5-490b-9f00-5a0d395ba4e9" providerId="ADAL" clId="{F38DD3B7-63AC-4298-A233-C4F45216ADCB}" dt="2021-03-19T00:26:56.636" v="38" actId="20577"/>
          <ac:spMkLst>
            <pc:docMk/>
            <pc:sldMk cId="0" sldId="646"/>
            <ac:spMk id="50179" creationId="{00000000-0000-0000-0000-000000000000}"/>
          </ac:spMkLst>
        </pc:spChg>
        <pc:inkChg chg="add">
          <ac:chgData name="Nguyen Duc Tien" userId="1d425f06-52f5-490b-9f00-5a0d395ba4e9" providerId="ADAL" clId="{F38DD3B7-63AC-4298-A233-C4F45216ADCB}" dt="2021-03-19T00:26:43.985" v="0"/>
          <ac:inkMkLst>
            <pc:docMk/>
            <pc:sldMk cId="0" sldId="646"/>
            <ac:inkMk id="2" creationId="{BBBC70AA-415D-446E-8137-B41382C6F36C}"/>
          </ac:inkMkLst>
        </pc:inkChg>
      </pc:sldChg>
      <pc:sldChg chg="addSp">
        <pc:chgData name="Nguyen Duc Tien" userId="1d425f06-52f5-490b-9f00-5a0d395ba4e9" providerId="ADAL" clId="{F38DD3B7-63AC-4298-A233-C4F45216ADCB}" dt="2021-03-19T00:26:43.985" v="0"/>
        <pc:sldMkLst>
          <pc:docMk/>
          <pc:sldMk cId="2374598639" sldId="686"/>
        </pc:sldMkLst>
        <pc:inkChg chg="add">
          <ac:chgData name="Nguyen Duc Tien" userId="1d425f06-52f5-490b-9f00-5a0d395ba4e9" providerId="ADAL" clId="{F38DD3B7-63AC-4298-A233-C4F45216ADCB}" dt="2021-03-19T00:26:43.985" v="0"/>
          <ac:inkMkLst>
            <pc:docMk/>
            <pc:sldMk cId="2374598639" sldId="686"/>
            <ac:inkMk id="9" creationId="{ADB7472E-7633-4200-8CF2-020A1BF17A8D}"/>
          </ac:inkMkLst>
        </pc:inkChg>
      </pc:sldChg>
    </pc:docChg>
  </pc:docChgLst>
  <pc:docChgLst>
    <pc:chgData name="tien.nguyenduc@hust.edu.vn" userId="1d425f06-52f5-490b-9f00-5a0d395ba4e9" providerId="ADAL" clId="{09FAAAEF-5F3D-4BE6-874C-B3D36D46F950}"/>
    <pc:docChg chg="delSld">
      <pc:chgData name="tien.nguyenduc@hust.edu.vn" userId="1d425f06-52f5-490b-9f00-5a0d395ba4e9" providerId="ADAL" clId="{09FAAAEF-5F3D-4BE6-874C-B3D36D46F950}" dt="2019-09-16T16:33:43.806" v="27" actId="2696"/>
      <pc:docMkLst>
        <pc:docMk/>
      </pc:docMkLst>
      <pc:sldChg chg="del">
        <pc:chgData name="tien.nguyenduc@hust.edu.vn" userId="1d425f06-52f5-490b-9f00-5a0d395ba4e9" providerId="ADAL" clId="{09FAAAEF-5F3D-4BE6-874C-B3D36D46F950}" dt="2019-09-16T16:33:42.857" v="0" actId="2696"/>
        <pc:sldMkLst>
          <pc:docMk/>
          <pc:sldMk cId="0" sldId="256"/>
        </pc:sldMkLst>
      </pc:sldChg>
      <pc:sldChg chg="del">
        <pc:chgData name="tien.nguyenduc@hust.edu.vn" userId="1d425f06-52f5-490b-9f00-5a0d395ba4e9" providerId="ADAL" clId="{09FAAAEF-5F3D-4BE6-874C-B3D36D46F950}" dt="2019-09-16T16:33:42.927" v="3" actId="2696"/>
        <pc:sldMkLst>
          <pc:docMk/>
          <pc:sldMk cId="0" sldId="257"/>
        </pc:sldMkLst>
      </pc:sldChg>
      <pc:sldChg chg="del">
        <pc:chgData name="tien.nguyenduc@hust.edu.vn" userId="1d425f06-52f5-490b-9f00-5a0d395ba4e9" providerId="ADAL" clId="{09FAAAEF-5F3D-4BE6-874C-B3D36D46F950}" dt="2019-09-16T16:33:42.942" v="4" actId="2696"/>
        <pc:sldMkLst>
          <pc:docMk/>
          <pc:sldMk cId="0" sldId="258"/>
        </pc:sldMkLst>
      </pc:sldChg>
      <pc:sldChg chg="del">
        <pc:chgData name="tien.nguyenduc@hust.edu.vn" userId="1d425f06-52f5-490b-9f00-5a0d395ba4e9" providerId="ADAL" clId="{09FAAAEF-5F3D-4BE6-874C-B3D36D46F950}" dt="2019-09-16T16:33:42.873" v="1" actId="2696"/>
        <pc:sldMkLst>
          <pc:docMk/>
          <pc:sldMk cId="0" sldId="338"/>
        </pc:sldMkLst>
      </pc:sldChg>
      <pc:sldChg chg="del">
        <pc:chgData name="tien.nguyenduc@hust.edu.vn" userId="1d425f06-52f5-490b-9f00-5a0d395ba4e9" providerId="ADAL" clId="{09FAAAEF-5F3D-4BE6-874C-B3D36D46F950}" dt="2019-09-16T16:33:43.005" v="6" actId="2696"/>
        <pc:sldMkLst>
          <pc:docMk/>
          <pc:sldMk cId="0" sldId="339"/>
        </pc:sldMkLst>
      </pc:sldChg>
      <pc:sldChg chg="del">
        <pc:chgData name="tien.nguyenduc@hust.edu.vn" userId="1d425f06-52f5-490b-9f00-5a0d395ba4e9" providerId="ADAL" clId="{09FAAAEF-5F3D-4BE6-874C-B3D36D46F950}" dt="2019-09-16T16:33:43.027" v="7" actId="2696"/>
        <pc:sldMkLst>
          <pc:docMk/>
          <pc:sldMk cId="0" sldId="419"/>
        </pc:sldMkLst>
      </pc:sldChg>
      <pc:sldChg chg="del">
        <pc:chgData name="tien.nguyenduc@hust.edu.vn" userId="1d425f06-52f5-490b-9f00-5a0d395ba4e9" providerId="ADAL" clId="{09FAAAEF-5F3D-4BE6-874C-B3D36D46F950}" dt="2019-09-16T16:33:42.958" v="5" actId="2696"/>
        <pc:sldMkLst>
          <pc:docMk/>
          <pc:sldMk cId="0" sldId="421"/>
        </pc:sldMkLst>
      </pc:sldChg>
      <pc:sldChg chg="del">
        <pc:chgData name="tien.nguyenduc@hust.edu.vn" userId="1d425f06-52f5-490b-9f00-5a0d395ba4e9" providerId="ADAL" clId="{09FAAAEF-5F3D-4BE6-874C-B3D36D46F950}" dt="2019-09-16T16:33:43.290" v="12" actId="2696"/>
        <pc:sldMkLst>
          <pc:docMk/>
          <pc:sldMk cId="0" sldId="498"/>
        </pc:sldMkLst>
      </pc:sldChg>
      <pc:sldChg chg="del">
        <pc:chgData name="tien.nguyenduc@hust.edu.vn" userId="1d425f06-52f5-490b-9f00-5a0d395ba4e9" providerId="ADAL" clId="{09FAAAEF-5F3D-4BE6-874C-B3D36D46F950}" dt="2019-09-16T16:33:43.405" v="15" actId="2696"/>
        <pc:sldMkLst>
          <pc:docMk/>
          <pc:sldMk cId="0" sldId="514"/>
        </pc:sldMkLst>
      </pc:sldChg>
      <pc:sldChg chg="del">
        <pc:chgData name="tien.nguyenduc@hust.edu.vn" userId="1d425f06-52f5-490b-9f00-5a0d395ba4e9" providerId="ADAL" clId="{09FAAAEF-5F3D-4BE6-874C-B3D36D46F950}" dt="2019-09-16T16:33:43.356" v="14" actId="2696"/>
        <pc:sldMkLst>
          <pc:docMk/>
          <pc:sldMk cId="0" sldId="515"/>
        </pc:sldMkLst>
      </pc:sldChg>
      <pc:sldChg chg="del">
        <pc:chgData name="tien.nguyenduc@hust.edu.vn" userId="1d425f06-52f5-490b-9f00-5a0d395ba4e9" providerId="ADAL" clId="{09FAAAEF-5F3D-4BE6-874C-B3D36D46F950}" dt="2019-09-16T16:33:43.607" v="20" actId="2696"/>
        <pc:sldMkLst>
          <pc:docMk/>
          <pc:sldMk cId="0" sldId="517"/>
        </pc:sldMkLst>
      </pc:sldChg>
      <pc:sldChg chg="del">
        <pc:chgData name="tien.nguyenduc@hust.edu.vn" userId="1d425f06-52f5-490b-9f00-5a0d395ba4e9" providerId="ADAL" clId="{09FAAAEF-5F3D-4BE6-874C-B3D36D46F950}" dt="2019-09-16T16:33:43.759" v="25" actId="2696"/>
        <pc:sldMkLst>
          <pc:docMk/>
          <pc:sldMk cId="0" sldId="518"/>
        </pc:sldMkLst>
      </pc:sldChg>
      <pc:sldChg chg="del">
        <pc:chgData name="tien.nguyenduc@hust.edu.vn" userId="1d425f06-52f5-490b-9f00-5a0d395ba4e9" providerId="ADAL" clId="{09FAAAEF-5F3D-4BE6-874C-B3D36D46F950}" dt="2019-09-16T16:33:43.691" v="23" actId="2696"/>
        <pc:sldMkLst>
          <pc:docMk/>
          <pc:sldMk cId="0" sldId="521"/>
        </pc:sldMkLst>
      </pc:sldChg>
      <pc:sldChg chg="del">
        <pc:chgData name="tien.nguyenduc@hust.edu.vn" userId="1d425f06-52f5-490b-9f00-5a0d395ba4e9" providerId="ADAL" clId="{09FAAAEF-5F3D-4BE6-874C-B3D36D46F950}" dt="2019-09-16T16:33:43.728" v="24" actId="2696"/>
        <pc:sldMkLst>
          <pc:docMk/>
          <pc:sldMk cId="0" sldId="522"/>
        </pc:sldMkLst>
      </pc:sldChg>
      <pc:sldChg chg="del">
        <pc:chgData name="tien.nguyenduc@hust.edu.vn" userId="1d425f06-52f5-490b-9f00-5a0d395ba4e9" providerId="ADAL" clId="{09FAAAEF-5F3D-4BE6-874C-B3D36D46F950}" dt="2019-09-16T16:33:43.659" v="22" actId="2696"/>
        <pc:sldMkLst>
          <pc:docMk/>
          <pc:sldMk cId="0" sldId="592"/>
        </pc:sldMkLst>
      </pc:sldChg>
      <pc:sldChg chg="del">
        <pc:chgData name="tien.nguyenduc@hust.edu.vn" userId="1d425f06-52f5-490b-9f00-5a0d395ba4e9" providerId="ADAL" clId="{09FAAAEF-5F3D-4BE6-874C-B3D36D46F950}" dt="2019-09-16T16:33:43.492" v="17" actId="2696"/>
        <pc:sldMkLst>
          <pc:docMk/>
          <pc:sldMk cId="0" sldId="593"/>
        </pc:sldMkLst>
      </pc:sldChg>
      <pc:sldChg chg="del">
        <pc:chgData name="tien.nguyenduc@hust.edu.vn" userId="1d425f06-52f5-490b-9f00-5a0d395ba4e9" providerId="ADAL" clId="{09FAAAEF-5F3D-4BE6-874C-B3D36D46F950}" dt="2019-09-16T16:33:43.791" v="26" actId="2696"/>
        <pc:sldMkLst>
          <pc:docMk/>
          <pc:sldMk cId="0" sldId="596"/>
        </pc:sldMkLst>
      </pc:sldChg>
      <pc:sldChg chg="del">
        <pc:chgData name="tien.nguyenduc@hust.edu.vn" userId="1d425f06-52f5-490b-9f00-5a0d395ba4e9" providerId="ADAL" clId="{09FAAAEF-5F3D-4BE6-874C-B3D36D46F950}" dt="2019-09-16T16:33:43.806" v="27" actId="2696"/>
        <pc:sldMkLst>
          <pc:docMk/>
          <pc:sldMk cId="0" sldId="597"/>
        </pc:sldMkLst>
      </pc:sldChg>
      <pc:sldChg chg="del">
        <pc:chgData name="tien.nguyenduc@hust.edu.vn" userId="1d425f06-52f5-490b-9f00-5a0d395ba4e9" providerId="ADAL" clId="{09FAAAEF-5F3D-4BE6-874C-B3D36D46F950}" dt="2019-09-16T16:33:43.543" v="18" actId="2696"/>
        <pc:sldMkLst>
          <pc:docMk/>
          <pc:sldMk cId="0" sldId="643"/>
        </pc:sldMkLst>
      </pc:sldChg>
      <pc:sldChg chg="del">
        <pc:chgData name="tien.nguyenduc@hust.edu.vn" userId="1d425f06-52f5-490b-9f00-5a0d395ba4e9" providerId="ADAL" clId="{09FAAAEF-5F3D-4BE6-874C-B3D36D46F950}" dt="2019-09-16T16:33:43.243" v="11" actId="2696"/>
        <pc:sldMkLst>
          <pc:docMk/>
          <pc:sldMk cId="0" sldId="652"/>
        </pc:sldMkLst>
      </pc:sldChg>
      <pc:sldChg chg="del">
        <pc:chgData name="tien.nguyenduc@hust.edu.vn" userId="1d425f06-52f5-490b-9f00-5a0d395ba4e9" providerId="ADAL" clId="{09FAAAEF-5F3D-4BE6-874C-B3D36D46F950}" dt="2019-09-16T16:33:43.644" v="21" actId="2696"/>
        <pc:sldMkLst>
          <pc:docMk/>
          <pc:sldMk cId="0" sldId="653"/>
        </pc:sldMkLst>
      </pc:sldChg>
      <pc:sldChg chg="del">
        <pc:chgData name="tien.nguyenduc@hust.edu.vn" userId="1d425f06-52f5-490b-9f00-5a0d395ba4e9" providerId="ADAL" clId="{09FAAAEF-5F3D-4BE6-874C-B3D36D46F950}" dt="2019-09-16T16:33:43.328" v="13" actId="2696"/>
        <pc:sldMkLst>
          <pc:docMk/>
          <pc:sldMk cId="0" sldId="654"/>
        </pc:sldMkLst>
      </pc:sldChg>
      <pc:sldChg chg="del">
        <pc:chgData name="tien.nguyenduc@hust.edu.vn" userId="1d425f06-52f5-490b-9f00-5a0d395ba4e9" providerId="ADAL" clId="{09FAAAEF-5F3D-4BE6-874C-B3D36D46F950}" dt="2019-09-16T16:33:43.074" v="8" actId="2696"/>
        <pc:sldMkLst>
          <pc:docMk/>
          <pc:sldMk cId="0" sldId="656"/>
        </pc:sldMkLst>
      </pc:sldChg>
      <pc:sldChg chg="del">
        <pc:chgData name="tien.nguyenduc@hust.edu.vn" userId="1d425f06-52f5-490b-9f00-5a0d395ba4e9" providerId="ADAL" clId="{09FAAAEF-5F3D-4BE6-874C-B3D36D46F950}" dt="2019-09-16T16:33:43.105" v="9" actId="2696"/>
        <pc:sldMkLst>
          <pc:docMk/>
          <pc:sldMk cId="0" sldId="657"/>
        </pc:sldMkLst>
      </pc:sldChg>
      <pc:sldChg chg="del">
        <pc:chgData name="tien.nguyenduc@hust.edu.vn" userId="1d425f06-52f5-490b-9f00-5a0d395ba4e9" providerId="ADAL" clId="{09FAAAEF-5F3D-4BE6-874C-B3D36D46F950}" dt="2019-09-16T16:33:43.143" v="10" actId="2696"/>
        <pc:sldMkLst>
          <pc:docMk/>
          <pc:sldMk cId="0" sldId="658"/>
        </pc:sldMkLst>
      </pc:sldChg>
      <pc:sldChg chg="del">
        <pc:chgData name="tien.nguyenduc@hust.edu.vn" userId="1d425f06-52f5-490b-9f00-5a0d395ba4e9" providerId="ADAL" clId="{09FAAAEF-5F3D-4BE6-874C-B3D36D46F950}" dt="2019-09-16T16:33:42.904" v="2" actId="2696"/>
        <pc:sldMkLst>
          <pc:docMk/>
          <pc:sldMk cId="0" sldId="681"/>
        </pc:sldMkLst>
      </pc:sldChg>
      <pc:sldChg chg="del">
        <pc:chgData name="tien.nguyenduc@hust.edu.vn" userId="1d425f06-52f5-490b-9f00-5a0d395ba4e9" providerId="ADAL" clId="{09FAAAEF-5F3D-4BE6-874C-B3D36D46F950}" dt="2019-09-16T16:33:43.459" v="16" actId="2696"/>
        <pc:sldMkLst>
          <pc:docMk/>
          <pc:sldMk cId="0" sldId="682"/>
        </pc:sldMkLst>
      </pc:sldChg>
      <pc:sldChg chg="del">
        <pc:chgData name="tien.nguyenduc@hust.edu.vn" userId="1d425f06-52f5-490b-9f00-5a0d395ba4e9" providerId="ADAL" clId="{09FAAAEF-5F3D-4BE6-874C-B3D36D46F950}" dt="2019-09-16T16:33:43.592" v="19" actId="2696"/>
        <pc:sldMkLst>
          <pc:docMk/>
          <pc:sldMk cId="925568708" sldId="686"/>
        </pc:sldMkLst>
      </pc:sldChg>
    </pc:docChg>
  </pc:docChgLst>
  <pc:docChgLst>
    <pc:chgData name="Nguyen Duc Tien" userId="1d425f06-52f5-490b-9f00-5a0d395ba4e9" providerId="ADAL" clId="{27A2FABC-AC00-4E0D-BE8A-9D5B61010432}"/>
    <pc:docChg chg="undo redo custSel addSld delSld modSld sldOrd modMainMaster modSection modNotesMaster modHandout">
      <pc:chgData name="Nguyen Duc Tien" userId="1d425f06-52f5-490b-9f00-5a0d395ba4e9" providerId="ADAL" clId="{27A2FABC-AC00-4E0D-BE8A-9D5B61010432}" dt="2021-11-10T00:36:36.793" v="3366" actId="478"/>
      <pc:docMkLst>
        <pc:docMk/>
      </pc:docMkLst>
      <pc:sldChg chg="add del setBg">
        <pc:chgData name="Nguyen Duc Tien" userId="1d425f06-52f5-490b-9f00-5a0d395ba4e9" providerId="ADAL" clId="{27A2FABC-AC00-4E0D-BE8A-9D5B61010432}" dt="2021-09-26T08:40:28.724" v="132" actId="47"/>
        <pc:sldMkLst>
          <pc:docMk/>
          <pc:sldMk cId="1234004128" sldId="256"/>
        </pc:sldMkLst>
      </pc:sldChg>
      <pc:sldChg chg="add del">
        <pc:chgData name="Nguyen Duc Tien" userId="1d425f06-52f5-490b-9f00-5a0d395ba4e9" providerId="ADAL" clId="{27A2FABC-AC00-4E0D-BE8A-9D5B61010432}" dt="2021-09-26T08:40:30.467" v="133" actId="47"/>
        <pc:sldMkLst>
          <pc:docMk/>
          <pc:sldMk cId="743172911" sldId="257"/>
        </pc:sldMkLst>
      </pc:sldChg>
      <pc:sldChg chg="add del">
        <pc:chgData name="Nguyen Duc Tien" userId="1d425f06-52f5-490b-9f00-5a0d395ba4e9" providerId="ADAL" clId="{27A2FABC-AC00-4E0D-BE8A-9D5B61010432}" dt="2021-09-26T08:40:32.675" v="135" actId="47"/>
        <pc:sldMkLst>
          <pc:docMk/>
          <pc:sldMk cId="64084651" sldId="261"/>
        </pc:sldMkLst>
      </pc:sldChg>
      <pc:sldChg chg="add del">
        <pc:chgData name="Nguyen Duc Tien" userId="1d425f06-52f5-490b-9f00-5a0d395ba4e9" providerId="ADAL" clId="{27A2FABC-AC00-4E0D-BE8A-9D5B61010432}" dt="2021-09-26T08:40:31.649" v="134" actId="47"/>
        <pc:sldMkLst>
          <pc:docMk/>
          <pc:sldMk cId="292364014" sldId="265"/>
        </pc:sldMkLst>
      </pc:sldChg>
      <pc:sldChg chg="add del">
        <pc:chgData name="Nguyen Duc Tien" userId="1d425f06-52f5-490b-9f00-5a0d395ba4e9" providerId="ADAL" clId="{27A2FABC-AC00-4E0D-BE8A-9D5B61010432}" dt="2021-09-26T08:40:34.050" v="137" actId="47"/>
        <pc:sldMkLst>
          <pc:docMk/>
          <pc:sldMk cId="2751358436" sldId="266"/>
        </pc:sldMkLst>
      </pc:sldChg>
      <pc:sldChg chg="add del">
        <pc:chgData name="Nguyen Duc Tien" userId="1d425f06-52f5-490b-9f00-5a0d395ba4e9" providerId="ADAL" clId="{27A2FABC-AC00-4E0D-BE8A-9D5B61010432}" dt="2021-09-26T08:40:33.174" v="136" actId="47"/>
        <pc:sldMkLst>
          <pc:docMk/>
          <pc:sldMk cId="3194012731" sldId="267"/>
        </pc:sldMkLst>
      </pc:sldChg>
      <pc:sldChg chg="add del">
        <pc:chgData name="Nguyen Duc Tien" userId="1d425f06-52f5-490b-9f00-5a0d395ba4e9" providerId="ADAL" clId="{27A2FABC-AC00-4E0D-BE8A-9D5B61010432}" dt="2021-09-26T08:40:35.087" v="138" actId="47"/>
        <pc:sldMkLst>
          <pc:docMk/>
          <pc:sldMk cId="870228455" sldId="268"/>
        </pc:sldMkLst>
      </pc:sldChg>
      <pc:sldChg chg="add del ord">
        <pc:chgData name="Nguyen Duc Tien" userId="1d425f06-52f5-490b-9f00-5a0d395ba4e9" providerId="ADAL" clId="{27A2FABC-AC00-4E0D-BE8A-9D5B61010432}" dt="2021-09-26T08:40:14.314" v="129" actId="2696"/>
        <pc:sldMkLst>
          <pc:docMk/>
          <pc:sldMk cId="2830535683" sldId="269"/>
        </pc:sldMkLst>
      </pc:sldChg>
      <pc:sldChg chg="add del">
        <pc:chgData name="Nguyen Duc Tien" userId="1d425f06-52f5-490b-9f00-5a0d395ba4e9" providerId="ADAL" clId="{27A2FABC-AC00-4E0D-BE8A-9D5B61010432}" dt="2021-09-26T08:40:18.533" v="131"/>
        <pc:sldMkLst>
          <pc:docMk/>
          <pc:sldMk cId="3732386758" sldId="269"/>
        </pc:sldMkLst>
      </pc:sldChg>
      <pc:sldChg chg="modSp mod modClrScheme chgLayout">
        <pc:chgData name="Nguyen Duc Tien" userId="1d425f06-52f5-490b-9f00-5a0d395ba4e9" providerId="ADAL" clId="{27A2FABC-AC00-4E0D-BE8A-9D5B61010432}" dt="2021-09-26T09:10:48.687" v="1264" actId="700"/>
        <pc:sldMkLst>
          <pc:docMk/>
          <pc:sldMk cId="0" sldId="341"/>
        </pc:sldMkLst>
        <pc:spChg chg="mod ord">
          <ac:chgData name="Nguyen Duc Tien" userId="1d425f06-52f5-490b-9f00-5a0d395ba4e9" providerId="ADAL" clId="{27A2FABC-AC00-4E0D-BE8A-9D5B61010432}" dt="2021-09-26T09:10:48.687" v="1264" actId="700"/>
          <ac:spMkLst>
            <pc:docMk/>
            <pc:sldMk cId="0" sldId="341"/>
            <ac:spMk id="54274" creationId="{00000000-0000-0000-0000-000000000000}"/>
          </ac:spMkLst>
        </pc:spChg>
        <pc:spChg chg="mod ord">
          <ac:chgData name="Nguyen Duc Tien" userId="1d425f06-52f5-490b-9f00-5a0d395ba4e9" providerId="ADAL" clId="{27A2FABC-AC00-4E0D-BE8A-9D5B61010432}" dt="2021-09-26T09:10:48.687" v="1264" actId="700"/>
          <ac:spMkLst>
            <pc:docMk/>
            <pc:sldMk cId="0" sldId="341"/>
            <ac:spMk id="54275" creationId="{00000000-0000-0000-0000-000000000000}"/>
          </ac:spMkLst>
        </pc:spChg>
      </pc:sldChg>
      <pc:sldChg chg="addSp modSp mod modClrScheme chgLayout">
        <pc:chgData name="Nguyen Duc Tien" userId="1d425f06-52f5-490b-9f00-5a0d395ba4e9" providerId="ADAL" clId="{27A2FABC-AC00-4E0D-BE8A-9D5B61010432}" dt="2021-09-26T09:16:54.001" v="1462" actId="20577"/>
        <pc:sldMkLst>
          <pc:docMk/>
          <pc:sldMk cId="0" sldId="342"/>
        </pc:sldMkLst>
        <pc:spChg chg="add mod ord">
          <ac:chgData name="Nguyen Duc Tien" userId="1d425f06-52f5-490b-9f00-5a0d395ba4e9" providerId="ADAL" clId="{27A2FABC-AC00-4E0D-BE8A-9D5B61010432}" dt="2021-09-26T09:16:54.001" v="1462" actId="20577"/>
          <ac:spMkLst>
            <pc:docMk/>
            <pc:sldMk cId="0" sldId="342"/>
            <ac:spMk id="2" creationId="{6A1668DB-E58D-4091-B6FF-4C0364A9F6FA}"/>
          </ac:spMkLst>
        </pc:spChg>
        <pc:spChg chg="mod ord">
          <ac:chgData name="Nguyen Duc Tien" userId="1d425f06-52f5-490b-9f00-5a0d395ba4e9" providerId="ADAL" clId="{27A2FABC-AC00-4E0D-BE8A-9D5B61010432}" dt="2021-09-26T09:15:01.930" v="1291" actId="20577"/>
          <ac:spMkLst>
            <pc:docMk/>
            <pc:sldMk cId="0" sldId="342"/>
            <ac:spMk id="41986" creationId="{00000000-0000-0000-0000-000000000000}"/>
          </ac:spMkLst>
        </pc:spChg>
        <pc:spChg chg="mod">
          <ac:chgData name="Nguyen Duc Tien" userId="1d425f06-52f5-490b-9f00-5a0d395ba4e9" providerId="ADAL" clId="{27A2FABC-AC00-4E0D-BE8A-9D5B61010432}" dt="2021-09-26T09:15:40.113" v="1303" actId="1076"/>
          <ac:spMkLst>
            <pc:docMk/>
            <pc:sldMk cId="0" sldId="342"/>
            <ac:spMk id="41987" creationId="{00000000-0000-0000-0000-000000000000}"/>
          </ac:spMkLst>
        </pc:spChg>
        <pc:graphicFrameChg chg="mod ord modGraphic">
          <ac:chgData name="Nguyen Duc Tien" userId="1d425f06-52f5-490b-9f00-5a0d395ba4e9" providerId="ADAL" clId="{27A2FABC-AC00-4E0D-BE8A-9D5B61010432}" dt="2021-09-26T09:16:14.283" v="1332" actId="20577"/>
          <ac:graphicFrameMkLst>
            <pc:docMk/>
            <pc:sldMk cId="0" sldId="342"/>
            <ac:graphicFrameMk id="185488" creationId="{00000000-0000-0000-0000-000000000000}"/>
          </ac:graphicFrameMkLst>
        </pc:graphicFrameChg>
      </pc:sldChg>
      <pc:sldChg chg="addSp delSp modSp mod modClrScheme chgLayout">
        <pc:chgData name="Nguyen Duc Tien" userId="1d425f06-52f5-490b-9f00-5a0d395ba4e9" providerId="ADAL" clId="{27A2FABC-AC00-4E0D-BE8A-9D5B61010432}" dt="2021-09-26T09:43:03.395" v="2755" actId="1035"/>
        <pc:sldMkLst>
          <pc:docMk/>
          <pc:sldMk cId="0" sldId="344"/>
        </pc:sldMkLst>
        <pc:spChg chg="add mod ord">
          <ac:chgData name="Nguyen Duc Tien" userId="1d425f06-52f5-490b-9f00-5a0d395ba4e9" providerId="ADAL" clId="{27A2FABC-AC00-4E0D-BE8A-9D5B61010432}" dt="2021-09-26T09:42:53.065" v="2744" actId="20577"/>
          <ac:spMkLst>
            <pc:docMk/>
            <pc:sldMk cId="0" sldId="344"/>
            <ac:spMk id="2" creationId="{0F8DC16D-EC0B-4B15-8751-A26289A931A7}"/>
          </ac:spMkLst>
        </pc:spChg>
        <pc:spChg chg="add del mod ord">
          <ac:chgData name="Nguyen Duc Tien" userId="1d425f06-52f5-490b-9f00-5a0d395ba4e9" providerId="ADAL" clId="{27A2FABC-AC00-4E0D-BE8A-9D5B61010432}" dt="2021-09-26T09:42:59.691" v="2747" actId="478"/>
          <ac:spMkLst>
            <pc:docMk/>
            <pc:sldMk cId="0" sldId="344"/>
            <ac:spMk id="3" creationId="{B275FB8D-6655-4D2C-A87E-3D6488EA883E}"/>
          </ac:spMkLst>
        </pc:spChg>
        <pc:spChg chg="mod">
          <ac:chgData name="Nguyen Duc Tien" userId="1d425f06-52f5-490b-9f00-5a0d395ba4e9" providerId="ADAL" clId="{27A2FABC-AC00-4E0D-BE8A-9D5B61010432}" dt="2021-09-26T09:43:03.395" v="2755" actId="1035"/>
          <ac:spMkLst>
            <pc:docMk/>
            <pc:sldMk cId="0" sldId="344"/>
            <ac:spMk id="55298" creationId="{00000000-0000-0000-0000-000000000000}"/>
          </ac:spMkLst>
        </pc:spChg>
        <pc:spChg chg="mod">
          <ac:chgData name="Nguyen Duc Tien" userId="1d425f06-52f5-490b-9f00-5a0d395ba4e9" providerId="ADAL" clId="{27A2FABC-AC00-4E0D-BE8A-9D5B61010432}" dt="2021-09-26T09:43:03.395" v="2755" actId="1035"/>
          <ac:spMkLst>
            <pc:docMk/>
            <pc:sldMk cId="0" sldId="344"/>
            <ac:spMk id="55299" creationId="{00000000-0000-0000-0000-000000000000}"/>
          </ac:spMkLst>
        </pc:spChg>
        <pc:spChg chg="mod">
          <ac:chgData name="Nguyen Duc Tien" userId="1d425f06-52f5-490b-9f00-5a0d395ba4e9" providerId="ADAL" clId="{27A2FABC-AC00-4E0D-BE8A-9D5B61010432}" dt="2021-09-26T09:43:03.395" v="2755" actId="1035"/>
          <ac:spMkLst>
            <pc:docMk/>
            <pc:sldMk cId="0" sldId="344"/>
            <ac:spMk id="55300" creationId="{00000000-0000-0000-0000-000000000000}"/>
          </ac:spMkLst>
        </pc:spChg>
        <pc:spChg chg="mod">
          <ac:chgData name="Nguyen Duc Tien" userId="1d425f06-52f5-490b-9f00-5a0d395ba4e9" providerId="ADAL" clId="{27A2FABC-AC00-4E0D-BE8A-9D5B61010432}" dt="2021-09-26T09:43:03.395" v="2755" actId="1035"/>
          <ac:spMkLst>
            <pc:docMk/>
            <pc:sldMk cId="0" sldId="344"/>
            <ac:spMk id="55301" creationId="{00000000-0000-0000-0000-000000000000}"/>
          </ac:spMkLst>
        </pc:spChg>
        <pc:spChg chg="mod">
          <ac:chgData name="Nguyen Duc Tien" userId="1d425f06-52f5-490b-9f00-5a0d395ba4e9" providerId="ADAL" clId="{27A2FABC-AC00-4E0D-BE8A-9D5B61010432}" dt="2021-09-26T09:43:03.395" v="2755" actId="1035"/>
          <ac:spMkLst>
            <pc:docMk/>
            <pc:sldMk cId="0" sldId="344"/>
            <ac:spMk id="55302" creationId="{00000000-0000-0000-0000-000000000000}"/>
          </ac:spMkLst>
        </pc:spChg>
        <pc:spChg chg="mod">
          <ac:chgData name="Nguyen Duc Tien" userId="1d425f06-52f5-490b-9f00-5a0d395ba4e9" providerId="ADAL" clId="{27A2FABC-AC00-4E0D-BE8A-9D5B61010432}" dt="2021-09-26T09:43:03.395" v="2755" actId="1035"/>
          <ac:spMkLst>
            <pc:docMk/>
            <pc:sldMk cId="0" sldId="344"/>
            <ac:spMk id="55303" creationId="{00000000-0000-0000-0000-000000000000}"/>
          </ac:spMkLst>
        </pc:spChg>
        <pc:spChg chg="mod">
          <ac:chgData name="Nguyen Duc Tien" userId="1d425f06-52f5-490b-9f00-5a0d395ba4e9" providerId="ADAL" clId="{27A2FABC-AC00-4E0D-BE8A-9D5B61010432}" dt="2021-09-26T09:43:03.395" v="2755" actId="1035"/>
          <ac:spMkLst>
            <pc:docMk/>
            <pc:sldMk cId="0" sldId="344"/>
            <ac:spMk id="55304" creationId="{00000000-0000-0000-0000-000000000000}"/>
          </ac:spMkLst>
        </pc:spChg>
        <pc:spChg chg="mod">
          <ac:chgData name="Nguyen Duc Tien" userId="1d425f06-52f5-490b-9f00-5a0d395ba4e9" providerId="ADAL" clId="{27A2FABC-AC00-4E0D-BE8A-9D5B61010432}" dt="2021-09-26T09:43:03.395" v="2755" actId="1035"/>
          <ac:spMkLst>
            <pc:docMk/>
            <pc:sldMk cId="0" sldId="344"/>
            <ac:spMk id="55305" creationId="{00000000-0000-0000-0000-000000000000}"/>
          </ac:spMkLst>
        </pc:spChg>
        <pc:spChg chg="mod">
          <ac:chgData name="Nguyen Duc Tien" userId="1d425f06-52f5-490b-9f00-5a0d395ba4e9" providerId="ADAL" clId="{27A2FABC-AC00-4E0D-BE8A-9D5B61010432}" dt="2021-09-26T09:43:03.395" v="2755" actId="1035"/>
          <ac:spMkLst>
            <pc:docMk/>
            <pc:sldMk cId="0" sldId="344"/>
            <ac:spMk id="55306" creationId="{00000000-0000-0000-0000-000000000000}"/>
          </ac:spMkLst>
        </pc:spChg>
        <pc:spChg chg="mod">
          <ac:chgData name="Nguyen Duc Tien" userId="1d425f06-52f5-490b-9f00-5a0d395ba4e9" providerId="ADAL" clId="{27A2FABC-AC00-4E0D-BE8A-9D5B61010432}" dt="2021-09-26T09:43:03.395" v="2755" actId="1035"/>
          <ac:spMkLst>
            <pc:docMk/>
            <pc:sldMk cId="0" sldId="344"/>
            <ac:spMk id="55307" creationId="{00000000-0000-0000-0000-000000000000}"/>
          </ac:spMkLst>
        </pc:spChg>
        <pc:spChg chg="mod">
          <ac:chgData name="Nguyen Duc Tien" userId="1d425f06-52f5-490b-9f00-5a0d395ba4e9" providerId="ADAL" clId="{27A2FABC-AC00-4E0D-BE8A-9D5B61010432}" dt="2021-09-26T09:43:03.395" v="2755" actId="1035"/>
          <ac:spMkLst>
            <pc:docMk/>
            <pc:sldMk cId="0" sldId="344"/>
            <ac:spMk id="55308" creationId="{00000000-0000-0000-0000-000000000000}"/>
          </ac:spMkLst>
        </pc:spChg>
        <pc:spChg chg="mod">
          <ac:chgData name="Nguyen Duc Tien" userId="1d425f06-52f5-490b-9f00-5a0d395ba4e9" providerId="ADAL" clId="{27A2FABC-AC00-4E0D-BE8A-9D5B61010432}" dt="2021-09-26T09:43:03.395" v="2755" actId="1035"/>
          <ac:spMkLst>
            <pc:docMk/>
            <pc:sldMk cId="0" sldId="344"/>
            <ac:spMk id="55309" creationId="{00000000-0000-0000-0000-000000000000}"/>
          </ac:spMkLst>
        </pc:spChg>
        <pc:spChg chg="mod">
          <ac:chgData name="Nguyen Duc Tien" userId="1d425f06-52f5-490b-9f00-5a0d395ba4e9" providerId="ADAL" clId="{27A2FABC-AC00-4E0D-BE8A-9D5B61010432}" dt="2021-09-26T09:43:03.395" v="2755" actId="1035"/>
          <ac:spMkLst>
            <pc:docMk/>
            <pc:sldMk cId="0" sldId="344"/>
            <ac:spMk id="55310" creationId="{00000000-0000-0000-0000-000000000000}"/>
          </ac:spMkLst>
        </pc:spChg>
        <pc:spChg chg="mod">
          <ac:chgData name="Nguyen Duc Tien" userId="1d425f06-52f5-490b-9f00-5a0d395ba4e9" providerId="ADAL" clId="{27A2FABC-AC00-4E0D-BE8A-9D5B61010432}" dt="2021-09-26T09:43:03.395" v="2755" actId="1035"/>
          <ac:spMkLst>
            <pc:docMk/>
            <pc:sldMk cId="0" sldId="344"/>
            <ac:spMk id="55311" creationId="{00000000-0000-0000-0000-000000000000}"/>
          </ac:spMkLst>
        </pc:spChg>
        <pc:spChg chg="mod">
          <ac:chgData name="Nguyen Duc Tien" userId="1d425f06-52f5-490b-9f00-5a0d395ba4e9" providerId="ADAL" clId="{27A2FABC-AC00-4E0D-BE8A-9D5B61010432}" dt="2021-09-26T09:43:03.395" v="2755" actId="1035"/>
          <ac:spMkLst>
            <pc:docMk/>
            <pc:sldMk cId="0" sldId="344"/>
            <ac:spMk id="55312" creationId="{00000000-0000-0000-0000-000000000000}"/>
          </ac:spMkLst>
        </pc:spChg>
        <pc:spChg chg="mod">
          <ac:chgData name="Nguyen Duc Tien" userId="1d425f06-52f5-490b-9f00-5a0d395ba4e9" providerId="ADAL" clId="{27A2FABC-AC00-4E0D-BE8A-9D5B61010432}" dt="2021-09-26T09:43:03.395" v="2755" actId="1035"/>
          <ac:spMkLst>
            <pc:docMk/>
            <pc:sldMk cId="0" sldId="344"/>
            <ac:spMk id="55313" creationId="{00000000-0000-0000-0000-000000000000}"/>
          </ac:spMkLst>
        </pc:spChg>
        <pc:spChg chg="mod">
          <ac:chgData name="Nguyen Duc Tien" userId="1d425f06-52f5-490b-9f00-5a0d395ba4e9" providerId="ADAL" clId="{27A2FABC-AC00-4E0D-BE8A-9D5B61010432}" dt="2021-09-26T09:43:03.395" v="2755" actId="1035"/>
          <ac:spMkLst>
            <pc:docMk/>
            <pc:sldMk cId="0" sldId="344"/>
            <ac:spMk id="55314" creationId="{00000000-0000-0000-0000-000000000000}"/>
          </ac:spMkLst>
        </pc:spChg>
        <pc:spChg chg="mod">
          <ac:chgData name="Nguyen Duc Tien" userId="1d425f06-52f5-490b-9f00-5a0d395ba4e9" providerId="ADAL" clId="{27A2FABC-AC00-4E0D-BE8A-9D5B61010432}" dt="2021-09-26T09:43:03.395" v="2755" actId="1035"/>
          <ac:spMkLst>
            <pc:docMk/>
            <pc:sldMk cId="0" sldId="344"/>
            <ac:spMk id="55315" creationId="{00000000-0000-0000-0000-000000000000}"/>
          </ac:spMkLst>
        </pc:spChg>
        <pc:spChg chg="mod">
          <ac:chgData name="Nguyen Duc Tien" userId="1d425f06-52f5-490b-9f00-5a0d395ba4e9" providerId="ADAL" clId="{27A2FABC-AC00-4E0D-BE8A-9D5B61010432}" dt="2021-09-26T09:43:03.395" v="2755" actId="1035"/>
          <ac:spMkLst>
            <pc:docMk/>
            <pc:sldMk cId="0" sldId="344"/>
            <ac:spMk id="55316" creationId="{00000000-0000-0000-0000-000000000000}"/>
          </ac:spMkLst>
        </pc:spChg>
        <pc:spChg chg="mod">
          <ac:chgData name="Nguyen Duc Tien" userId="1d425f06-52f5-490b-9f00-5a0d395ba4e9" providerId="ADAL" clId="{27A2FABC-AC00-4E0D-BE8A-9D5B61010432}" dt="2021-09-26T09:43:03.395" v="2755" actId="1035"/>
          <ac:spMkLst>
            <pc:docMk/>
            <pc:sldMk cId="0" sldId="344"/>
            <ac:spMk id="55317" creationId="{00000000-0000-0000-0000-000000000000}"/>
          </ac:spMkLst>
        </pc:spChg>
        <pc:spChg chg="mod">
          <ac:chgData name="Nguyen Duc Tien" userId="1d425f06-52f5-490b-9f00-5a0d395ba4e9" providerId="ADAL" clId="{27A2FABC-AC00-4E0D-BE8A-9D5B61010432}" dt="2021-09-26T09:43:03.395" v="2755" actId="1035"/>
          <ac:spMkLst>
            <pc:docMk/>
            <pc:sldMk cId="0" sldId="344"/>
            <ac:spMk id="55318" creationId="{00000000-0000-0000-0000-000000000000}"/>
          </ac:spMkLst>
        </pc:spChg>
        <pc:spChg chg="mod">
          <ac:chgData name="Nguyen Duc Tien" userId="1d425f06-52f5-490b-9f00-5a0d395ba4e9" providerId="ADAL" clId="{27A2FABC-AC00-4E0D-BE8A-9D5B61010432}" dt="2021-09-26T09:43:03.395" v="2755" actId="1035"/>
          <ac:spMkLst>
            <pc:docMk/>
            <pc:sldMk cId="0" sldId="344"/>
            <ac:spMk id="55319" creationId="{00000000-0000-0000-0000-000000000000}"/>
          </ac:spMkLst>
        </pc:spChg>
        <pc:spChg chg="mod">
          <ac:chgData name="Nguyen Duc Tien" userId="1d425f06-52f5-490b-9f00-5a0d395ba4e9" providerId="ADAL" clId="{27A2FABC-AC00-4E0D-BE8A-9D5B61010432}" dt="2021-09-26T09:43:03.395" v="2755" actId="1035"/>
          <ac:spMkLst>
            <pc:docMk/>
            <pc:sldMk cId="0" sldId="344"/>
            <ac:spMk id="55320" creationId="{00000000-0000-0000-0000-000000000000}"/>
          </ac:spMkLst>
        </pc:spChg>
        <pc:spChg chg="mod">
          <ac:chgData name="Nguyen Duc Tien" userId="1d425f06-52f5-490b-9f00-5a0d395ba4e9" providerId="ADAL" clId="{27A2FABC-AC00-4E0D-BE8A-9D5B61010432}" dt="2021-09-26T09:43:03.395" v="2755" actId="1035"/>
          <ac:spMkLst>
            <pc:docMk/>
            <pc:sldMk cId="0" sldId="344"/>
            <ac:spMk id="55321" creationId="{00000000-0000-0000-0000-000000000000}"/>
          </ac:spMkLst>
        </pc:spChg>
        <pc:spChg chg="mod">
          <ac:chgData name="Nguyen Duc Tien" userId="1d425f06-52f5-490b-9f00-5a0d395ba4e9" providerId="ADAL" clId="{27A2FABC-AC00-4E0D-BE8A-9D5B61010432}" dt="2021-09-26T09:43:03.395" v="2755" actId="1035"/>
          <ac:spMkLst>
            <pc:docMk/>
            <pc:sldMk cId="0" sldId="344"/>
            <ac:spMk id="55322" creationId="{00000000-0000-0000-0000-000000000000}"/>
          </ac:spMkLst>
        </pc:spChg>
        <pc:spChg chg="mod">
          <ac:chgData name="Nguyen Duc Tien" userId="1d425f06-52f5-490b-9f00-5a0d395ba4e9" providerId="ADAL" clId="{27A2FABC-AC00-4E0D-BE8A-9D5B61010432}" dt="2021-09-26T09:43:03.395" v="2755" actId="1035"/>
          <ac:spMkLst>
            <pc:docMk/>
            <pc:sldMk cId="0" sldId="344"/>
            <ac:spMk id="55323" creationId="{00000000-0000-0000-0000-000000000000}"/>
          </ac:spMkLst>
        </pc:spChg>
        <pc:spChg chg="mod">
          <ac:chgData name="Nguyen Duc Tien" userId="1d425f06-52f5-490b-9f00-5a0d395ba4e9" providerId="ADAL" clId="{27A2FABC-AC00-4E0D-BE8A-9D5B61010432}" dt="2021-09-26T09:43:03.395" v="2755" actId="1035"/>
          <ac:spMkLst>
            <pc:docMk/>
            <pc:sldMk cId="0" sldId="344"/>
            <ac:spMk id="55324" creationId="{00000000-0000-0000-0000-000000000000}"/>
          </ac:spMkLst>
        </pc:spChg>
        <pc:spChg chg="del mod">
          <ac:chgData name="Nguyen Duc Tien" userId="1d425f06-52f5-490b-9f00-5a0d395ba4e9" providerId="ADAL" clId="{27A2FABC-AC00-4E0D-BE8A-9D5B61010432}" dt="2021-09-26T09:42:56.878" v="2746" actId="478"/>
          <ac:spMkLst>
            <pc:docMk/>
            <pc:sldMk cId="0" sldId="344"/>
            <ac:spMk id="55325" creationId="{00000000-0000-0000-0000-000000000000}"/>
          </ac:spMkLst>
        </pc:spChg>
        <pc:spChg chg="mod">
          <ac:chgData name="Nguyen Duc Tien" userId="1d425f06-52f5-490b-9f00-5a0d395ba4e9" providerId="ADAL" clId="{27A2FABC-AC00-4E0D-BE8A-9D5B61010432}" dt="2021-09-26T09:43:03.395" v="2755" actId="1035"/>
          <ac:spMkLst>
            <pc:docMk/>
            <pc:sldMk cId="0" sldId="344"/>
            <ac:spMk id="55326" creationId="{00000000-0000-0000-0000-000000000000}"/>
          </ac:spMkLst>
        </pc:spChg>
        <pc:spChg chg="mod">
          <ac:chgData name="Nguyen Duc Tien" userId="1d425f06-52f5-490b-9f00-5a0d395ba4e9" providerId="ADAL" clId="{27A2FABC-AC00-4E0D-BE8A-9D5B61010432}" dt="2021-09-26T09:43:03.395" v="2755" actId="1035"/>
          <ac:spMkLst>
            <pc:docMk/>
            <pc:sldMk cId="0" sldId="344"/>
            <ac:spMk id="55327" creationId="{00000000-0000-0000-0000-000000000000}"/>
          </ac:spMkLst>
        </pc:spChg>
        <pc:spChg chg="mod">
          <ac:chgData name="Nguyen Duc Tien" userId="1d425f06-52f5-490b-9f00-5a0d395ba4e9" providerId="ADAL" clId="{27A2FABC-AC00-4E0D-BE8A-9D5B61010432}" dt="2021-09-26T09:43:03.395" v="2755" actId="1035"/>
          <ac:spMkLst>
            <pc:docMk/>
            <pc:sldMk cId="0" sldId="344"/>
            <ac:spMk id="55328" creationId="{00000000-0000-0000-0000-000000000000}"/>
          </ac:spMkLst>
        </pc:spChg>
        <pc:spChg chg="mod">
          <ac:chgData name="Nguyen Duc Tien" userId="1d425f06-52f5-490b-9f00-5a0d395ba4e9" providerId="ADAL" clId="{27A2FABC-AC00-4E0D-BE8A-9D5B61010432}" dt="2021-09-26T09:43:03.395" v="2755" actId="1035"/>
          <ac:spMkLst>
            <pc:docMk/>
            <pc:sldMk cId="0" sldId="344"/>
            <ac:spMk id="55329" creationId="{00000000-0000-0000-0000-000000000000}"/>
          </ac:spMkLst>
        </pc:spChg>
        <pc:spChg chg="mod">
          <ac:chgData name="Nguyen Duc Tien" userId="1d425f06-52f5-490b-9f00-5a0d395ba4e9" providerId="ADAL" clId="{27A2FABC-AC00-4E0D-BE8A-9D5B61010432}" dt="2021-09-26T09:43:03.395" v="2755" actId="1035"/>
          <ac:spMkLst>
            <pc:docMk/>
            <pc:sldMk cId="0" sldId="344"/>
            <ac:spMk id="55330" creationId="{00000000-0000-0000-0000-000000000000}"/>
          </ac:spMkLst>
        </pc:spChg>
        <pc:spChg chg="mod">
          <ac:chgData name="Nguyen Duc Tien" userId="1d425f06-52f5-490b-9f00-5a0d395ba4e9" providerId="ADAL" clId="{27A2FABC-AC00-4E0D-BE8A-9D5B61010432}" dt="2021-09-26T09:43:03.395" v="2755" actId="1035"/>
          <ac:spMkLst>
            <pc:docMk/>
            <pc:sldMk cId="0" sldId="344"/>
            <ac:spMk id="55331" creationId="{00000000-0000-0000-0000-000000000000}"/>
          </ac:spMkLst>
        </pc:spChg>
        <pc:spChg chg="mod">
          <ac:chgData name="Nguyen Duc Tien" userId="1d425f06-52f5-490b-9f00-5a0d395ba4e9" providerId="ADAL" clId="{27A2FABC-AC00-4E0D-BE8A-9D5B61010432}" dt="2021-09-26T09:43:03.395" v="2755" actId="1035"/>
          <ac:spMkLst>
            <pc:docMk/>
            <pc:sldMk cId="0" sldId="344"/>
            <ac:spMk id="55332" creationId="{00000000-0000-0000-0000-000000000000}"/>
          </ac:spMkLst>
        </pc:spChg>
        <pc:spChg chg="mod">
          <ac:chgData name="Nguyen Duc Tien" userId="1d425f06-52f5-490b-9f00-5a0d395ba4e9" providerId="ADAL" clId="{27A2FABC-AC00-4E0D-BE8A-9D5B61010432}" dt="2021-09-26T09:43:03.395" v="2755" actId="1035"/>
          <ac:spMkLst>
            <pc:docMk/>
            <pc:sldMk cId="0" sldId="344"/>
            <ac:spMk id="55333" creationId="{00000000-0000-0000-0000-000000000000}"/>
          </ac:spMkLst>
        </pc:spChg>
        <pc:spChg chg="mod">
          <ac:chgData name="Nguyen Duc Tien" userId="1d425f06-52f5-490b-9f00-5a0d395ba4e9" providerId="ADAL" clId="{27A2FABC-AC00-4E0D-BE8A-9D5B61010432}" dt="2021-09-26T09:43:03.395" v="2755" actId="1035"/>
          <ac:spMkLst>
            <pc:docMk/>
            <pc:sldMk cId="0" sldId="344"/>
            <ac:spMk id="55334" creationId="{00000000-0000-0000-0000-000000000000}"/>
          </ac:spMkLst>
        </pc:spChg>
        <pc:spChg chg="mod">
          <ac:chgData name="Nguyen Duc Tien" userId="1d425f06-52f5-490b-9f00-5a0d395ba4e9" providerId="ADAL" clId="{27A2FABC-AC00-4E0D-BE8A-9D5B61010432}" dt="2021-09-26T09:43:03.395" v="2755" actId="1035"/>
          <ac:spMkLst>
            <pc:docMk/>
            <pc:sldMk cId="0" sldId="344"/>
            <ac:spMk id="55335" creationId="{00000000-0000-0000-0000-000000000000}"/>
          </ac:spMkLst>
        </pc:spChg>
        <pc:spChg chg="mod">
          <ac:chgData name="Nguyen Duc Tien" userId="1d425f06-52f5-490b-9f00-5a0d395ba4e9" providerId="ADAL" clId="{27A2FABC-AC00-4E0D-BE8A-9D5B61010432}" dt="2021-09-26T09:43:03.395" v="2755" actId="1035"/>
          <ac:spMkLst>
            <pc:docMk/>
            <pc:sldMk cId="0" sldId="344"/>
            <ac:spMk id="55336" creationId="{00000000-0000-0000-0000-000000000000}"/>
          </ac:spMkLst>
        </pc:spChg>
        <pc:spChg chg="mod">
          <ac:chgData name="Nguyen Duc Tien" userId="1d425f06-52f5-490b-9f00-5a0d395ba4e9" providerId="ADAL" clId="{27A2FABC-AC00-4E0D-BE8A-9D5B61010432}" dt="2021-09-26T09:43:03.395" v="2755" actId="1035"/>
          <ac:spMkLst>
            <pc:docMk/>
            <pc:sldMk cId="0" sldId="344"/>
            <ac:spMk id="55337" creationId="{00000000-0000-0000-0000-000000000000}"/>
          </ac:spMkLst>
        </pc:spChg>
        <pc:spChg chg="mod">
          <ac:chgData name="Nguyen Duc Tien" userId="1d425f06-52f5-490b-9f00-5a0d395ba4e9" providerId="ADAL" clId="{27A2FABC-AC00-4E0D-BE8A-9D5B61010432}" dt="2021-09-26T09:43:03.395" v="2755" actId="1035"/>
          <ac:spMkLst>
            <pc:docMk/>
            <pc:sldMk cId="0" sldId="344"/>
            <ac:spMk id="55338" creationId="{00000000-0000-0000-0000-000000000000}"/>
          </ac:spMkLst>
        </pc:spChg>
        <pc:spChg chg="mod">
          <ac:chgData name="Nguyen Duc Tien" userId="1d425f06-52f5-490b-9f00-5a0d395ba4e9" providerId="ADAL" clId="{27A2FABC-AC00-4E0D-BE8A-9D5B61010432}" dt="2021-09-26T09:43:03.395" v="2755" actId="1035"/>
          <ac:spMkLst>
            <pc:docMk/>
            <pc:sldMk cId="0" sldId="344"/>
            <ac:spMk id="55339" creationId="{00000000-0000-0000-0000-000000000000}"/>
          </ac:spMkLst>
        </pc:spChg>
        <pc:spChg chg="mod">
          <ac:chgData name="Nguyen Duc Tien" userId="1d425f06-52f5-490b-9f00-5a0d395ba4e9" providerId="ADAL" clId="{27A2FABC-AC00-4E0D-BE8A-9D5B61010432}" dt="2021-09-26T09:43:03.395" v="2755" actId="1035"/>
          <ac:spMkLst>
            <pc:docMk/>
            <pc:sldMk cId="0" sldId="344"/>
            <ac:spMk id="55340" creationId="{00000000-0000-0000-0000-000000000000}"/>
          </ac:spMkLst>
        </pc:spChg>
        <pc:spChg chg="mod">
          <ac:chgData name="Nguyen Duc Tien" userId="1d425f06-52f5-490b-9f00-5a0d395ba4e9" providerId="ADAL" clId="{27A2FABC-AC00-4E0D-BE8A-9D5B61010432}" dt="2021-09-26T09:43:03.395" v="2755" actId="1035"/>
          <ac:spMkLst>
            <pc:docMk/>
            <pc:sldMk cId="0" sldId="344"/>
            <ac:spMk id="55341" creationId="{00000000-0000-0000-0000-000000000000}"/>
          </ac:spMkLst>
        </pc:spChg>
        <pc:spChg chg="mod">
          <ac:chgData name="Nguyen Duc Tien" userId="1d425f06-52f5-490b-9f00-5a0d395ba4e9" providerId="ADAL" clId="{27A2FABC-AC00-4E0D-BE8A-9D5B61010432}" dt="2021-09-26T09:43:03.395" v="2755" actId="1035"/>
          <ac:spMkLst>
            <pc:docMk/>
            <pc:sldMk cId="0" sldId="344"/>
            <ac:spMk id="55342" creationId="{00000000-0000-0000-0000-000000000000}"/>
          </ac:spMkLst>
        </pc:spChg>
      </pc:sldChg>
      <pc:sldChg chg="modSp mod modClrScheme chgLayout">
        <pc:chgData name="Nguyen Duc Tien" userId="1d425f06-52f5-490b-9f00-5a0d395ba4e9" providerId="ADAL" clId="{27A2FABC-AC00-4E0D-BE8A-9D5B61010432}" dt="2021-09-26T09:42:34.645" v="2739" actId="1035"/>
        <pc:sldMkLst>
          <pc:docMk/>
          <pc:sldMk cId="0" sldId="345"/>
        </pc:sldMkLst>
        <pc:spChg chg="mod ord">
          <ac:chgData name="Nguyen Duc Tien" userId="1d425f06-52f5-490b-9f00-5a0d395ba4e9" providerId="ADAL" clId="{27A2FABC-AC00-4E0D-BE8A-9D5B61010432}" dt="2021-09-26T09:10:48.687" v="1264" actId="700"/>
          <ac:spMkLst>
            <pc:docMk/>
            <pc:sldMk cId="0" sldId="345"/>
            <ac:spMk id="52226" creationId="{00000000-0000-0000-0000-000000000000}"/>
          </ac:spMkLst>
        </pc:spChg>
        <pc:spChg chg="mod ord">
          <ac:chgData name="Nguyen Duc Tien" userId="1d425f06-52f5-490b-9f00-5a0d395ba4e9" providerId="ADAL" clId="{27A2FABC-AC00-4E0D-BE8A-9D5B61010432}" dt="2021-09-26T09:10:48.687" v="1264" actId="700"/>
          <ac:spMkLst>
            <pc:docMk/>
            <pc:sldMk cId="0" sldId="345"/>
            <ac:spMk id="52227" creationId="{00000000-0000-0000-0000-000000000000}"/>
          </ac:spMkLst>
        </pc:spChg>
        <pc:spChg chg="mod">
          <ac:chgData name="Nguyen Duc Tien" userId="1d425f06-52f5-490b-9f00-5a0d395ba4e9" providerId="ADAL" clId="{27A2FABC-AC00-4E0D-BE8A-9D5B61010432}" dt="2021-09-26T09:42:34.645" v="2739" actId="1035"/>
          <ac:spMkLst>
            <pc:docMk/>
            <pc:sldMk cId="0" sldId="345"/>
            <ac:spMk id="52228" creationId="{00000000-0000-0000-0000-000000000000}"/>
          </ac:spMkLst>
        </pc:spChg>
        <pc:spChg chg="mod">
          <ac:chgData name="Nguyen Duc Tien" userId="1d425f06-52f5-490b-9f00-5a0d395ba4e9" providerId="ADAL" clId="{27A2FABC-AC00-4E0D-BE8A-9D5B61010432}" dt="2021-09-26T09:42:34.645" v="2739" actId="1035"/>
          <ac:spMkLst>
            <pc:docMk/>
            <pc:sldMk cId="0" sldId="345"/>
            <ac:spMk id="52229" creationId="{00000000-0000-0000-0000-000000000000}"/>
          </ac:spMkLst>
        </pc:spChg>
        <pc:spChg chg="mod">
          <ac:chgData name="Nguyen Duc Tien" userId="1d425f06-52f5-490b-9f00-5a0d395ba4e9" providerId="ADAL" clId="{27A2FABC-AC00-4E0D-BE8A-9D5B61010432}" dt="2021-09-26T09:42:34.645" v="2739" actId="1035"/>
          <ac:spMkLst>
            <pc:docMk/>
            <pc:sldMk cId="0" sldId="345"/>
            <ac:spMk id="52230" creationId="{00000000-0000-0000-0000-000000000000}"/>
          </ac:spMkLst>
        </pc:spChg>
        <pc:spChg chg="mod">
          <ac:chgData name="Nguyen Duc Tien" userId="1d425f06-52f5-490b-9f00-5a0d395ba4e9" providerId="ADAL" clId="{27A2FABC-AC00-4E0D-BE8A-9D5B61010432}" dt="2021-09-26T09:42:34.645" v="2739" actId="1035"/>
          <ac:spMkLst>
            <pc:docMk/>
            <pc:sldMk cId="0" sldId="345"/>
            <ac:spMk id="52231" creationId="{00000000-0000-0000-0000-000000000000}"/>
          </ac:spMkLst>
        </pc:spChg>
        <pc:spChg chg="mod">
          <ac:chgData name="Nguyen Duc Tien" userId="1d425f06-52f5-490b-9f00-5a0d395ba4e9" providerId="ADAL" clId="{27A2FABC-AC00-4E0D-BE8A-9D5B61010432}" dt="2021-09-26T09:42:34.645" v="2739" actId="1035"/>
          <ac:spMkLst>
            <pc:docMk/>
            <pc:sldMk cId="0" sldId="345"/>
            <ac:spMk id="52232" creationId="{00000000-0000-0000-0000-000000000000}"/>
          </ac:spMkLst>
        </pc:spChg>
        <pc:spChg chg="mod">
          <ac:chgData name="Nguyen Duc Tien" userId="1d425f06-52f5-490b-9f00-5a0d395ba4e9" providerId="ADAL" clId="{27A2FABC-AC00-4E0D-BE8A-9D5B61010432}" dt="2021-09-26T09:42:34.645" v="2739" actId="1035"/>
          <ac:spMkLst>
            <pc:docMk/>
            <pc:sldMk cId="0" sldId="345"/>
            <ac:spMk id="52233" creationId="{00000000-0000-0000-0000-000000000000}"/>
          </ac:spMkLst>
        </pc:spChg>
        <pc:spChg chg="mod">
          <ac:chgData name="Nguyen Duc Tien" userId="1d425f06-52f5-490b-9f00-5a0d395ba4e9" providerId="ADAL" clId="{27A2FABC-AC00-4E0D-BE8A-9D5B61010432}" dt="2021-09-26T09:42:34.645" v="2739" actId="1035"/>
          <ac:spMkLst>
            <pc:docMk/>
            <pc:sldMk cId="0" sldId="345"/>
            <ac:spMk id="52234" creationId="{00000000-0000-0000-0000-000000000000}"/>
          </ac:spMkLst>
        </pc:spChg>
        <pc:spChg chg="mod">
          <ac:chgData name="Nguyen Duc Tien" userId="1d425f06-52f5-490b-9f00-5a0d395ba4e9" providerId="ADAL" clId="{27A2FABC-AC00-4E0D-BE8A-9D5B61010432}" dt="2021-09-26T09:42:34.645" v="2739" actId="1035"/>
          <ac:spMkLst>
            <pc:docMk/>
            <pc:sldMk cId="0" sldId="345"/>
            <ac:spMk id="52235" creationId="{00000000-0000-0000-0000-000000000000}"/>
          </ac:spMkLst>
        </pc:spChg>
        <pc:spChg chg="mod">
          <ac:chgData name="Nguyen Duc Tien" userId="1d425f06-52f5-490b-9f00-5a0d395ba4e9" providerId="ADAL" clId="{27A2FABC-AC00-4E0D-BE8A-9D5B61010432}" dt="2021-09-26T09:42:34.645" v="2739" actId="1035"/>
          <ac:spMkLst>
            <pc:docMk/>
            <pc:sldMk cId="0" sldId="345"/>
            <ac:spMk id="52236" creationId="{00000000-0000-0000-0000-000000000000}"/>
          </ac:spMkLst>
        </pc:spChg>
        <pc:spChg chg="mod">
          <ac:chgData name="Nguyen Duc Tien" userId="1d425f06-52f5-490b-9f00-5a0d395ba4e9" providerId="ADAL" clId="{27A2FABC-AC00-4E0D-BE8A-9D5B61010432}" dt="2021-09-26T09:42:34.645" v="2739" actId="1035"/>
          <ac:spMkLst>
            <pc:docMk/>
            <pc:sldMk cId="0" sldId="345"/>
            <ac:spMk id="52237" creationId="{00000000-0000-0000-0000-000000000000}"/>
          </ac:spMkLst>
        </pc:spChg>
        <pc:spChg chg="mod">
          <ac:chgData name="Nguyen Duc Tien" userId="1d425f06-52f5-490b-9f00-5a0d395ba4e9" providerId="ADAL" clId="{27A2FABC-AC00-4E0D-BE8A-9D5B61010432}" dt="2021-09-26T09:42:34.645" v="2739" actId="1035"/>
          <ac:spMkLst>
            <pc:docMk/>
            <pc:sldMk cId="0" sldId="345"/>
            <ac:spMk id="52238" creationId="{00000000-0000-0000-0000-000000000000}"/>
          </ac:spMkLst>
        </pc:spChg>
      </pc:sldChg>
      <pc:sldChg chg="modSp mod modClrScheme chgLayout">
        <pc:chgData name="Nguyen Duc Tien" userId="1d425f06-52f5-490b-9f00-5a0d395ba4e9" providerId="ADAL" clId="{27A2FABC-AC00-4E0D-BE8A-9D5B61010432}" dt="2021-09-26T09:10:48.687" v="1264" actId="700"/>
        <pc:sldMkLst>
          <pc:docMk/>
          <pc:sldMk cId="0" sldId="346"/>
        </pc:sldMkLst>
        <pc:spChg chg="mod ord">
          <ac:chgData name="Nguyen Duc Tien" userId="1d425f06-52f5-490b-9f00-5a0d395ba4e9" providerId="ADAL" clId="{27A2FABC-AC00-4E0D-BE8A-9D5B61010432}" dt="2021-09-26T09:10:48.687" v="1264" actId="700"/>
          <ac:spMkLst>
            <pc:docMk/>
            <pc:sldMk cId="0" sldId="346"/>
            <ac:spMk id="53250" creationId="{00000000-0000-0000-0000-000000000000}"/>
          </ac:spMkLst>
        </pc:spChg>
        <pc:spChg chg="mod ord">
          <ac:chgData name="Nguyen Duc Tien" userId="1d425f06-52f5-490b-9f00-5a0d395ba4e9" providerId="ADAL" clId="{27A2FABC-AC00-4E0D-BE8A-9D5B61010432}" dt="2021-09-26T09:10:48.687" v="1264" actId="700"/>
          <ac:spMkLst>
            <pc:docMk/>
            <pc:sldMk cId="0" sldId="346"/>
            <ac:spMk id="53251" creationId="{00000000-0000-0000-0000-000000000000}"/>
          </ac:spMkLst>
        </pc:spChg>
      </pc:sldChg>
      <pc:sldChg chg="addSp delSp modSp mod modClrScheme chgLayout">
        <pc:chgData name="Nguyen Duc Tien" userId="1d425f06-52f5-490b-9f00-5a0d395ba4e9" providerId="ADAL" clId="{27A2FABC-AC00-4E0D-BE8A-9D5B61010432}" dt="2021-09-26T09:43:33.205" v="2786" actId="1035"/>
        <pc:sldMkLst>
          <pc:docMk/>
          <pc:sldMk cId="0" sldId="348"/>
        </pc:sldMkLst>
        <pc:spChg chg="add del mod ord">
          <ac:chgData name="Nguyen Duc Tien" userId="1d425f06-52f5-490b-9f00-5a0d395ba4e9" providerId="ADAL" clId="{27A2FABC-AC00-4E0D-BE8A-9D5B61010432}" dt="2021-09-26T09:43:30.025" v="2779" actId="478"/>
          <ac:spMkLst>
            <pc:docMk/>
            <pc:sldMk cId="0" sldId="348"/>
            <ac:spMk id="2" creationId="{AE59DD9A-931F-4E75-96CB-E08EE12B04DD}"/>
          </ac:spMkLst>
        </pc:spChg>
        <pc:spChg chg="mod ord">
          <ac:chgData name="Nguyen Duc Tien" userId="1d425f06-52f5-490b-9f00-5a0d395ba4e9" providerId="ADAL" clId="{27A2FABC-AC00-4E0D-BE8A-9D5B61010432}" dt="2021-09-26T09:10:48.687" v="1264" actId="700"/>
          <ac:spMkLst>
            <pc:docMk/>
            <pc:sldMk cId="0" sldId="348"/>
            <ac:spMk id="58370" creationId="{00000000-0000-0000-0000-000000000000}"/>
          </ac:spMkLst>
        </pc:spChg>
        <pc:spChg chg="mod">
          <ac:chgData name="Nguyen Duc Tien" userId="1d425f06-52f5-490b-9f00-5a0d395ba4e9" providerId="ADAL" clId="{27A2FABC-AC00-4E0D-BE8A-9D5B61010432}" dt="2021-09-26T09:43:33.205" v="2786" actId="1035"/>
          <ac:spMkLst>
            <pc:docMk/>
            <pc:sldMk cId="0" sldId="348"/>
            <ac:spMk id="58371" creationId="{00000000-0000-0000-0000-000000000000}"/>
          </ac:spMkLst>
        </pc:spChg>
        <pc:spChg chg="mod">
          <ac:chgData name="Nguyen Duc Tien" userId="1d425f06-52f5-490b-9f00-5a0d395ba4e9" providerId="ADAL" clId="{27A2FABC-AC00-4E0D-BE8A-9D5B61010432}" dt="2021-09-26T09:43:33.205" v="2786" actId="1035"/>
          <ac:spMkLst>
            <pc:docMk/>
            <pc:sldMk cId="0" sldId="348"/>
            <ac:spMk id="58372" creationId="{00000000-0000-0000-0000-000000000000}"/>
          </ac:spMkLst>
        </pc:spChg>
        <pc:spChg chg="mod">
          <ac:chgData name="Nguyen Duc Tien" userId="1d425f06-52f5-490b-9f00-5a0d395ba4e9" providerId="ADAL" clId="{27A2FABC-AC00-4E0D-BE8A-9D5B61010432}" dt="2021-09-26T09:43:33.205" v="2786" actId="1035"/>
          <ac:spMkLst>
            <pc:docMk/>
            <pc:sldMk cId="0" sldId="348"/>
            <ac:spMk id="58373" creationId="{00000000-0000-0000-0000-000000000000}"/>
          </ac:spMkLst>
        </pc:spChg>
        <pc:spChg chg="mod">
          <ac:chgData name="Nguyen Duc Tien" userId="1d425f06-52f5-490b-9f00-5a0d395ba4e9" providerId="ADAL" clId="{27A2FABC-AC00-4E0D-BE8A-9D5B61010432}" dt="2021-09-26T09:43:33.205" v="2786" actId="1035"/>
          <ac:spMkLst>
            <pc:docMk/>
            <pc:sldMk cId="0" sldId="348"/>
            <ac:spMk id="58374" creationId="{00000000-0000-0000-0000-000000000000}"/>
          </ac:spMkLst>
        </pc:spChg>
        <pc:spChg chg="mod">
          <ac:chgData name="Nguyen Duc Tien" userId="1d425f06-52f5-490b-9f00-5a0d395ba4e9" providerId="ADAL" clId="{27A2FABC-AC00-4E0D-BE8A-9D5B61010432}" dt="2021-09-26T09:43:33.205" v="2786" actId="1035"/>
          <ac:spMkLst>
            <pc:docMk/>
            <pc:sldMk cId="0" sldId="348"/>
            <ac:spMk id="58375" creationId="{00000000-0000-0000-0000-000000000000}"/>
          </ac:spMkLst>
        </pc:spChg>
        <pc:spChg chg="mod">
          <ac:chgData name="Nguyen Duc Tien" userId="1d425f06-52f5-490b-9f00-5a0d395ba4e9" providerId="ADAL" clId="{27A2FABC-AC00-4E0D-BE8A-9D5B61010432}" dt="2021-09-26T09:43:33.205" v="2786" actId="1035"/>
          <ac:spMkLst>
            <pc:docMk/>
            <pc:sldMk cId="0" sldId="348"/>
            <ac:spMk id="58376" creationId="{00000000-0000-0000-0000-000000000000}"/>
          </ac:spMkLst>
        </pc:spChg>
        <pc:spChg chg="mod">
          <ac:chgData name="Nguyen Duc Tien" userId="1d425f06-52f5-490b-9f00-5a0d395ba4e9" providerId="ADAL" clId="{27A2FABC-AC00-4E0D-BE8A-9D5B61010432}" dt="2021-09-26T09:43:33.205" v="2786" actId="1035"/>
          <ac:spMkLst>
            <pc:docMk/>
            <pc:sldMk cId="0" sldId="348"/>
            <ac:spMk id="58377" creationId="{00000000-0000-0000-0000-000000000000}"/>
          </ac:spMkLst>
        </pc:spChg>
        <pc:spChg chg="mod">
          <ac:chgData name="Nguyen Duc Tien" userId="1d425f06-52f5-490b-9f00-5a0d395ba4e9" providerId="ADAL" clId="{27A2FABC-AC00-4E0D-BE8A-9D5B61010432}" dt="2021-09-26T09:43:33.205" v="2786" actId="1035"/>
          <ac:spMkLst>
            <pc:docMk/>
            <pc:sldMk cId="0" sldId="348"/>
            <ac:spMk id="58378" creationId="{00000000-0000-0000-0000-000000000000}"/>
          </ac:spMkLst>
        </pc:spChg>
        <pc:spChg chg="mod">
          <ac:chgData name="Nguyen Duc Tien" userId="1d425f06-52f5-490b-9f00-5a0d395ba4e9" providerId="ADAL" clId="{27A2FABC-AC00-4E0D-BE8A-9D5B61010432}" dt="2021-09-26T09:43:33.205" v="2786" actId="1035"/>
          <ac:spMkLst>
            <pc:docMk/>
            <pc:sldMk cId="0" sldId="348"/>
            <ac:spMk id="58379" creationId="{00000000-0000-0000-0000-000000000000}"/>
          </ac:spMkLst>
        </pc:spChg>
        <pc:spChg chg="mod">
          <ac:chgData name="Nguyen Duc Tien" userId="1d425f06-52f5-490b-9f00-5a0d395ba4e9" providerId="ADAL" clId="{27A2FABC-AC00-4E0D-BE8A-9D5B61010432}" dt="2021-09-26T09:43:33.205" v="2786" actId="1035"/>
          <ac:spMkLst>
            <pc:docMk/>
            <pc:sldMk cId="0" sldId="348"/>
            <ac:spMk id="58380" creationId="{00000000-0000-0000-0000-000000000000}"/>
          </ac:spMkLst>
        </pc:spChg>
        <pc:spChg chg="mod">
          <ac:chgData name="Nguyen Duc Tien" userId="1d425f06-52f5-490b-9f00-5a0d395ba4e9" providerId="ADAL" clId="{27A2FABC-AC00-4E0D-BE8A-9D5B61010432}" dt="2021-09-26T09:43:33.205" v="2786" actId="1035"/>
          <ac:spMkLst>
            <pc:docMk/>
            <pc:sldMk cId="0" sldId="348"/>
            <ac:spMk id="58381" creationId="{00000000-0000-0000-0000-000000000000}"/>
          </ac:spMkLst>
        </pc:spChg>
        <pc:spChg chg="mod">
          <ac:chgData name="Nguyen Duc Tien" userId="1d425f06-52f5-490b-9f00-5a0d395ba4e9" providerId="ADAL" clId="{27A2FABC-AC00-4E0D-BE8A-9D5B61010432}" dt="2021-09-26T09:43:33.205" v="2786" actId="1035"/>
          <ac:spMkLst>
            <pc:docMk/>
            <pc:sldMk cId="0" sldId="348"/>
            <ac:spMk id="58382" creationId="{00000000-0000-0000-0000-000000000000}"/>
          </ac:spMkLst>
        </pc:spChg>
        <pc:spChg chg="mod">
          <ac:chgData name="Nguyen Duc Tien" userId="1d425f06-52f5-490b-9f00-5a0d395ba4e9" providerId="ADAL" clId="{27A2FABC-AC00-4E0D-BE8A-9D5B61010432}" dt="2021-09-26T09:43:33.205" v="2786" actId="1035"/>
          <ac:spMkLst>
            <pc:docMk/>
            <pc:sldMk cId="0" sldId="348"/>
            <ac:spMk id="58383" creationId="{00000000-0000-0000-0000-000000000000}"/>
          </ac:spMkLst>
        </pc:spChg>
        <pc:spChg chg="mod">
          <ac:chgData name="Nguyen Duc Tien" userId="1d425f06-52f5-490b-9f00-5a0d395ba4e9" providerId="ADAL" clId="{27A2FABC-AC00-4E0D-BE8A-9D5B61010432}" dt="2021-09-26T09:43:33.205" v="2786" actId="1035"/>
          <ac:spMkLst>
            <pc:docMk/>
            <pc:sldMk cId="0" sldId="348"/>
            <ac:spMk id="58384" creationId="{00000000-0000-0000-0000-000000000000}"/>
          </ac:spMkLst>
        </pc:spChg>
      </pc:sldChg>
      <pc:sldChg chg="modSp mod modClrScheme chgLayout">
        <pc:chgData name="Nguyen Duc Tien" userId="1d425f06-52f5-490b-9f00-5a0d395ba4e9" providerId="ADAL" clId="{27A2FABC-AC00-4E0D-BE8A-9D5B61010432}" dt="2021-09-26T09:48:35.404" v="3119" actId="1035"/>
        <pc:sldMkLst>
          <pc:docMk/>
          <pc:sldMk cId="0" sldId="350"/>
        </pc:sldMkLst>
        <pc:spChg chg="mod ord">
          <ac:chgData name="Nguyen Duc Tien" userId="1d425f06-52f5-490b-9f00-5a0d395ba4e9" providerId="ADAL" clId="{27A2FABC-AC00-4E0D-BE8A-9D5B61010432}" dt="2021-09-26T09:10:48.687" v="1264" actId="700"/>
          <ac:spMkLst>
            <pc:docMk/>
            <pc:sldMk cId="0" sldId="350"/>
            <ac:spMk id="73730" creationId="{00000000-0000-0000-0000-000000000000}"/>
          </ac:spMkLst>
        </pc:spChg>
        <pc:spChg chg="mod ord">
          <ac:chgData name="Nguyen Duc Tien" userId="1d425f06-52f5-490b-9f00-5a0d395ba4e9" providerId="ADAL" clId="{27A2FABC-AC00-4E0D-BE8A-9D5B61010432}" dt="2021-09-26T09:48:35.404" v="3119" actId="1035"/>
          <ac:spMkLst>
            <pc:docMk/>
            <pc:sldMk cId="0" sldId="350"/>
            <ac:spMk id="73731" creationId="{00000000-0000-0000-0000-000000000000}"/>
          </ac:spMkLst>
        </pc:spChg>
        <pc:spChg chg="mod">
          <ac:chgData name="Nguyen Duc Tien" userId="1d425f06-52f5-490b-9f00-5a0d395ba4e9" providerId="ADAL" clId="{27A2FABC-AC00-4E0D-BE8A-9D5B61010432}" dt="2021-09-26T09:48:35.404" v="3119" actId="1035"/>
          <ac:spMkLst>
            <pc:docMk/>
            <pc:sldMk cId="0" sldId="350"/>
            <ac:spMk id="73732" creationId="{00000000-0000-0000-0000-000000000000}"/>
          </ac:spMkLst>
        </pc:spChg>
        <pc:spChg chg="mod">
          <ac:chgData name="Nguyen Duc Tien" userId="1d425f06-52f5-490b-9f00-5a0d395ba4e9" providerId="ADAL" clId="{27A2FABC-AC00-4E0D-BE8A-9D5B61010432}" dt="2021-09-26T09:48:35.404" v="3119" actId="1035"/>
          <ac:spMkLst>
            <pc:docMk/>
            <pc:sldMk cId="0" sldId="350"/>
            <ac:spMk id="73733" creationId="{00000000-0000-0000-0000-000000000000}"/>
          </ac:spMkLst>
        </pc:spChg>
        <pc:spChg chg="mod">
          <ac:chgData name="Nguyen Duc Tien" userId="1d425f06-52f5-490b-9f00-5a0d395ba4e9" providerId="ADAL" clId="{27A2FABC-AC00-4E0D-BE8A-9D5B61010432}" dt="2021-09-26T09:48:35.404" v="3119" actId="1035"/>
          <ac:spMkLst>
            <pc:docMk/>
            <pc:sldMk cId="0" sldId="350"/>
            <ac:spMk id="73734" creationId="{00000000-0000-0000-0000-000000000000}"/>
          </ac:spMkLst>
        </pc:spChg>
        <pc:spChg chg="mod">
          <ac:chgData name="Nguyen Duc Tien" userId="1d425f06-52f5-490b-9f00-5a0d395ba4e9" providerId="ADAL" clId="{27A2FABC-AC00-4E0D-BE8A-9D5B61010432}" dt="2021-09-26T09:48:35.404" v="3119" actId="1035"/>
          <ac:spMkLst>
            <pc:docMk/>
            <pc:sldMk cId="0" sldId="350"/>
            <ac:spMk id="73735" creationId="{00000000-0000-0000-0000-000000000000}"/>
          </ac:spMkLst>
        </pc:spChg>
        <pc:spChg chg="mod">
          <ac:chgData name="Nguyen Duc Tien" userId="1d425f06-52f5-490b-9f00-5a0d395ba4e9" providerId="ADAL" clId="{27A2FABC-AC00-4E0D-BE8A-9D5B61010432}" dt="2021-09-26T09:48:35.404" v="3119" actId="1035"/>
          <ac:spMkLst>
            <pc:docMk/>
            <pc:sldMk cId="0" sldId="350"/>
            <ac:spMk id="73736" creationId="{00000000-0000-0000-0000-000000000000}"/>
          </ac:spMkLst>
        </pc:spChg>
        <pc:spChg chg="mod">
          <ac:chgData name="Nguyen Duc Tien" userId="1d425f06-52f5-490b-9f00-5a0d395ba4e9" providerId="ADAL" clId="{27A2FABC-AC00-4E0D-BE8A-9D5B61010432}" dt="2021-09-26T09:48:35.404" v="3119" actId="1035"/>
          <ac:spMkLst>
            <pc:docMk/>
            <pc:sldMk cId="0" sldId="350"/>
            <ac:spMk id="73737" creationId="{00000000-0000-0000-0000-000000000000}"/>
          </ac:spMkLst>
        </pc:spChg>
        <pc:spChg chg="mod">
          <ac:chgData name="Nguyen Duc Tien" userId="1d425f06-52f5-490b-9f00-5a0d395ba4e9" providerId="ADAL" clId="{27A2FABC-AC00-4E0D-BE8A-9D5B61010432}" dt="2021-09-26T09:48:35.404" v="3119" actId="1035"/>
          <ac:spMkLst>
            <pc:docMk/>
            <pc:sldMk cId="0" sldId="350"/>
            <ac:spMk id="73738" creationId="{00000000-0000-0000-0000-000000000000}"/>
          </ac:spMkLst>
        </pc:spChg>
        <pc:spChg chg="mod">
          <ac:chgData name="Nguyen Duc Tien" userId="1d425f06-52f5-490b-9f00-5a0d395ba4e9" providerId="ADAL" clId="{27A2FABC-AC00-4E0D-BE8A-9D5B61010432}" dt="2021-09-26T09:48:35.404" v="3119" actId="1035"/>
          <ac:spMkLst>
            <pc:docMk/>
            <pc:sldMk cId="0" sldId="350"/>
            <ac:spMk id="73739" creationId="{00000000-0000-0000-0000-000000000000}"/>
          </ac:spMkLst>
        </pc:spChg>
        <pc:spChg chg="mod">
          <ac:chgData name="Nguyen Duc Tien" userId="1d425f06-52f5-490b-9f00-5a0d395ba4e9" providerId="ADAL" clId="{27A2FABC-AC00-4E0D-BE8A-9D5B61010432}" dt="2021-09-26T09:48:35.404" v="3119" actId="1035"/>
          <ac:spMkLst>
            <pc:docMk/>
            <pc:sldMk cId="0" sldId="350"/>
            <ac:spMk id="73740" creationId="{00000000-0000-0000-0000-000000000000}"/>
          </ac:spMkLst>
        </pc:spChg>
        <pc:spChg chg="mod">
          <ac:chgData name="Nguyen Duc Tien" userId="1d425f06-52f5-490b-9f00-5a0d395ba4e9" providerId="ADAL" clId="{27A2FABC-AC00-4E0D-BE8A-9D5B61010432}" dt="2021-09-26T09:48:35.404" v="3119" actId="1035"/>
          <ac:spMkLst>
            <pc:docMk/>
            <pc:sldMk cId="0" sldId="350"/>
            <ac:spMk id="73741" creationId="{00000000-0000-0000-0000-000000000000}"/>
          </ac:spMkLst>
        </pc:spChg>
        <pc:spChg chg="mod">
          <ac:chgData name="Nguyen Duc Tien" userId="1d425f06-52f5-490b-9f00-5a0d395ba4e9" providerId="ADAL" clId="{27A2FABC-AC00-4E0D-BE8A-9D5B61010432}" dt="2021-09-26T09:48:35.404" v="3119" actId="1035"/>
          <ac:spMkLst>
            <pc:docMk/>
            <pc:sldMk cId="0" sldId="350"/>
            <ac:spMk id="73742" creationId="{00000000-0000-0000-0000-000000000000}"/>
          </ac:spMkLst>
        </pc:spChg>
      </pc:sldChg>
      <pc:sldChg chg="addSp delSp modSp mod modClrScheme chgLayout">
        <pc:chgData name="Nguyen Duc Tien" userId="1d425f06-52f5-490b-9f00-5a0d395ba4e9" providerId="ADAL" clId="{27A2FABC-AC00-4E0D-BE8A-9D5B61010432}" dt="2021-09-26T09:48:23.459" v="3116" actId="1036"/>
        <pc:sldMkLst>
          <pc:docMk/>
          <pc:sldMk cId="0" sldId="354"/>
        </pc:sldMkLst>
        <pc:spChg chg="add mod ord">
          <ac:chgData name="Nguyen Duc Tien" userId="1d425f06-52f5-490b-9f00-5a0d395ba4e9" providerId="ADAL" clId="{27A2FABC-AC00-4E0D-BE8A-9D5B61010432}" dt="2021-09-26T09:48:11.608" v="3107" actId="20577"/>
          <ac:spMkLst>
            <pc:docMk/>
            <pc:sldMk cId="0" sldId="354"/>
            <ac:spMk id="2" creationId="{3D432C85-7FEE-4341-9AFB-F8387AFC46A7}"/>
          </ac:spMkLst>
        </pc:spChg>
        <pc:spChg chg="add del mod ord">
          <ac:chgData name="Nguyen Duc Tien" userId="1d425f06-52f5-490b-9f00-5a0d395ba4e9" providerId="ADAL" clId="{27A2FABC-AC00-4E0D-BE8A-9D5B61010432}" dt="2021-09-26T09:48:14.818" v="3108" actId="478"/>
          <ac:spMkLst>
            <pc:docMk/>
            <pc:sldMk cId="0" sldId="354"/>
            <ac:spMk id="3" creationId="{BD0E4FA8-D7BB-4EA7-8DAB-F4498709C454}"/>
          </ac:spMkLst>
        </pc:spChg>
        <pc:spChg chg="mod">
          <ac:chgData name="Nguyen Duc Tien" userId="1d425f06-52f5-490b-9f00-5a0d395ba4e9" providerId="ADAL" clId="{27A2FABC-AC00-4E0D-BE8A-9D5B61010432}" dt="2021-09-26T09:48:23.459" v="3116" actId="1036"/>
          <ac:spMkLst>
            <pc:docMk/>
            <pc:sldMk cId="0" sldId="354"/>
            <ac:spMk id="72706" creationId="{00000000-0000-0000-0000-000000000000}"/>
          </ac:spMkLst>
        </pc:spChg>
        <pc:spChg chg="mod">
          <ac:chgData name="Nguyen Duc Tien" userId="1d425f06-52f5-490b-9f00-5a0d395ba4e9" providerId="ADAL" clId="{27A2FABC-AC00-4E0D-BE8A-9D5B61010432}" dt="2021-09-26T09:48:23.459" v="3116" actId="1036"/>
          <ac:spMkLst>
            <pc:docMk/>
            <pc:sldMk cId="0" sldId="354"/>
            <ac:spMk id="72707" creationId="{00000000-0000-0000-0000-000000000000}"/>
          </ac:spMkLst>
        </pc:spChg>
        <pc:spChg chg="mod">
          <ac:chgData name="Nguyen Duc Tien" userId="1d425f06-52f5-490b-9f00-5a0d395ba4e9" providerId="ADAL" clId="{27A2FABC-AC00-4E0D-BE8A-9D5B61010432}" dt="2021-09-26T09:48:23.459" v="3116" actId="1036"/>
          <ac:spMkLst>
            <pc:docMk/>
            <pc:sldMk cId="0" sldId="354"/>
            <ac:spMk id="72708" creationId="{00000000-0000-0000-0000-000000000000}"/>
          </ac:spMkLst>
        </pc:spChg>
        <pc:spChg chg="mod">
          <ac:chgData name="Nguyen Duc Tien" userId="1d425f06-52f5-490b-9f00-5a0d395ba4e9" providerId="ADAL" clId="{27A2FABC-AC00-4E0D-BE8A-9D5B61010432}" dt="2021-09-26T09:48:23.459" v="3116" actId="1036"/>
          <ac:spMkLst>
            <pc:docMk/>
            <pc:sldMk cId="0" sldId="354"/>
            <ac:spMk id="72709" creationId="{00000000-0000-0000-0000-000000000000}"/>
          </ac:spMkLst>
        </pc:spChg>
        <pc:spChg chg="mod">
          <ac:chgData name="Nguyen Duc Tien" userId="1d425f06-52f5-490b-9f00-5a0d395ba4e9" providerId="ADAL" clId="{27A2FABC-AC00-4E0D-BE8A-9D5B61010432}" dt="2021-09-26T09:48:23.459" v="3116" actId="1036"/>
          <ac:spMkLst>
            <pc:docMk/>
            <pc:sldMk cId="0" sldId="354"/>
            <ac:spMk id="72710" creationId="{00000000-0000-0000-0000-000000000000}"/>
          </ac:spMkLst>
        </pc:spChg>
        <pc:spChg chg="mod">
          <ac:chgData name="Nguyen Duc Tien" userId="1d425f06-52f5-490b-9f00-5a0d395ba4e9" providerId="ADAL" clId="{27A2FABC-AC00-4E0D-BE8A-9D5B61010432}" dt="2021-09-26T09:48:23.459" v="3116" actId="1036"/>
          <ac:spMkLst>
            <pc:docMk/>
            <pc:sldMk cId="0" sldId="354"/>
            <ac:spMk id="72711" creationId="{00000000-0000-0000-0000-000000000000}"/>
          </ac:spMkLst>
        </pc:spChg>
        <pc:spChg chg="mod">
          <ac:chgData name="Nguyen Duc Tien" userId="1d425f06-52f5-490b-9f00-5a0d395ba4e9" providerId="ADAL" clId="{27A2FABC-AC00-4E0D-BE8A-9D5B61010432}" dt="2021-09-26T09:48:23.459" v="3116" actId="1036"/>
          <ac:spMkLst>
            <pc:docMk/>
            <pc:sldMk cId="0" sldId="354"/>
            <ac:spMk id="72712" creationId="{00000000-0000-0000-0000-000000000000}"/>
          </ac:spMkLst>
        </pc:spChg>
        <pc:spChg chg="mod">
          <ac:chgData name="Nguyen Duc Tien" userId="1d425f06-52f5-490b-9f00-5a0d395ba4e9" providerId="ADAL" clId="{27A2FABC-AC00-4E0D-BE8A-9D5B61010432}" dt="2021-09-26T09:48:23.459" v="3116" actId="1036"/>
          <ac:spMkLst>
            <pc:docMk/>
            <pc:sldMk cId="0" sldId="354"/>
            <ac:spMk id="72713" creationId="{00000000-0000-0000-0000-000000000000}"/>
          </ac:spMkLst>
        </pc:spChg>
        <pc:spChg chg="mod">
          <ac:chgData name="Nguyen Duc Tien" userId="1d425f06-52f5-490b-9f00-5a0d395ba4e9" providerId="ADAL" clId="{27A2FABC-AC00-4E0D-BE8A-9D5B61010432}" dt="2021-09-26T09:48:23.459" v="3116" actId="1036"/>
          <ac:spMkLst>
            <pc:docMk/>
            <pc:sldMk cId="0" sldId="354"/>
            <ac:spMk id="72714" creationId="{00000000-0000-0000-0000-000000000000}"/>
          </ac:spMkLst>
        </pc:spChg>
        <pc:spChg chg="mod">
          <ac:chgData name="Nguyen Duc Tien" userId="1d425f06-52f5-490b-9f00-5a0d395ba4e9" providerId="ADAL" clId="{27A2FABC-AC00-4E0D-BE8A-9D5B61010432}" dt="2021-09-26T09:48:23.459" v="3116" actId="1036"/>
          <ac:spMkLst>
            <pc:docMk/>
            <pc:sldMk cId="0" sldId="354"/>
            <ac:spMk id="72715" creationId="{00000000-0000-0000-0000-000000000000}"/>
          </ac:spMkLst>
        </pc:spChg>
        <pc:spChg chg="mod">
          <ac:chgData name="Nguyen Duc Tien" userId="1d425f06-52f5-490b-9f00-5a0d395ba4e9" providerId="ADAL" clId="{27A2FABC-AC00-4E0D-BE8A-9D5B61010432}" dt="2021-09-26T09:48:23.459" v="3116" actId="1036"/>
          <ac:spMkLst>
            <pc:docMk/>
            <pc:sldMk cId="0" sldId="354"/>
            <ac:spMk id="72716" creationId="{00000000-0000-0000-0000-000000000000}"/>
          </ac:spMkLst>
        </pc:spChg>
        <pc:spChg chg="mod">
          <ac:chgData name="Nguyen Duc Tien" userId="1d425f06-52f5-490b-9f00-5a0d395ba4e9" providerId="ADAL" clId="{27A2FABC-AC00-4E0D-BE8A-9D5B61010432}" dt="2021-09-26T09:48:23.459" v="3116" actId="1036"/>
          <ac:spMkLst>
            <pc:docMk/>
            <pc:sldMk cId="0" sldId="354"/>
            <ac:spMk id="72717" creationId="{00000000-0000-0000-0000-000000000000}"/>
          </ac:spMkLst>
        </pc:spChg>
        <pc:spChg chg="mod">
          <ac:chgData name="Nguyen Duc Tien" userId="1d425f06-52f5-490b-9f00-5a0d395ba4e9" providerId="ADAL" clId="{27A2FABC-AC00-4E0D-BE8A-9D5B61010432}" dt="2021-09-26T09:48:23.459" v="3116" actId="1036"/>
          <ac:spMkLst>
            <pc:docMk/>
            <pc:sldMk cId="0" sldId="354"/>
            <ac:spMk id="72718" creationId="{00000000-0000-0000-0000-000000000000}"/>
          </ac:spMkLst>
        </pc:spChg>
        <pc:spChg chg="mod">
          <ac:chgData name="Nguyen Duc Tien" userId="1d425f06-52f5-490b-9f00-5a0d395ba4e9" providerId="ADAL" clId="{27A2FABC-AC00-4E0D-BE8A-9D5B61010432}" dt="2021-09-26T09:48:23.459" v="3116" actId="1036"/>
          <ac:spMkLst>
            <pc:docMk/>
            <pc:sldMk cId="0" sldId="354"/>
            <ac:spMk id="72719" creationId="{00000000-0000-0000-0000-000000000000}"/>
          </ac:spMkLst>
        </pc:spChg>
        <pc:spChg chg="mod">
          <ac:chgData name="Nguyen Duc Tien" userId="1d425f06-52f5-490b-9f00-5a0d395ba4e9" providerId="ADAL" clId="{27A2FABC-AC00-4E0D-BE8A-9D5B61010432}" dt="2021-09-26T09:48:23.459" v="3116" actId="1036"/>
          <ac:spMkLst>
            <pc:docMk/>
            <pc:sldMk cId="0" sldId="354"/>
            <ac:spMk id="72720" creationId="{00000000-0000-0000-0000-000000000000}"/>
          </ac:spMkLst>
        </pc:spChg>
        <pc:spChg chg="mod">
          <ac:chgData name="Nguyen Duc Tien" userId="1d425f06-52f5-490b-9f00-5a0d395ba4e9" providerId="ADAL" clId="{27A2FABC-AC00-4E0D-BE8A-9D5B61010432}" dt="2021-09-26T09:48:23.459" v="3116" actId="1036"/>
          <ac:spMkLst>
            <pc:docMk/>
            <pc:sldMk cId="0" sldId="354"/>
            <ac:spMk id="72721" creationId="{00000000-0000-0000-0000-000000000000}"/>
          </ac:spMkLst>
        </pc:spChg>
        <pc:spChg chg="mod">
          <ac:chgData name="Nguyen Duc Tien" userId="1d425f06-52f5-490b-9f00-5a0d395ba4e9" providerId="ADAL" clId="{27A2FABC-AC00-4E0D-BE8A-9D5B61010432}" dt="2021-09-26T09:48:23.459" v="3116" actId="1036"/>
          <ac:spMkLst>
            <pc:docMk/>
            <pc:sldMk cId="0" sldId="354"/>
            <ac:spMk id="72722" creationId="{00000000-0000-0000-0000-000000000000}"/>
          </ac:spMkLst>
        </pc:spChg>
        <pc:spChg chg="mod">
          <ac:chgData name="Nguyen Duc Tien" userId="1d425f06-52f5-490b-9f00-5a0d395ba4e9" providerId="ADAL" clId="{27A2FABC-AC00-4E0D-BE8A-9D5B61010432}" dt="2021-09-26T09:48:23.459" v="3116" actId="1036"/>
          <ac:spMkLst>
            <pc:docMk/>
            <pc:sldMk cId="0" sldId="354"/>
            <ac:spMk id="72723" creationId="{00000000-0000-0000-0000-000000000000}"/>
          </ac:spMkLst>
        </pc:spChg>
        <pc:spChg chg="mod">
          <ac:chgData name="Nguyen Duc Tien" userId="1d425f06-52f5-490b-9f00-5a0d395ba4e9" providerId="ADAL" clId="{27A2FABC-AC00-4E0D-BE8A-9D5B61010432}" dt="2021-09-26T09:48:23.459" v="3116" actId="1036"/>
          <ac:spMkLst>
            <pc:docMk/>
            <pc:sldMk cId="0" sldId="354"/>
            <ac:spMk id="72724" creationId="{00000000-0000-0000-0000-000000000000}"/>
          </ac:spMkLst>
        </pc:spChg>
        <pc:spChg chg="mod">
          <ac:chgData name="Nguyen Duc Tien" userId="1d425f06-52f5-490b-9f00-5a0d395ba4e9" providerId="ADAL" clId="{27A2FABC-AC00-4E0D-BE8A-9D5B61010432}" dt="2021-09-26T09:48:23.459" v="3116" actId="1036"/>
          <ac:spMkLst>
            <pc:docMk/>
            <pc:sldMk cId="0" sldId="354"/>
            <ac:spMk id="72725" creationId="{00000000-0000-0000-0000-000000000000}"/>
          </ac:spMkLst>
        </pc:spChg>
        <pc:spChg chg="mod">
          <ac:chgData name="Nguyen Duc Tien" userId="1d425f06-52f5-490b-9f00-5a0d395ba4e9" providerId="ADAL" clId="{27A2FABC-AC00-4E0D-BE8A-9D5B61010432}" dt="2021-09-26T09:48:23.459" v="3116" actId="1036"/>
          <ac:spMkLst>
            <pc:docMk/>
            <pc:sldMk cId="0" sldId="354"/>
            <ac:spMk id="72726" creationId="{00000000-0000-0000-0000-000000000000}"/>
          </ac:spMkLst>
        </pc:spChg>
        <pc:spChg chg="mod">
          <ac:chgData name="Nguyen Duc Tien" userId="1d425f06-52f5-490b-9f00-5a0d395ba4e9" providerId="ADAL" clId="{27A2FABC-AC00-4E0D-BE8A-9D5B61010432}" dt="2021-09-26T09:48:23.459" v="3116" actId="1036"/>
          <ac:spMkLst>
            <pc:docMk/>
            <pc:sldMk cId="0" sldId="354"/>
            <ac:spMk id="72727" creationId="{00000000-0000-0000-0000-000000000000}"/>
          </ac:spMkLst>
        </pc:spChg>
        <pc:spChg chg="mod">
          <ac:chgData name="Nguyen Duc Tien" userId="1d425f06-52f5-490b-9f00-5a0d395ba4e9" providerId="ADAL" clId="{27A2FABC-AC00-4E0D-BE8A-9D5B61010432}" dt="2021-09-26T09:48:23.459" v="3116" actId="1036"/>
          <ac:spMkLst>
            <pc:docMk/>
            <pc:sldMk cId="0" sldId="354"/>
            <ac:spMk id="72728" creationId="{00000000-0000-0000-0000-000000000000}"/>
          </ac:spMkLst>
        </pc:spChg>
        <pc:spChg chg="mod">
          <ac:chgData name="Nguyen Duc Tien" userId="1d425f06-52f5-490b-9f00-5a0d395ba4e9" providerId="ADAL" clId="{27A2FABC-AC00-4E0D-BE8A-9D5B61010432}" dt="2021-09-26T09:48:23.459" v="3116" actId="1036"/>
          <ac:spMkLst>
            <pc:docMk/>
            <pc:sldMk cId="0" sldId="354"/>
            <ac:spMk id="72729" creationId="{00000000-0000-0000-0000-000000000000}"/>
          </ac:spMkLst>
        </pc:spChg>
        <pc:spChg chg="mod">
          <ac:chgData name="Nguyen Duc Tien" userId="1d425f06-52f5-490b-9f00-5a0d395ba4e9" providerId="ADAL" clId="{27A2FABC-AC00-4E0D-BE8A-9D5B61010432}" dt="2021-09-26T09:48:23.459" v="3116" actId="1036"/>
          <ac:spMkLst>
            <pc:docMk/>
            <pc:sldMk cId="0" sldId="354"/>
            <ac:spMk id="72730" creationId="{00000000-0000-0000-0000-000000000000}"/>
          </ac:spMkLst>
        </pc:spChg>
        <pc:spChg chg="mod">
          <ac:chgData name="Nguyen Duc Tien" userId="1d425f06-52f5-490b-9f00-5a0d395ba4e9" providerId="ADAL" clId="{27A2FABC-AC00-4E0D-BE8A-9D5B61010432}" dt="2021-09-26T09:48:23.459" v="3116" actId="1036"/>
          <ac:spMkLst>
            <pc:docMk/>
            <pc:sldMk cId="0" sldId="354"/>
            <ac:spMk id="72731" creationId="{00000000-0000-0000-0000-000000000000}"/>
          </ac:spMkLst>
        </pc:spChg>
        <pc:spChg chg="mod">
          <ac:chgData name="Nguyen Duc Tien" userId="1d425f06-52f5-490b-9f00-5a0d395ba4e9" providerId="ADAL" clId="{27A2FABC-AC00-4E0D-BE8A-9D5B61010432}" dt="2021-09-26T09:48:23.459" v="3116" actId="1036"/>
          <ac:spMkLst>
            <pc:docMk/>
            <pc:sldMk cId="0" sldId="354"/>
            <ac:spMk id="72732" creationId="{00000000-0000-0000-0000-000000000000}"/>
          </ac:spMkLst>
        </pc:spChg>
        <pc:spChg chg="mod">
          <ac:chgData name="Nguyen Duc Tien" userId="1d425f06-52f5-490b-9f00-5a0d395ba4e9" providerId="ADAL" clId="{27A2FABC-AC00-4E0D-BE8A-9D5B61010432}" dt="2021-09-26T09:48:23.459" v="3116" actId="1036"/>
          <ac:spMkLst>
            <pc:docMk/>
            <pc:sldMk cId="0" sldId="354"/>
            <ac:spMk id="72733" creationId="{00000000-0000-0000-0000-000000000000}"/>
          </ac:spMkLst>
        </pc:spChg>
        <pc:spChg chg="mod">
          <ac:chgData name="Nguyen Duc Tien" userId="1d425f06-52f5-490b-9f00-5a0d395ba4e9" providerId="ADAL" clId="{27A2FABC-AC00-4E0D-BE8A-9D5B61010432}" dt="2021-09-26T09:48:23.459" v="3116" actId="1036"/>
          <ac:spMkLst>
            <pc:docMk/>
            <pc:sldMk cId="0" sldId="354"/>
            <ac:spMk id="72734" creationId="{00000000-0000-0000-0000-000000000000}"/>
          </ac:spMkLst>
        </pc:spChg>
        <pc:spChg chg="mod">
          <ac:chgData name="Nguyen Duc Tien" userId="1d425f06-52f5-490b-9f00-5a0d395ba4e9" providerId="ADAL" clId="{27A2FABC-AC00-4E0D-BE8A-9D5B61010432}" dt="2021-09-26T09:48:23.459" v="3116" actId="1036"/>
          <ac:spMkLst>
            <pc:docMk/>
            <pc:sldMk cId="0" sldId="354"/>
            <ac:spMk id="72735" creationId="{00000000-0000-0000-0000-000000000000}"/>
          </ac:spMkLst>
        </pc:spChg>
        <pc:spChg chg="mod">
          <ac:chgData name="Nguyen Duc Tien" userId="1d425f06-52f5-490b-9f00-5a0d395ba4e9" providerId="ADAL" clId="{27A2FABC-AC00-4E0D-BE8A-9D5B61010432}" dt="2021-09-26T09:48:23.459" v="3116" actId="1036"/>
          <ac:spMkLst>
            <pc:docMk/>
            <pc:sldMk cId="0" sldId="354"/>
            <ac:spMk id="72736" creationId="{00000000-0000-0000-0000-000000000000}"/>
          </ac:spMkLst>
        </pc:spChg>
        <pc:spChg chg="mod">
          <ac:chgData name="Nguyen Duc Tien" userId="1d425f06-52f5-490b-9f00-5a0d395ba4e9" providerId="ADAL" clId="{27A2FABC-AC00-4E0D-BE8A-9D5B61010432}" dt="2021-09-26T09:48:23.459" v="3116" actId="1036"/>
          <ac:spMkLst>
            <pc:docMk/>
            <pc:sldMk cId="0" sldId="354"/>
            <ac:spMk id="72737" creationId="{00000000-0000-0000-0000-000000000000}"/>
          </ac:spMkLst>
        </pc:spChg>
        <pc:spChg chg="mod">
          <ac:chgData name="Nguyen Duc Tien" userId="1d425f06-52f5-490b-9f00-5a0d395ba4e9" providerId="ADAL" clId="{27A2FABC-AC00-4E0D-BE8A-9D5B61010432}" dt="2021-09-26T09:48:23.459" v="3116" actId="1036"/>
          <ac:spMkLst>
            <pc:docMk/>
            <pc:sldMk cId="0" sldId="354"/>
            <ac:spMk id="72738" creationId="{00000000-0000-0000-0000-000000000000}"/>
          </ac:spMkLst>
        </pc:spChg>
        <pc:spChg chg="mod">
          <ac:chgData name="Nguyen Duc Tien" userId="1d425f06-52f5-490b-9f00-5a0d395ba4e9" providerId="ADAL" clId="{27A2FABC-AC00-4E0D-BE8A-9D5B61010432}" dt="2021-09-26T09:48:23.459" v="3116" actId="1036"/>
          <ac:spMkLst>
            <pc:docMk/>
            <pc:sldMk cId="0" sldId="354"/>
            <ac:spMk id="72739" creationId="{00000000-0000-0000-0000-000000000000}"/>
          </ac:spMkLst>
        </pc:spChg>
        <pc:spChg chg="mod">
          <ac:chgData name="Nguyen Duc Tien" userId="1d425f06-52f5-490b-9f00-5a0d395ba4e9" providerId="ADAL" clId="{27A2FABC-AC00-4E0D-BE8A-9D5B61010432}" dt="2021-09-26T09:48:23.459" v="3116" actId="1036"/>
          <ac:spMkLst>
            <pc:docMk/>
            <pc:sldMk cId="0" sldId="354"/>
            <ac:spMk id="72740" creationId="{00000000-0000-0000-0000-000000000000}"/>
          </ac:spMkLst>
        </pc:spChg>
        <pc:spChg chg="mod">
          <ac:chgData name="Nguyen Duc Tien" userId="1d425f06-52f5-490b-9f00-5a0d395ba4e9" providerId="ADAL" clId="{27A2FABC-AC00-4E0D-BE8A-9D5B61010432}" dt="2021-09-26T09:48:23.459" v="3116" actId="1036"/>
          <ac:spMkLst>
            <pc:docMk/>
            <pc:sldMk cId="0" sldId="354"/>
            <ac:spMk id="72741" creationId="{00000000-0000-0000-0000-000000000000}"/>
          </ac:spMkLst>
        </pc:spChg>
        <pc:spChg chg="mod">
          <ac:chgData name="Nguyen Duc Tien" userId="1d425f06-52f5-490b-9f00-5a0d395ba4e9" providerId="ADAL" clId="{27A2FABC-AC00-4E0D-BE8A-9D5B61010432}" dt="2021-09-26T09:48:23.459" v="3116" actId="1036"/>
          <ac:spMkLst>
            <pc:docMk/>
            <pc:sldMk cId="0" sldId="354"/>
            <ac:spMk id="72742" creationId="{00000000-0000-0000-0000-000000000000}"/>
          </ac:spMkLst>
        </pc:spChg>
        <pc:spChg chg="mod">
          <ac:chgData name="Nguyen Duc Tien" userId="1d425f06-52f5-490b-9f00-5a0d395ba4e9" providerId="ADAL" clId="{27A2FABC-AC00-4E0D-BE8A-9D5B61010432}" dt="2021-09-26T09:48:23.459" v="3116" actId="1036"/>
          <ac:spMkLst>
            <pc:docMk/>
            <pc:sldMk cId="0" sldId="354"/>
            <ac:spMk id="72743" creationId="{00000000-0000-0000-0000-000000000000}"/>
          </ac:spMkLst>
        </pc:spChg>
        <pc:spChg chg="mod">
          <ac:chgData name="Nguyen Duc Tien" userId="1d425f06-52f5-490b-9f00-5a0d395ba4e9" providerId="ADAL" clId="{27A2FABC-AC00-4E0D-BE8A-9D5B61010432}" dt="2021-09-26T09:48:23.459" v="3116" actId="1036"/>
          <ac:spMkLst>
            <pc:docMk/>
            <pc:sldMk cId="0" sldId="354"/>
            <ac:spMk id="72744" creationId="{00000000-0000-0000-0000-000000000000}"/>
          </ac:spMkLst>
        </pc:spChg>
        <pc:spChg chg="mod">
          <ac:chgData name="Nguyen Duc Tien" userId="1d425f06-52f5-490b-9f00-5a0d395ba4e9" providerId="ADAL" clId="{27A2FABC-AC00-4E0D-BE8A-9D5B61010432}" dt="2021-09-26T09:48:23.459" v="3116" actId="1036"/>
          <ac:spMkLst>
            <pc:docMk/>
            <pc:sldMk cId="0" sldId="354"/>
            <ac:spMk id="72745" creationId="{00000000-0000-0000-0000-000000000000}"/>
          </ac:spMkLst>
        </pc:spChg>
        <pc:spChg chg="mod">
          <ac:chgData name="Nguyen Duc Tien" userId="1d425f06-52f5-490b-9f00-5a0d395ba4e9" providerId="ADAL" clId="{27A2FABC-AC00-4E0D-BE8A-9D5B61010432}" dt="2021-09-26T09:48:23.459" v="3116" actId="1036"/>
          <ac:spMkLst>
            <pc:docMk/>
            <pc:sldMk cId="0" sldId="354"/>
            <ac:spMk id="72746" creationId="{00000000-0000-0000-0000-000000000000}"/>
          </ac:spMkLst>
        </pc:spChg>
        <pc:spChg chg="mod">
          <ac:chgData name="Nguyen Duc Tien" userId="1d425f06-52f5-490b-9f00-5a0d395ba4e9" providerId="ADAL" clId="{27A2FABC-AC00-4E0D-BE8A-9D5B61010432}" dt="2021-09-26T09:48:23.459" v="3116" actId="1036"/>
          <ac:spMkLst>
            <pc:docMk/>
            <pc:sldMk cId="0" sldId="354"/>
            <ac:spMk id="72747" creationId="{00000000-0000-0000-0000-000000000000}"/>
          </ac:spMkLst>
        </pc:spChg>
        <pc:spChg chg="mod">
          <ac:chgData name="Nguyen Duc Tien" userId="1d425f06-52f5-490b-9f00-5a0d395ba4e9" providerId="ADAL" clId="{27A2FABC-AC00-4E0D-BE8A-9D5B61010432}" dt="2021-09-26T09:48:23.459" v="3116" actId="1036"/>
          <ac:spMkLst>
            <pc:docMk/>
            <pc:sldMk cId="0" sldId="354"/>
            <ac:spMk id="72748" creationId="{00000000-0000-0000-0000-000000000000}"/>
          </ac:spMkLst>
        </pc:spChg>
        <pc:spChg chg="mod">
          <ac:chgData name="Nguyen Duc Tien" userId="1d425f06-52f5-490b-9f00-5a0d395ba4e9" providerId="ADAL" clId="{27A2FABC-AC00-4E0D-BE8A-9D5B61010432}" dt="2021-09-26T09:48:23.459" v="3116" actId="1036"/>
          <ac:spMkLst>
            <pc:docMk/>
            <pc:sldMk cId="0" sldId="354"/>
            <ac:spMk id="72749" creationId="{00000000-0000-0000-0000-000000000000}"/>
          </ac:spMkLst>
        </pc:spChg>
        <pc:spChg chg="mod">
          <ac:chgData name="Nguyen Duc Tien" userId="1d425f06-52f5-490b-9f00-5a0d395ba4e9" providerId="ADAL" clId="{27A2FABC-AC00-4E0D-BE8A-9D5B61010432}" dt="2021-09-26T09:48:23.459" v="3116" actId="1036"/>
          <ac:spMkLst>
            <pc:docMk/>
            <pc:sldMk cId="0" sldId="354"/>
            <ac:spMk id="72750" creationId="{00000000-0000-0000-0000-000000000000}"/>
          </ac:spMkLst>
        </pc:spChg>
        <pc:spChg chg="mod">
          <ac:chgData name="Nguyen Duc Tien" userId="1d425f06-52f5-490b-9f00-5a0d395ba4e9" providerId="ADAL" clId="{27A2FABC-AC00-4E0D-BE8A-9D5B61010432}" dt="2021-09-26T09:48:23.459" v="3116" actId="1036"/>
          <ac:spMkLst>
            <pc:docMk/>
            <pc:sldMk cId="0" sldId="354"/>
            <ac:spMk id="72751" creationId="{00000000-0000-0000-0000-000000000000}"/>
          </ac:spMkLst>
        </pc:spChg>
        <pc:spChg chg="mod">
          <ac:chgData name="Nguyen Duc Tien" userId="1d425f06-52f5-490b-9f00-5a0d395ba4e9" providerId="ADAL" clId="{27A2FABC-AC00-4E0D-BE8A-9D5B61010432}" dt="2021-09-26T09:48:23.459" v="3116" actId="1036"/>
          <ac:spMkLst>
            <pc:docMk/>
            <pc:sldMk cId="0" sldId="354"/>
            <ac:spMk id="72752" creationId="{00000000-0000-0000-0000-000000000000}"/>
          </ac:spMkLst>
        </pc:spChg>
        <pc:spChg chg="mod">
          <ac:chgData name="Nguyen Duc Tien" userId="1d425f06-52f5-490b-9f00-5a0d395ba4e9" providerId="ADAL" clId="{27A2FABC-AC00-4E0D-BE8A-9D5B61010432}" dt="2021-09-26T09:48:23.459" v="3116" actId="1036"/>
          <ac:spMkLst>
            <pc:docMk/>
            <pc:sldMk cId="0" sldId="354"/>
            <ac:spMk id="72753" creationId="{00000000-0000-0000-0000-000000000000}"/>
          </ac:spMkLst>
        </pc:spChg>
        <pc:spChg chg="mod">
          <ac:chgData name="Nguyen Duc Tien" userId="1d425f06-52f5-490b-9f00-5a0d395ba4e9" providerId="ADAL" clId="{27A2FABC-AC00-4E0D-BE8A-9D5B61010432}" dt="2021-09-26T09:48:23.459" v="3116" actId="1036"/>
          <ac:spMkLst>
            <pc:docMk/>
            <pc:sldMk cId="0" sldId="354"/>
            <ac:spMk id="72754" creationId="{00000000-0000-0000-0000-000000000000}"/>
          </ac:spMkLst>
        </pc:spChg>
        <pc:spChg chg="mod">
          <ac:chgData name="Nguyen Duc Tien" userId="1d425f06-52f5-490b-9f00-5a0d395ba4e9" providerId="ADAL" clId="{27A2FABC-AC00-4E0D-BE8A-9D5B61010432}" dt="2021-09-26T09:48:23.459" v="3116" actId="1036"/>
          <ac:spMkLst>
            <pc:docMk/>
            <pc:sldMk cId="0" sldId="354"/>
            <ac:spMk id="72755" creationId="{00000000-0000-0000-0000-000000000000}"/>
          </ac:spMkLst>
        </pc:spChg>
        <pc:spChg chg="mod">
          <ac:chgData name="Nguyen Duc Tien" userId="1d425f06-52f5-490b-9f00-5a0d395ba4e9" providerId="ADAL" clId="{27A2FABC-AC00-4E0D-BE8A-9D5B61010432}" dt="2021-09-26T09:48:23.459" v="3116" actId="1036"/>
          <ac:spMkLst>
            <pc:docMk/>
            <pc:sldMk cId="0" sldId="354"/>
            <ac:spMk id="72756" creationId="{00000000-0000-0000-0000-000000000000}"/>
          </ac:spMkLst>
        </pc:spChg>
        <pc:spChg chg="mod">
          <ac:chgData name="Nguyen Duc Tien" userId="1d425f06-52f5-490b-9f00-5a0d395ba4e9" providerId="ADAL" clId="{27A2FABC-AC00-4E0D-BE8A-9D5B61010432}" dt="2021-09-26T09:48:23.459" v="3116" actId="1036"/>
          <ac:spMkLst>
            <pc:docMk/>
            <pc:sldMk cId="0" sldId="354"/>
            <ac:spMk id="72757" creationId="{00000000-0000-0000-0000-000000000000}"/>
          </ac:spMkLst>
        </pc:spChg>
        <pc:spChg chg="mod">
          <ac:chgData name="Nguyen Duc Tien" userId="1d425f06-52f5-490b-9f00-5a0d395ba4e9" providerId="ADAL" clId="{27A2FABC-AC00-4E0D-BE8A-9D5B61010432}" dt="2021-09-26T09:48:23.459" v="3116" actId="1036"/>
          <ac:spMkLst>
            <pc:docMk/>
            <pc:sldMk cId="0" sldId="354"/>
            <ac:spMk id="72758" creationId="{00000000-0000-0000-0000-000000000000}"/>
          </ac:spMkLst>
        </pc:spChg>
        <pc:spChg chg="mod">
          <ac:chgData name="Nguyen Duc Tien" userId="1d425f06-52f5-490b-9f00-5a0d395ba4e9" providerId="ADAL" clId="{27A2FABC-AC00-4E0D-BE8A-9D5B61010432}" dt="2021-09-26T09:48:23.459" v="3116" actId="1036"/>
          <ac:spMkLst>
            <pc:docMk/>
            <pc:sldMk cId="0" sldId="354"/>
            <ac:spMk id="72759" creationId="{00000000-0000-0000-0000-000000000000}"/>
          </ac:spMkLst>
        </pc:spChg>
        <pc:spChg chg="mod">
          <ac:chgData name="Nguyen Duc Tien" userId="1d425f06-52f5-490b-9f00-5a0d395ba4e9" providerId="ADAL" clId="{27A2FABC-AC00-4E0D-BE8A-9D5B61010432}" dt="2021-09-26T09:48:23.459" v="3116" actId="1036"/>
          <ac:spMkLst>
            <pc:docMk/>
            <pc:sldMk cId="0" sldId="354"/>
            <ac:spMk id="72760" creationId="{00000000-0000-0000-0000-000000000000}"/>
          </ac:spMkLst>
        </pc:spChg>
        <pc:spChg chg="mod">
          <ac:chgData name="Nguyen Duc Tien" userId="1d425f06-52f5-490b-9f00-5a0d395ba4e9" providerId="ADAL" clId="{27A2FABC-AC00-4E0D-BE8A-9D5B61010432}" dt="2021-09-26T09:48:23.459" v="3116" actId="1036"/>
          <ac:spMkLst>
            <pc:docMk/>
            <pc:sldMk cId="0" sldId="354"/>
            <ac:spMk id="72761" creationId="{00000000-0000-0000-0000-000000000000}"/>
          </ac:spMkLst>
        </pc:spChg>
        <pc:spChg chg="mod">
          <ac:chgData name="Nguyen Duc Tien" userId="1d425f06-52f5-490b-9f00-5a0d395ba4e9" providerId="ADAL" clId="{27A2FABC-AC00-4E0D-BE8A-9D5B61010432}" dt="2021-09-26T09:48:23.459" v="3116" actId="1036"/>
          <ac:spMkLst>
            <pc:docMk/>
            <pc:sldMk cId="0" sldId="354"/>
            <ac:spMk id="72762" creationId="{00000000-0000-0000-0000-000000000000}"/>
          </ac:spMkLst>
        </pc:spChg>
        <pc:spChg chg="mod">
          <ac:chgData name="Nguyen Duc Tien" userId="1d425f06-52f5-490b-9f00-5a0d395ba4e9" providerId="ADAL" clId="{27A2FABC-AC00-4E0D-BE8A-9D5B61010432}" dt="2021-09-26T09:48:23.459" v="3116" actId="1036"/>
          <ac:spMkLst>
            <pc:docMk/>
            <pc:sldMk cId="0" sldId="354"/>
            <ac:spMk id="72763" creationId="{00000000-0000-0000-0000-000000000000}"/>
          </ac:spMkLst>
        </pc:spChg>
        <pc:spChg chg="mod">
          <ac:chgData name="Nguyen Duc Tien" userId="1d425f06-52f5-490b-9f00-5a0d395ba4e9" providerId="ADAL" clId="{27A2FABC-AC00-4E0D-BE8A-9D5B61010432}" dt="2021-09-26T09:48:23.459" v="3116" actId="1036"/>
          <ac:spMkLst>
            <pc:docMk/>
            <pc:sldMk cId="0" sldId="354"/>
            <ac:spMk id="72764" creationId="{00000000-0000-0000-0000-000000000000}"/>
          </ac:spMkLst>
        </pc:spChg>
        <pc:spChg chg="mod">
          <ac:chgData name="Nguyen Duc Tien" userId="1d425f06-52f5-490b-9f00-5a0d395ba4e9" providerId="ADAL" clId="{27A2FABC-AC00-4E0D-BE8A-9D5B61010432}" dt="2021-09-26T09:48:23.459" v="3116" actId="1036"/>
          <ac:spMkLst>
            <pc:docMk/>
            <pc:sldMk cId="0" sldId="354"/>
            <ac:spMk id="72765" creationId="{00000000-0000-0000-0000-000000000000}"/>
          </ac:spMkLst>
        </pc:spChg>
        <pc:spChg chg="mod">
          <ac:chgData name="Nguyen Duc Tien" userId="1d425f06-52f5-490b-9f00-5a0d395ba4e9" providerId="ADAL" clId="{27A2FABC-AC00-4E0D-BE8A-9D5B61010432}" dt="2021-09-26T09:48:23.459" v="3116" actId="1036"/>
          <ac:spMkLst>
            <pc:docMk/>
            <pc:sldMk cId="0" sldId="354"/>
            <ac:spMk id="72766" creationId="{00000000-0000-0000-0000-000000000000}"/>
          </ac:spMkLst>
        </pc:spChg>
        <pc:spChg chg="mod">
          <ac:chgData name="Nguyen Duc Tien" userId="1d425f06-52f5-490b-9f00-5a0d395ba4e9" providerId="ADAL" clId="{27A2FABC-AC00-4E0D-BE8A-9D5B61010432}" dt="2021-09-26T09:48:23.459" v="3116" actId="1036"/>
          <ac:spMkLst>
            <pc:docMk/>
            <pc:sldMk cId="0" sldId="354"/>
            <ac:spMk id="72767" creationId="{00000000-0000-0000-0000-000000000000}"/>
          </ac:spMkLst>
        </pc:spChg>
        <pc:spChg chg="mod">
          <ac:chgData name="Nguyen Duc Tien" userId="1d425f06-52f5-490b-9f00-5a0d395ba4e9" providerId="ADAL" clId="{27A2FABC-AC00-4E0D-BE8A-9D5B61010432}" dt="2021-09-26T09:48:23.459" v="3116" actId="1036"/>
          <ac:spMkLst>
            <pc:docMk/>
            <pc:sldMk cId="0" sldId="354"/>
            <ac:spMk id="72768" creationId="{00000000-0000-0000-0000-000000000000}"/>
          </ac:spMkLst>
        </pc:spChg>
        <pc:spChg chg="mod">
          <ac:chgData name="Nguyen Duc Tien" userId="1d425f06-52f5-490b-9f00-5a0d395ba4e9" providerId="ADAL" clId="{27A2FABC-AC00-4E0D-BE8A-9D5B61010432}" dt="2021-09-26T09:48:23.459" v="3116" actId="1036"/>
          <ac:spMkLst>
            <pc:docMk/>
            <pc:sldMk cId="0" sldId="354"/>
            <ac:spMk id="72769" creationId="{00000000-0000-0000-0000-000000000000}"/>
          </ac:spMkLst>
        </pc:spChg>
        <pc:spChg chg="mod">
          <ac:chgData name="Nguyen Duc Tien" userId="1d425f06-52f5-490b-9f00-5a0d395ba4e9" providerId="ADAL" clId="{27A2FABC-AC00-4E0D-BE8A-9D5B61010432}" dt="2021-09-26T09:48:23.459" v="3116" actId="1036"/>
          <ac:spMkLst>
            <pc:docMk/>
            <pc:sldMk cId="0" sldId="354"/>
            <ac:spMk id="72770" creationId="{00000000-0000-0000-0000-000000000000}"/>
          </ac:spMkLst>
        </pc:spChg>
        <pc:spChg chg="mod">
          <ac:chgData name="Nguyen Duc Tien" userId="1d425f06-52f5-490b-9f00-5a0d395ba4e9" providerId="ADAL" clId="{27A2FABC-AC00-4E0D-BE8A-9D5B61010432}" dt="2021-09-26T09:48:23.459" v="3116" actId="1036"/>
          <ac:spMkLst>
            <pc:docMk/>
            <pc:sldMk cId="0" sldId="354"/>
            <ac:spMk id="72771" creationId="{00000000-0000-0000-0000-000000000000}"/>
          </ac:spMkLst>
        </pc:spChg>
        <pc:spChg chg="mod">
          <ac:chgData name="Nguyen Duc Tien" userId="1d425f06-52f5-490b-9f00-5a0d395ba4e9" providerId="ADAL" clId="{27A2FABC-AC00-4E0D-BE8A-9D5B61010432}" dt="2021-09-26T09:48:23.459" v="3116" actId="1036"/>
          <ac:spMkLst>
            <pc:docMk/>
            <pc:sldMk cId="0" sldId="354"/>
            <ac:spMk id="72772" creationId="{00000000-0000-0000-0000-000000000000}"/>
          </ac:spMkLst>
        </pc:spChg>
        <pc:spChg chg="mod">
          <ac:chgData name="Nguyen Duc Tien" userId="1d425f06-52f5-490b-9f00-5a0d395ba4e9" providerId="ADAL" clId="{27A2FABC-AC00-4E0D-BE8A-9D5B61010432}" dt="2021-09-26T09:48:23.459" v="3116" actId="1036"/>
          <ac:spMkLst>
            <pc:docMk/>
            <pc:sldMk cId="0" sldId="354"/>
            <ac:spMk id="72773" creationId="{00000000-0000-0000-0000-000000000000}"/>
          </ac:spMkLst>
        </pc:spChg>
        <pc:spChg chg="mod">
          <ac:chgData name="Nguyen Duc Tien" userId="1d425f06-52f5-490b-9f00-5a0d395ba4e9" providerId="ADAL" clId="{27A2FABC-AC00-4E0D-BE8A-9D5B61010432}" dt="2021-09-26T09:48:23.459" v="3116" actId="1036"/>
          <ac:spMkLst>
            <pc:docMk/>
            <pc:sldMk cId="0" sldId="354"/>
            <ac:spMk id="72774" creationId="{00000000-0000-0000-0000-000000000000}"/>
          </ac:spMkLst>
        </pc:spChg>
        <pc:spChg chg="mod">
          <ac:chgData name="Nguyen Duc Tien" userId="1d425f06-52f5-490b-9f00-5a0d395ba4e9" providerId="ADAL" clId="{27A2FABC-AC00-4E0D-BE8A-9D5B61010432}" dt="2021-09-26T09:48:23.459" v="3116" actId="1036"/>
          <ac:spMkLst>
            <pc:docMk/>
            <pc:sldMk cId="0" sldId="354"/>
            <ac:spMk id="72775" creationId="{00000000-0000-0000-0000-000000000000}"/>
          </ac:spMkLst>
        </pc:spChg>
        <pc:spChg chg="mod">
          <ac:chgData name="Nguyen Duc Tien" userId="1d425f06-52f5-490b-9f00-5a0d395ba4e9" providerId="ADAL" clId="{27A2FABC-AC00-4E0D-BE8A-9D5B61010432}" dt="2021-09-26T09:48:23.459" v="3116" actId="1036"/>
          <ac:spMkLst>
            <pc:docMk/>
            <pc:sldMk cId="0" sldId="354"/>
            <ac:spMk id="72776" creationId="{00000000-0000-0000-0000-000000000000}"/>
          </ac:spMkLst>
        </pc:spChg>
        <pc:spChg chg="del mod">
          <ac:chgData name="Nguyen Duc Tien" userId="1d425f06-52f5-490b-9f00-5a0d395ba4e9" providerId="ADAL" clId="{27A2FABC-AC00-4E0D-BE8A-9D5B61010432}" dt="2021-09-26T09:47:58.538" v="2996" actId="478"/>
          <ac:spMkLst>
            <pc:docMk/>
            <pc:sldMk cId="0" sldId="354"/>
            <ac:spMk id="72777" creationId="{00000000-0000-0000-0000-000000000000}"/>
          </ac:spMkLst>
        </pc:spChg>
      </pc:sldChg>
      <pc:sldChg chg="addSp delSp modSp mod modClrScheme chgLayout">
        <pc:chgData name="Nguyen Duc Tien" userId="1d425f06-52f5-490b-9f00-5a0d395ba4e9" providerId="ADAL" clId="{27A2FABC-AC00-4E0D-BE8A-9D5B61010432}" dt="2021-11-10T00:36:36.793" v="3366" actId="478"/>
        <pc:sldMkLst>
          <pc:docMk/>
          <pc:sldMk cId="0" sldId="355"/>
        </pc:sldMkLst>
        <pc:spChg chg="mod ord">
          <ac:chgData name="Nguyen Duc Tien" userId="1d425f06-52f5-490b-9f00-5a0d395ba4e9" providerId="ADAL" clId="{27A2FABC-AC00-4E0D-BE8A-9D5B61010432}" dt="2021-09-26T09:48:40.880" v="3120" actId="21"/>
          <ac:spMkLst>
            <pc:docMk/>
            <pc:sldMk cId="0" sldId="355"/>
            <ac:spMk id="74754" creationId="{00000000-0000-0000-0000-000000000000}"/>
          </ac:spMkLst>
        </pc:spChg>
        <pc:spChg chg="mod ord">
          <ac:chgData name="Nguyen Duc Tien" userId="1d425f06-52f5-490b-9f00-5a0d395ba4e9" providerId="ADAL" clId="{27A2FABC-AC00-4E0D-BE8A-9D5B61010432}" dt="2021-09-26T09:48:55.426" v="3126" actId="6549"/>
          <ac:spMkLst>
            <pc:docMk/>
            <pc:sldMk cId="0" sldId="355"/>
            <ac:spMk id="74755" creationId="{00000000-0000-0000-0000-000000000000}"/>
          </ac:spMkLst>
        </pc:spChg>
        <pc:inkChg chg="add del">
          <ac:chgData name="Nguyen Duc Tien" userId="1d425f06-52f5-490b-9f00-5a0d395ba4e9" providerId="ADAL" clId="{27A2FABC-AC00-4E0D-BE8A-9D5B61010432}" dt="2021-11-10T00:36:36.793" v="3366" actId="478"/>
          <ac:inkMkLst>
            <pc:docMk/>
            <pc:sldMk cId="0" sldId="355"/>
            <ac:inkMk id="3" creationId="{E4AFB396-AF2F-46F5-98D3-99C0E07D7C1C}"/>
          </ac:inkMkLst>
        </pc:inkChg>
      </pc:sldChg>
      <pc:sldChg chg="modSp mod modClrScheme chgLayout">
        <pc:chgData name="Nguyen Duc Tien" userId="1d425f06-52f5-490b-9f00-5a0d395ba4e9" providerId="ADAL" clId="{27A2FABC-AC00-4E0D-BE8A-9D5B61010432}" dt="2021-09-26T09:49:14.013" v="3130" actId="1035"/>
        <pc:sldMkLst>
          <pc:docMk/>
          <pc:sldMk cId="0" sldId="356"/>
        </pc:sldMkLst>
        <pc:spChg chg="mod ord">
          <ac:chgData name="Nguyen Duc Tien" userId="1d425f06-52f5-490b-9f00-5a0d395ba4e9" providerId="ADAL" clId="{27A2FABC-AC00-4E0D-BE8A-9D5B61010432}" dt="2021-09-26T09:10:48.687" v="1264" actId="700"/>
          <ac:spMkLst>
            <pc:docMk/>
            <pc:sldMk cId="0" sldId="356"/>
            <ac:spMk id="75778" creationId="{00000000-0000-0000-0000-000000000000}"/>
          </ac:spMkLst>
        </pc:spChg>
        <pc:spChg chg="mod ord">
          <ac:chgData name="Nguyen Duc Tien" userId="1d425f06-52f5-490b-9f00-5a0d395ba4e9" providerId="ADAL" clId="{27A2FABC-AC00-4E0D-BE8A-9D5B61010432}" dt="2021-09-26T09:49:14.013" v="3130" actId="1035"/>
          <ac:spMkLst>
            <pc:docMk/>
            <pc:sldMk cId="0" sldId="356"/>
            <ac:spMk id="75779" creationId="{00000000-0000-0000-0000-000000000000}"/>
          </ac:spMkLst>
        </pc:spChg>
        <pc:spChg chg="mod">
          <ac:chgData name="Nguyen Duc Tien" userId="1d425f06-52f5-490b-9f00-5a0d395ba4e9" providerId="ADAL" clId="{27A2FABC-AC00-4E0D-BE8A-9D5B61010432}" dt="2021-09-26T09:49:14.013" v="3130" actId="1035"/>
          <ac:spMkLst>
            <pc:docMk/>
            <pc:sldMk cId="0" sldId="356"/>
            <ac:spMk id="75780" creationId="{00000000-0000-0000-0000-000000000000}"/>
          </ac:spMkLst>
        </pc:spChg>
        <pc:spChg chg="mod">
          <ac:chgData name="Nguyen Duc Tien" userId="1d425f06-52f5-490b-9f00-5a0d395ba4e9" providerId="ADAL" clId="{27A2FABC-AC00-4E0D-BE8A-9D5B61010432}" dt="2021-09-26T09:49:14.013" v="3130" actId="1035"/>
          <ac:spMkLst>
            <pc:docMk/>
            <pc:sldMk cId="0" sldId="356"/>
            <ac:spMk id="75781" creationId="{00000000-0000-0000-0000-000000000000}"/>
          </ac:spMkLst>
        </pc:spChg>
        <pc:spChg chg="mod">
          <ac:chgData name="Nguyen Duc Tien" userId="1d425f06-52f5-490b-9f00-5a0d395ba4e9" providerId="ADAL" clId="{27A2FABC-AC00-4E0D-BE8A-9D5B61010432}" dt="2021-09-26T09:49:14.013" v="3130" actId="1035"/>
          <ac:spMkLst>
            <pc:docMk/>
            <pc:sldMk cId="0" sldId="356"/>
            <ac:spMk id="75782" creationId="{00000000-0000-0000-0000-000000000000}"/>
          </ac:spMkLst>
        </pc:spChg>
        <pc:spChg chg="mod">
          <ac:chgData name="Nguyen Duc Tien" userId="1d425f06-52f5-490b-9f00-5a0d395ba4e9" providerId="ADAL" clId="{27A2FABC-AC00-4E0D-BE8A-9D5B61010432}" dt="2021-09-26T09:49:14.013" v="3130" actId="1035"/>
          <ac:spMkLst>
            <pc:docMk/>
            <pc:sldMk cId="0" sldId="356"/>
            <ac:spMk id="75783" creationId="{00000000-0000-0000-0000-000000000000}"/>
          </ac:spMkLst>
        </pc:spChg>
        <pc:spChg chg="mod">
          <ac:chgData name="Nguyen Duc Tien" userId="1d425f06-52f5-490b-9f00-5a0d395ba4e9" providerId="ADAL" clId="{27A2FABC-AC00-4E0D-BE8A-9D5B61010432}" dt="2021-09-26T09:49:14.013" v="3130" actId="1035"/>
          <ac:spMkLst>
            <pc:docMk/>
            <pc:sldMk cId="0" sldId="356"/>
            <ac:spMk id="75784" creationId="{00000000-0000-0000-0000-000000000000}"/>
          </ac:spMkLst>
        </pc:spChg>
        <pc:spChg chg="mod">
          <ac:chgData name="Nguyen Duc Tien" userId="1d425f06-52f5-490b-9f00-5a0d395ba4e9" providerId="ADAL" clId="{27A2FABC-AC00-4E0D-BE8A-9D5B61010432}" dt="2021-09-26T09:49:14.013" v="3130" actId="1035"/>
          <ac:spMkLst>
            <pc:docMk/>
            <pc:sldMk cId="0" sldId="356"/>
            <ac:spMk id="75785" creationId="{00000000-0000-0000-0000-000000000000}"/>
          </ac:spMkLst>
        </pc:spChg>
        <pc:spChg chg="mod">
          <ac:chgData name="Nguyen Duc Tien" userId="1d425f06-52f5-490b-9f00-5a0d395ba4e9" providerId="ADAL" clId="{27A2FABC-AC00-4E0D-BE8A-9D5B61010432}" dt="2021-09-26T09:49:14.013" v="3130" actId="1035"/>
          <ac:spMkLst>
            <pc:docMk/>
            <pc:sldMk cId="0" sldId="356"/>
            <ac:spMk id="75786" creationId="{00000000-0000-0000-0000-000000000000}"/>
          </ac:spMkLst>
        </pc:spChg>
        <pc:spChg chg="mod">
          <ac:chgData name="Nguyen Duc Tien" userId="1d425f06-52f5-490b-9f00-5a0d395ba4e9" providerId="ADAL" clId="{27A2FABC-AC00-4E0D-BE8A-9D5B61010432}" dt="2021-09-26T09:49:14.013" v="3130" actId="1035"/>
          <ac:spMkLst>
            <pc:docMk/>
            <pc:sldMk cId="0" sldId="356"/>
            <ac:spMk id="75787" creationId="{00000000-0000-0000-0000-000000000000}"/>
          </ac:spMkLst>
        </pc:spChg>
        <pc:spChg chg="mod">
          <ac:chgData name="Nguyen Duc Tien" userId="1d425f06-52f5-490b-9f00-5a0d395ba4e9" providerId="ADAL" clId="{27A2FABC-AC00-4E0D-BE8A-9D5B61010432}" dt="2021-09-26T09:49:14.013" v="3130" actId="1035"/>
          <ac:spMkLst>
            <pc:docMk/>
            <pc:sldMk cId="0" sldId="356"/>
            <ac:spMk id="75788" creationId="{00000000-0000-0000-0000-000000000000}"/>
          </ac:spMkLst>
        </pc:spChg>
        <pc:spChg chg="mod">
          <ac:chgData name="Nguyen Duc Tien" userId="1d425f06-52f5-490b-9f00-5a0d395ba4e9" providerId="ADAL" clId="{27A2FABC-AC00-4E0D-BE8A-9D5B61010432}" dt="2021-09-26T09:49:14.013" v="3130" actId="1035"/>
          <ac:spMkLst>
            <pc:docMk/>
            <pc:sldMk cId="0" sldId="356"/>
            <ac:spMk id="75789" creationId="{00000000-0000-0000-0000-000000000000}"/>
          </ac:spMkLst>
        </pc:spChg>
        <pc:spChg chg="mod">
          <ac:chgData name="Nguyen Duc Tien" userId="1d425f06-52f5-490b-9f00-5a0d395ba4e9" providerId="ADAL" clId="{27A2FABC-AC00-4E0D-BE8A-9D5B61010432}" dt="2021-09-26T09:49:14.013" v="3130" actId="1035"/>
          <ac:spMkLst>
            <pc:docMk/>
            <pc:sldMk cId="0" sldId="356"/>
            <ac:spMk id="75790" creationId="{00000000-0000-0000-0000-000000000000}"/>
          </ac:spMkLst>
        </pc:spChg>
      </pc:sldChg>
      <pc:sldChg chg="modSp mod modClrScheme chgLayout">
        <pc:chgData name="Nguyen Duc Tien" userId="1d425f06-52f5-490b-9f00-5a0d395ba4e9" providerId="ADAL" clId="{27A2FABC-AC00-4E0D-BE8A-9D5B61010432}" dt="2021-09-26T09:49:38.804" v="3137" actId="1035"/>
        <pc:sldMkLst>
          <pc:docMk/>
          <pc:sldMk cId="0" sldId="357"/>
        </pc:sldMkLst>
        <pc:spChg chg="mod ord">
          <ac:chgData name="Nguyen Duc Tien" userId="1d425f06-52f5-490b-9f00-5a0d395ba4e9" providerId="ADAL" clId="{27A2FABC-AC00-4E0D-BE8A-9D5B61010432}" dt="2021-09-26T09:10:48.687" v="1264" actId="700"/>
          <ac:spMkLst>
            <pc:docMk/>
            <pc:sldMk cId="0" sldId="357"/>
            <ac:spMk id="76802" creationId="{00000000-0000-0000-0000-000000000000}"/>
          </ac:spMkLst>
        </pc:spChg>
        <pc:spChg chg="mod ord">
          <ac:chgData name="Nguyen Duc Tien" userId="1d425f06-52f5-490b-9f00-5a0d395ba4e9" providerId="ADAL" clId="{27A2FABC-AC00-4E0D-BE8A-9D5B61010432}" dt="2021-09-26T09:49:38.804" v="3137" actId="1035"/>
          <ac:spMkLst>
            <pc:docMk/>
            <pc:sldMk cId="0" sldId="357"/>
            <ac:spMk id="76803" creationId="{00000000-0000-0000-0000-000000000000}"/>
          </ac:spMkLst>
        </pc:spChg>
        <pc:spChg chg="mod">
          <ac:chgData name="Nguyen Duc Tien" userId="1d425f06-52f5-490b-9f00-5a0d395ba4e9" providerId="ADAL" clId="{27A2FABC-AC00-4E0D-BE8A-9D5B61010432}" dt="2021-09-26T09:49:38.804" v="3137" actId="1035"/>
          <ac:spMkLst>
            <pc:docMk/>
            <pc:sldMk cId="0" sldId="357"/>
            <ac:spMk id="76804" creationId="{00000000-0000-0000-0000-000000000000}"/>
          </ac:spMkLst>
        </pc:spChg>
        <pc:spChg chg="mod">
          <ac:chgData name="Nguyen Duc Tien" userId="1d425f06-52f5-490b-9f00-5a0d395ba4e9" providerId="ADAL" clId="{27A2FABC-AC00-4E0D-BE8A-9D5B61010432}" dt="2021-09-26T09:49:38.804" v="3137" actId="1035"/>
          <ac:spMkLst>
            <pc:docMk/>
            <pc:sldMk cId="0" sldId="357"/>
            <ac:spMk id="76805" creationId="{00000000-0000-0000-0000-000000000000}"/>
          </ac:spMkLst>
        </pc:spChg>
        <pc:spChg chg="mod">
          <ac:chgData name="Nguyen Duc Tien" userId="1d425f06-52f5-490b-9f00-5a0d395ba4e9" providerId="ADAL" clId="{27A2FABC-AC00-4E0D-BE8A-9D5B61010432}" dt="2021-09-26T09:49:38.804" v="3137" actId="1035"/>
          <ac:spMkLst>
            <pc:docMk/>
            <pc:sldMk cId="0" sldId="357"/>
            <ac:spMk id="76806" creationId="{00000000-0000-0000-0000-000000000000}"/>
          </ac:spMkLst>
        </pc:spChg>
        <pc:spChg chg="mod">
          <ac:chgData name="Nguyen Duc Tien" userId="1d425f06-52f5-490b-9f00-5a0d395ba4e9" providerId="ADAL" clId="{27A2FABC-AC00-4E0D-BE8A-9D5B61010432}" dt="2021-09-26T09:49:38.804" v="3137" actId="1035"/>
          <ac:spMkLst>
            <pc:docMk/>
            <pc:sldMk cId="0" sldId="357"/>
            <ac:spMk id="76807" creationId="{00000000-0000-0000-0000-000000000000}"/>
          </ac:spMkLst>
        </pc:spChg>
        <pc:spChg chg="mod">
          <ac:chgData name="Nguyen Duc Tien" userId="1d425f06-52f5-490b-9f00-5a0d395ba4e9" providerId="ADAL" clId="{27A2FABC-AC00-4E0D-BE8A-9D5B61010432}" dt="2021-09-26T09:49:38.804" v="3137" actId="1035"/>
          <ac:spMkLst>
            <pc:docMk/>
            <pc:sldMk cId="0" sldId="357"/>
            <ac:spMk id="76808" creationId="{00000000-0000-0000-0000-000000000000}"/>
          </ac:spMkLst>
        </pc:spChg>
        <pc:spChg chg="mod">
          <ac:chgData name="Nguyen Duc Tien" userId="1d425f06-52f5-490b-9f00-5a0d395ba4e9" providerId="ADAL" clId="{27A2FABC-AC00-4E0D-BE8A-9D5B61010432}" dt="2021-09-26T09:49:38.804" v="3137" actId="1035"/>
          <ac:spMkLst>
            <pc:docMk/>
            <pc:sldMk cId="0" sldId="357"/>
            <ac:spMk id="76809" creationId="{00000000-0000-0000-0000-000000000000}"/>
          </ac:spMkLst>
        </pc:spChg>
        <pc:spChg chg="mod">
          <ac:chgData name="Nguyen Duc Tien" userId="1d425f06-52f5-490b-9f00-5a0d395ba4e9" providerId="ADAL" clId="{27A2FABC-AC00-4E0D-BE8A-9D5B61010432}" dt="2021-09-26T09:49:38.804" v="3137" actId="1035"/>
          <ac:spMkLst>
            <pc:docMk/>
            <pc:sldMk cId="0" sldId="357"/>
            <ac:spMk id="76810" creationId="{00000000-0000-0000-0000-000000000000}"/>
          </ac:spMkLst>
        </pc:spChg>
        <pc:spChg chg="mod">
          <ac:chgData name="Nguyen Duc Tien" userId="1d425f06-52f5-490b-9f00-5a0d395ba4e9" providerId="ADAL" clId="{27A2FABC-AC00-4E0D-BE8A-9D5B61010432}" dt="2021-09-26T09:49:38.804" v="3137" actId="1035"/>
          <ac:spMkLst>
            <pc:docMk/>
            <pc:sldMk cId="0" sldId="357"/>
            <ac:spMk id="76811" creationId="{00000000-0000-0000-0000-000000000000}"/>
          </ac:spMkLst>
        </pc:spChg>
        <pc:spChg chg="mod">
          <ac:chgData name="Nguyen Duc Tien" userId="1d425f06-52f5-490b-9f00-5a0d395ba4e9" providerId="ADAL" clId="{27A2FABC-AC00-4E0D-BE8A-9D5B61010432}" dt="2021-09-26T09:49:38.804" v="3137" actId="1035"/>
          <ac:spMkLst>
            <pc:docMk/>
            <pc:sldMk cId="0" sldId="357"/>
            <ac:spMk id="76812" creationId="{00000000-0000-0000-0000-000000000000}"/>
          </ac:spMkLst>
        </pc:spChg>
        <pc:spChg chg="mod">
          <ac:chgData name="Nguyen Duc Tien" userId="1d425f06-52f5-490b-9f00-5a0d395ba4e9" providerId="ADAL" clId="{27A2FABC-AC00-4E0D-BE8A-9D5B61010432}" dt="2021-09-26T09:49:38.804" v="3137" actId="1035"/>
          <ac:spMkLst>
            <pc:docMk/>
            <pc:sldMk cId="0" sldId="357"/>
            <ac:spMk id="76813" creationId="{00000000-0000-0000-0000-000000000000}"/>
          </ac:spMkLst>
        </pc:spChg>
        <pc:spChg chg="mod">
          <ac:chgData name="Nguyen Duc Tien" userId="1d425f06-52f5-490b-9f00-5a0d395ba4e9" providerId="ADAL" clId="{27A2FABC-AC00-4E0D-BE8A-9D5B61010432}" dt="2021-09-26T09:49:38.804" v="3137" actId="1035"/>
          <ac:spMkLst>
            <pc:docMk/>
            <pc:sldMk cId="0" sldId="357"/>
            <ac:spMk id="76814" creationId="{00000000-0000-0000-0000-000000000000}"/>
          </ac:spMkLst>
        </pc:spChg>
      </pc:sldChg>
      <pc:sldChg chg="modSp mod modClrScheme chgLayout">
        <pc:chgData name="Nguyen Duc Tien" userId="1d425f06-52f5-490b-9f00-5a0d395ba4e9" providerId="ADAL" clId="{27A2FABC-AC00-4E0D-BE8A-9D5B61010432}" dt="2021-09-26T09:50:33.246" v="3144" actId="1076"/>
        <pc:sldMkLst>
          <pc:docMk/>
          <pc:sldMk cId="0" sldId="358"/>
        </pc:sldMkLst>
        <pc:spChg chg="mod ord">
          <ac:chgData name="Nguyen Duc Tien" userId="1d425f06-52f5-490b-9f00-5a0d395ba4e9" providerId="ADAL" clId="{27A2FABC-AC00-4E0D-BE8A-9D5B61010432}" dt="2021-09-26T09:10:48.687" v="1264" actId="700"/>
          <ac:spMkLst>
            <pc:docMk/>
            <pc:sldMk cId="0" sldId="358"/>
            <ac:spMk id="79874" creationId="{00000000-0000-0000-0000-000000000000}"/>
          </ac:spMkLst>
        </pc:spChg>
        <pc:spChg chg="mod ord">
          <ac:chgData name="Nguyen Duc Tien" userId="1d425f06-52f5-490b-9f00-5a0d395ba4e9" providerId="ADAL" clId="{27A2FABC-AC00-4E0D-BE8A-9D5B61010432}" dt="2021-09-26T09:50:32.022" v="3143" actId="14100"/>
          <ac:spMkLst>
            <pc:docMk/>
            <pc:sldMk cId="0" sldId="358"/>
            <ac:spMk id="79875" creationId="{00000000-0000-0000-0000-000000000000}"/>
          </ac:spMkLst>
        </pc:spChg>
        <pc:picChg chg="mod">
          <ac:chgData name="Nguyen Duc Tien" userId="1d425f06-52f5-490b-9f00-5a0d395ba4e9" providerId="ADAL" clId="{27A2FABC-AC00-4E0D-BE8A-9D5B61010432}" dt="2021-09-26T09:50:33.246" v="3144" actId="1076"/>
          <ac:picMkLst>
            <pc:docMk/>
            <pc:sldMk cId="0" sldId="358"/>
            <ac:picMk id="79887" creationId="{00000000-0000-0000-0000-000000000000}"/>
          </ac:picMkLst>
        </pc:picChg>
      </pc:sldChg>
      <pc:sldChg chg="modSp mod modClrScheme chgLayout modNotes">
        <pc:chgData name="Nguyen Duc Tien" userId="1d425f06-52f5-490b-9f00-5a0d395ba4e9" providerId="ADAL" clId="{27A2FABC-AC00-4E0D-BE8A-9D5B61010432}" dt="2021-09-26T09:57:41.595" v="3359"/>
        <pc:sldMkLst>
          <pc:docMk/>
          <pc:sldMk cId="0" sldId="359"/>
        </pc:sldMkLst>
        <pc:spChg chg="mod ord">
          <ac:chgData name="Nguyen Duc Tien" userId="1d425f06-52f5-490b-9f00-5a0d395ba4e9" providerId="ADAL" clId="{27A2FABC-AC00-4E0D-BE8A-9D5B61010432}" dt="2021-09-26T09:10:48.687" v="1264" actId="700"/>
          <ac:spMkLst>
            <pc:docMk/>
            <pc:sldMk cId="0" sldId="359"/>
            <ac:spMk id="81922" creationId="{00000000-0000-0000-0000-000000000000}"/>
          </ac:spMkLst>
        </pc:spChg>
        <pc:spChg chg="mod ord">
          <ac:chgData name="Nguyen Duc Tien" userId="1d425f06-52f5-490b-9f00-5a0d395ba4e9" providerId="ADAL" clId="{27A2FABC-AC00-4E0D-BE8A-9D5B61010432}" dt="2021-09-26T09:10:48.687" v="1264" actId="700"/>
          <ac:spMkLst>
            <pc:docMk/>
            <pc:sldMk cId="0" sldId="359"/>
            <ac:spMk id="81923" creationId="{00000000-0000-0000-0000-000000000000}"/>
          </ac:spMkLst>
        </pc:spChg>
        <pc:picChg chg="mod">
          <ac:chgData name="Nguyen Duc Tien" userId="1d425f06-52f5-490b-9f00-5a0d395ba4e9" providerId="ADAL" clId="{27A2FABC-AC00-4E0D-BE8A-9D5B61010432}" dt="2021-09-26T09:52:12.914" v="3158" actId="1076"/>
          <ac:picMkLst>
            <pc:docMk/>
            <pc:sldMk cId="0" sldId="359"/>
            <ac:picMk id="81924" creationId="{00000000-0000-0000-0000-000000000000}"/>
          </ac:picMkLst>
        </pc:picChg>
        <pc:picChg chg="mod">
          <ac:chgData name="Nguyen Duc Tien" userId="1d425f06-52f5-490b-9f00-5a0d395ba4e9" providerId="ADAL" clId="{27A2FABC-AC00-4E0D-BE8A-9D5B61010432}" dt="2021-09-26T09:52:08.890" v="3157" actId="1076"/>
          <ac:picMkLst>
            <pc:docMk/>
            <pc:sldMk cId="0" sldId="359"/>
            <ac:picMk id="81925" creationId="{00000000-0000-0000-0000-000000000000}"/>
          </ac:picMkLst>
        </pc:picChg>
      </pc:sldChg>
      <pc:sldChg chg="modSp mod modClrScheme chgLayout">
        <pc:chgData name="Nguyen Duc Tien" userId="1d425f06-52f5-490b-9f00-5a0d395ba4e9" providerId="ADAL" clId="{27A2FABC-AC00-4E0D-BE8A-9D5B61010432}" dt="2021-09-26T09:53:07.710" v="3180" actId="113"/>
        <pc:sldMkLst>
          <pc:docMk/>
          <pc:sldMk cId="0" sldId="360"/>
        </pc:sldMkLst>
        <pc:spChg chg="mod ord">
          <ac:chgData name="Nguyen Duc Tien" userId="1d425f06-52f5-490b-9f00-5a0d395ba4e9" providerId="ADAL" clId="{27A2FABC-AC00-4E0D-BE8A-9D5B61010432}" dt="2021-09-26T09:52:58.988" v="3176" actId="21"/>
          <ac:spMkLst>
            <pc:docMk/>
            <pc:sldMk cId="0" sldId="360"/>
            <ac:spMk id="86018" creationId="{00000000-0000-0000-0000-000000000000}"/>
          </ac:spMkLst>
        </pc:spChg>
        <pc:spChg chg="mod ord">
          <ac:chgData name="Nguyen Duc Tien" userId="1d425f06-52f5-490b-9f00-5a0d395ba4e9" providerId="ADAL" clId="{27A2FABC-AC00-4E0D-BE8A-9D5B61010432}" dt="2021-09-26T09:53:07.710" v="3180" actId="113"/>
          <ac:spMkLst>
            <pc:docMk/>
            <pc:sldMk cId="0" sldId="360"/>
            <ac:spMk id="86019" creationId="{00000000-0000-0000-0000-000000000000}"/>
          </ac:spMkLst>
        </pc:spChg>
      </pc:sldChg>
      <pc:sldChg chg="modSp mod modClrScheme chgLayout">
        <pc:chgData name="Nguyen Duc Tien" userId="1d425f06-52f5-490b-9f00-5a0d395ba4e9" providerId="ADAL" clId="{27A2FABC-AC00-4E0D-BE8A-9D5B61010432}" dt="2021-09-26T09:10:48.687" v="1264" actId="700"/>
        <pc:sldMkLst>
          <pc:docMk/>
          <pc:sldMk cId="0" sldId="361"/>
        </pc:sldMkLst>
        <pc:spChg chg="mod ord">
          <ac:chgData name="Nguyen Duc Tien" userId="1d425f06-52f5-490b-9f00-5a0d395ba4e9" providerId="ADAL" clId="{27A2FABC-AC00-4E0D-BE8A-9D5B61010432}" dt="2021-09-26T09:10:48.687" v="1264" actId="700"/>
          <ac:spMkLst>
            <pc:docMk/>
            <pc:sldMk cId="0" sldId="361"/>
            <ac:spMk id="89090" creationId="{00000000-0000-0000-0000-000000000000}"/>
          </ac:spMkLst>
        </pc:spChg>
        <pc:spChg chg="mod ord">
          <ac:chgData name="Nguyen Duc Tien" userId="1d425f06-52f5-490b-9f00-5a0d395ba4e9" providerId="ADAL" clId="{27A2FABC-AC00-4E0D-BE8A-9D5B61010432}" dt="2021-09-26T09:10:48.687" v="1264" actId="700"/>
          <ac:spMkLst>
            <pc:docMk/>
            <pc:sldMk cId="0" sldId="361"/>
            <ac:spMk id="89091" creationId="{00000000-0000-0000-0000-000000000000}"/>
          </ac:spMkLst>
        </pc:spChg>
      </pc:sldChg>
      <pc:sldChg chg="modSp mod modClrScheme chgLayout">
        <pc:chgData name="Nguyen Duc Tien" userId="1d425f06-52f5-490b-9f00-5a0d395ba4e9" providerId="ADAL" clId="{27A2FABC-AC00-4E0D-BE8A-9D5B61010432}" dt="2021-09-26T09:54:15.305" v="3187" actId="1076"/>
        <pc:sldMkLst>
          <pc:docMk/>
          <pc:sldMk cId="0" sldId="362"/>
        </pc:sldMkLst>
        <pc:spChg chg="mod ord">
          <ac:chgData name="Nguyen Duc Tien" userId="1d425f06-52f5-490b-9f00-5a0d395ba4e9" providerId="ADAL" clId="{27A2FABC-AC00-4E0D-BE8A-9D5B61010432}" dt="2021-09-26T09:10:48.687" v="1264" actId="700"/>
          <ac:spMkLst>
            <pc:docMk/>
            <pc:sldMk cId="0" sldId="362"/>
            <ac:spMk id="90114" creationId="{00000000-0000-0000-0000-000000000000}"/>
          </ac:spMkLst>
        </pc:spChg>
        <pc:spChg chg="mod ord">
          <ac:chgData name="Nguyen Duc Tien" userId="1d425f06-52f5-490b-9f00-5a0d395ba4e9" providerId="ADAL" clId="{27A2FABC-AC00-4E0D-BE8A-9D5B61010432}" dt="2021-09-26T09:10:48.687" v="1264" actId="700"/>
          <ac:spMkLst>
            <pc:docMk/>
            <pc:sldMk cId="0" sldId="362"/>
            <ac:spMk id="90115" creationId="{00000000-0000-0000-0000-000000000000}"/>
          </ac:spMkLst>
        </pc:spChg>
        <pc:graphicFrameChg chg="mod">
          <ac:chgData name="Nguyen Duc Tien" userId="1d425f06-52f5-490b-9f00-5a0d395ba4e9" providerId="ADAL" clId="{27A2FABC-AC00-4E0D-BE8A-9D5B61010432}" dt="2021-09-26T09:54:15.305" v="3187" actId="1076"/>
          <ac:graphicFrameMkLst>
            <pc:docMk/>
            <pc:sldMk cId="0" sldId="362"/>
            <ac:graphicFrameMk id="75828" creationId="{00000000-0000-0000-0000-000000000000}"/>
          </ac:graphicFrameMkLst>
        </pc:graphicFrameChg>
      </pc:sldChg>
      <pc:sldChg chg="addSp delSp modSp mod modClrScheme chgLayout">
        <pc:chgData name="Nguyen Duc Tien" userId="1d425f06-52f5-490b-9f00-5a0d395ba4e9" providerId="ADAL" clId="{27A2FABC-AC00-4E0D-BE8A-9D5B61010432}" dt="2021-09-26T09:54:24.174" v="3189" actId="1076"/>
        <pc:sldMkLst>
          <pc:docMk/>
          <pc:sldMk cId="0" sldId="363"/>
        </pc:sldMkLst>
        <pc:spChg chg="add del mod ord">
          <ac:chgData name="Nguyen Duc Tien" userId="1d425f06-52f5-490b-9f00-5a0d395ba4e9" providerId="ADAL" clId="{27A2FABC-AC00-4E0D-BE8A-9D5B61010432}" dt="2021-09-26T09:54:19.168" v="3188" actId="478"/>
          <ac:spMkLst>
            <pc:docMk/>
            <pc:sldMk cId="0" sldId="363"/>
            <ac:spMk id="2" creationId="{0E010AE9-0158-45AA-AA1A-E302D450AD67}"/>
          </ac:spMkLst>
        </pc:spChg>
        <pc:spChg chg="mod ord">
          <ac:chgData name="Nguyen Duc Tien" userId="1d425f06-52f5-490b-9f00-5a0d395ba4e9" providerId="ADAL" clId="{27A2FABC-AC00-4E0D-BE8A-9D5B61010432}" dt="2021-09-26T09:10:48.687" v="1264" actId="700"/>
          <ac:spMkLst>
            <pc:docMk/>
            <pc:sldMk cId="0" sldId="363"/>
            <ac:spMk id="91138" creationId="{00000000-0000-0000-0000-000000000000}"/>
          </ac:spMkLst>
        </pc:spChg>
        <pc:spChg chg="mod">
          <ac:chgData name="Nguyen Duc Tien" userId="1d425f06-52f5-490b-9f00-5a0d395ba4e9" providerId="ADAL" clId="{27A2FABC-AC00-4E0D-BE8A-9D5B61010432}" dt="2021-09-26T09:54:24.174" v="3189" actId="1076"/>
          <ac:spMkLst>
            <pc:docMk/>
            <pc:sldMk cId="0" sldId="363"/>
            <ac:spMk id="91142" creationId="{00000000-0000-0000-0000-000000000000}"/>
          </ac:spMkLst>
        </pc:spChg>
        <pc:spChg chg="mod">
          <ac:chgData name="Nguyen Duc Tien" userId="1d425f06-52f5-490b-9f00-5a0d395ba4e9" providerId="ADAL" clId="{27A2FABC-AC00-4E0D-BE8A-9D5B61010432}" dt="2021-09-26T09:54:24.174" v="3189" actId="1076"/>
          <ac:spMkLst>
            <pc:docMk/>
            <pc:sldMk cId="0" sldId="363"/>
            <ac:spMk id="91143" creationId="{00000000-0000-0000-0000-000000000000}"/>
          </ac:spMkLst>
        </pc:spChg>
        <pc:picChg chg="mod">
          <ac:chgData name="Nguyen Duc Tien" userId="1d425f06-52f5-490b-9f00-5a0d395ba4e9" providerId="ADAL" clId="{27A2FABC-AC00-4E0D-BE8A-9D5B61010432}" dt="2021-09-26T09:54:24.174" v="3189" actId="1076"/>
          <ac:picMkLst>
            <pc:docMk/>
            <pc:sldMk cId="0" sldId="363"/>
            <ac:picMk id="91139" creationId="{00000000-0000-0000-0000-000000000000}"/>
          </ac:picMkLst>
        </pc:picChg>
        <pc:picChg chg="mod">
          <ac:chgData name="Nguyen Duc Tien" userId="1d425f06-52f5-490b-9f00-5a0d395ba4e9" providerId="ADAL" clId="{27A2FABC-AC00-4E0D-BE8A-9D5B61010432}" dt="2021-09-26T09:54:24.174" v="3189" actId="1076"/>
          <ac:picMkLst>
            <pc:docMk/>
            <pc:sldMk cId="0" sldId="363"/>
            <ac:picMk id="91140" creationId="{00000000-0000-0000-0000-000000000000}"/>
          </ac:picMkLst>
        </pc:picChg>
        <pc:picChg chg="mod">
          <ac:chgData name="Nguyen Duc Tien" userId="1d425f06-52f5-490b-9f00-5a0d395ba4e9" providerId="ADAL" clId="{27A2FABC-AC00-4E0D-BE8A-9D5B61010432}" dt="2021-09-26T09:54:24.174" v="3189" actId="1076"/>
          <ac:picMkLst>
            <pc:docMk/>
            <pc:sldMk cId="0" sldId="363"/>
            <ac:picMk id="91141" creationId="{00000000-0000-0000-0000-000000000000}"/>
          </ac:picMkLst>
        </pc:picChg>
      </pc:sldChg>
      <pc:sldChg chg="modSp mod modClrScheme chgLayout">
        <pc:chgData name="Nguyen Duc Tien" userId="1d425f06-52f5-490b-9f00-5a0d395ba4e9" providerId="ADAL" clId="{27A2FABC-AC00-4E0D-BE8A-9D5B61010432}" dt="2021-09-26T09:10:48.687" v="1264" actId="700"/>
        <pc:sldMkLst>
          <pc:docMk/>
          <pc:sldMk cId="0" sldId="364"/>
        </pc:sldMkLst>
        <pc:spChg chg="mod ord">
          <ac:chgData name="Nguyen Duc Tien" userId="1d425f06-52f5-490b-9f00-5a0d395ba4e9" providerId="ADAL" clId="{27A2FABC-AC00-4E0D-BE8A-9D5B61010432}" dt="2021-09-26T09:10:48.687" v="1264" actId="700"/>
          <ac:spMkLst>
            <pc:docMk/>
            <pc:sldMk cId="0" sldId="364"/>
            <ac:spMk id="92162" creationId="{00000000-0000-0000-0000-000000000000}"/>
          </ac:spMkLst>
        </pc:spChg>
        <pc:spChg chg="mod ord">
          <ac:chgData name="Nguyen Duc Tien" userId="1d425f06-52f5-490b-9f00-5a0d395ba4e9" providerId="ADAL" clId="{27A2FABC-AC00-4E0D-BE8A-9D5B61010432}" dt="2021-09-26T09:10:48.687" v="1264" actId="700"/>
          <ac:spMkLst>
            <pc:docMk/>
            <pc:sldMk cId="0" sldId="364"/>
            <ac:spMk id="92163" creationId="{00000000-0000-0000-0000-000000000000}"/>
          </ac:spMkLst>
        </pc:spChg>
      </pc:sldChg>
      <pc:sldChg chg="modSp mod modClrScheme chgLayout">
        <pc:chgData name="Nguyen Duc Tien" userId="1d425f06-52f5-490b-9f00-5a0d395ba4e9" providerId="ADAL" clId="{27A2FABC-AC00-4E0D-BE8A-9D5B61010432}" dt="2021-09-26T09:55:04.634" v="3198" actId="14100"/>
        <pc:sldMkLst>
          <pc:docMk/>
          <pc:sldMk cId="0" sldId="365"/>
        </pc:sldMkLst>
        <pc:spChg chg="mod ord">
          <ac:chgData name="Nguyen Duc Tien" userId="1d425f06-52f5-490b-9f00-5a0d395ba4e9" providerId="ADAL" clId="{27A2FABC-AC00-4E0D-BE8A-9D5B61010432}" dt="2021-09-26T09:54:53.700" v="3191" actId="20577"/>
          <ac:spMkLst>
            <pc:docMk/>
            <pc:sldMk cId="0" sldId="365"/>
            <ac:spMk id="93186" creationId="{00000000-0000-0000-0000-000000000000}"/>
          </ac:spMkLst>
        </pc:spChg>
        <pc:spChg chg="mod ord">
          <ac:chgData name="Nguyen Duc Tien" userId="1d425f06-52f5-490b-9f00-5a0d395ba4e9" providerId="ADAL" clId="{27A2FABC-AC00-4E0D-BE8A-9D5B61010432}" dt="2021-09-26T09:55:04.634" v="3198" actId="14100"/>
          <ac:spMkLst>
            <pc:docMk/>
            <pc:sldMk cId="0" sldId="365"/>
            <ac:spMk id="93187" creationId="{00000000-0000-0000-0000-000000000000}"/>
          </ac:spMkLst>
        </pc:spChg>
      </pc:sldChg>
      <pc:sldChg chg="modSp mod modClrScheme chgLayout">
        <pc:chgData name="Nguyen Duc Tien" userId="1d425f06-52f5-490b-9f00-5a0d395ba4e9" providerId="ADAL" clId="{27A2FABC-AC00-4E0D-BE8A-9D5B61010432}" dt="2021-09-26T09:10:48.687" v="1264" actId="700"/>
        <pc:sldMkLst>
          <pc:docMk/>
          <pc:sldMk cId="0" sldId="366"/>
        </pc:sldMkLst>
        <pc:spChg chg="mod ord">
          <ac:chgData name="Nguyen Duc Tien" userId="1d425f06-52f5-490b-9f00-5a0d395ba4e9" providerId="ADAL" clId="{27A2FABC-AC00-4E0D-BE8A-9D5B61010432}" dt="2021-09-26T09:10:48.687" v="1264" actId="700"/>
          <ac:spMkLst>
            <pc:docMk/>
            <pc:sldMk cId="0" sldId="366"/>
            <ac:spMk id="94210" creationId="{00000000-0000-0000-0000-000000000000}"/>
          </ac:spMkLst>
        </pc:spChg>
        <pc:spChg chg="mod ord">
          <ac:chgData name="Nguyen Duc Tien" userId="1d425f06-52f5-490b-9f00-5a0d395ba4e9" providerId="ADAL" clId="{27A2FABC-AC00-4E0D-BE8A-9D5B61010432}" dt="2021-09-26T09:10:48.687" v="1264" actId="700"/>
          <ac:spMkLst>
            <pc:docMk/>
            <pc:sldMk cId="0" sldId="366"/>
            <ac:spMk id="94211" creationId="{00000000-0000-0000-0000-000000000000}"/>
          </ac:spMkLst>
        </pc:spChg>
      </pc:sldChg>
      <pc:sldChg chg="addSp delSp modSp mod setBg modClrScheme addAnim delAnim delDesignElem chgLayout">
        <pc:chgData name="Nguyen Duc Tien" userId="1d425f06-52f5-490b-9f00-5a0d395ba4e9" providerId="ADAL" clId="{27A2FABC-AC00-4E0D-BE8A-9D5B61010432}" dt="2021-09-26T10:03:54.260" v="3363" actId="20577"/>
        <pc:sldMkLst>
          <pc:docMk/>
          <pc:sldMk cId="0" sldId="420"/>
        </pc:sldMkLst>
        <pc:spChg chg="add mod ord">
          <ac:chgData name="Nguyen Duc Tien" userId="1d425f06-52f5-490b-9f00-5a0d395ba4e9" providerId="ADAL" clId="{27A2FABC-AC00-4E0D-BE8A-9D5B61010432}" dt="2021-09-26T09:01:54.903" v="1094" actId="962"/>
          <ac:spMkLst>
            <pc:docMk/>
            <pc:sldMk cId="0" sldId="420"/>
            <ac:spMk id="4" creationId="{5B4B8B48-B498-4D9C-8FAC-7D4AD8F590EE}"/>
          </ac:spMkLst>
        </pc:spChg>
        <pc:spChg chg="add mod ord modVis">
          <ac:chgData name="Nguyen Duc Tien" userId="1d425f06-52f5-490b-9f00-5a0d395ba4e9" providerId="ADAL" clId="{27A2FABC-AC00-4E0D-BE8A-9D5B61010432}" dt="2021-09-26T09:01:22.080" v="1082" actId="13244"/>
          <ac:spMkLst>
            <pc:docMk/>
            <pc:sldMk cId="0" sldId="420"/>
            <ac:spMk id="5" creationId="{A26BEEA6-E290-4392-9B93-F7FA56EE984D}"/>
          </ac:spMkLst>
        </pc:spChg>
        <pc:spChg chg="add mod ord">
          <ac:chgData name="Nguyen Duc Tien" userId="1d425f06-52f5-490b-9f00-5a0d395ba4e9" providerId="ADAL" clId="{27A2FABC-AC00-4E0D-BE8A-9D5B61010432}" dt="2021-09-26T10:03:54.260" v="3363" actId="20577"/>
          <ac:spMkLst>
            <pc:docMk/>
            <pc:sldMk cId="0" sldId="420"/>
            <ac:spMk id="26" creationId="{8E7005F7-72C1-4C16-8973-B5728FEB5952}"/>
          </ac:spMkLst>
        </pc:spChg>
        <pc:spChg chg="add mod modVis">
          <ac:chgData name="Nguyen Duc Tien" userId="1d425f06-52f5-490b-9f00-5a0d395ba4e9" providerId="ADAL" clId="{27A2FABC-AC00-4E0D-BE8A-9D5B61010432}" dt="2021-09-26T09:01:50.118" v="1093" actId="962"/>
          <ac:spMkLst>
            <pc:docMk/>
            <pc:sldMk cId="0" sldId="420"/>
            <ac:spMk id="27" creationId="{B7D8FE80-7859-478A-9E8D-4A44100DC50D}"/>
          </ac:spMkLst>
        </pc:spChg>
        <pc:spChg chg="add del">
          <ac:chgData name="Nguyen Duc Tien" userId="1d425f06-52f5-490b-9f00-5a0d395ba4e9" providerId="ADAL" clId="{27A2FABC-AC00-4E0D-BE8A-9D5B61010432}" dt="2021-09-26T08:35:17.458" v="18" actId="26606"/>
          <ac:spMkLst>
            <pc:docMk/>
            <pc:sldMk cId="0" sldId="420"/>
            <ac:spMk id="135" creationId="{E91DC736-0EF8-4F87-9146-EBF1D2EE4D3D}"/>
          </ac:spMkLst>
        </pc:spChg>
        <pc:spChg chg="add del">
          <ac:chgData name="Nguyen Duc Tien" userId="1d425f06-52f5-490b-9f00-5a0d395ba4e9" providerId="ADAL" clId="{27A2FABC-AC00-4E0D-BE8A-9D5B61010432}" dt="2021-09-26T08:35:17.458" v="18" actId="26606"/>
          <ac:spMkLst>
            <pc:docMk/>
            <pc:sldMk cId="0" sldId="420"/>
            <ac:spMk id="137" creationId="{097CD68E-23E3-4007-8847-CD0944C4F7BE}"/>
          </ac:spMkLst>
        </pc:spChg>
        <pc:spChg chg="add del">
          <ac:chgData name="Nguyen Duc Tien" userId="1d425f06-52f5-490b-9f00-5a0d395ba4e9" providerId="ADAL" clId="{27A2FABC-AC00-4E0D-BE8A-9D5B61010432}" dt="2021-09-26T08:35:17.458" v="18" actId="26606"/>
          <ac:spMkLst>
            <pc:docMk/>
            <pc:sldMk cId="0" sldId="420"/>
            <ac:spMk id="139" creationId="{AF2F604E-43BE-4DC3-B983-E071523364F8}"/>
          </ac:spMkLst>
        </pc:spChg>
        <pc:spChg chg="add del">
          <ac:chgData name="Nguyen Duc Tien" userId="1d425f06-52f5-490b-9f00-5a0d395ba4e9" providerId="ADAL" clId="{27A2FABC-AC00-4E0D-BE8A-9D5B61010432}" dt="2021-09-26T08:35:17.458" v="18" actId="26606"/>
          <ac:spMkLst>
            <pc:docMk/>
            <pc:sldMk cId="0" sldId="420"/>
            <ac:spMk id="141" creationId="{08C9B587-E65E-4B52-B37C-ABEBB6E87928}"/>
          </ac:spMkLst>
        </pc:spChg>
        <pc:spChg chg="del mod ord">
          <ac:chgData name="Nguyen Duc Tien" userId="1d425f06-52f5-490b-9f00-5a0d395ba4e9" providerId="ADAL" clId="{27A2FABC-AC00-4E0D-BE8A-9D5B61010432}" dt="2021-09-26T08:39:01.479" v="86" actId="478"/>
          <ac:spMkLst>
            <pc:docMk/>
            <pc:sldMk cId="0" sldId="420"/>
            <ac:spMk id="30722" creationId="{00000000-0000-0000-0000-000000000000}"/>
          </ac:spMkLst>
        </pc:spChg>
        <pc:spChg chg="del">
          <ac:chgData name="Nguyen Duc Tien" userId="1d425f06-52f5-490b-9f00-5a0d395ba4e9" providerId="ADAL" clId="{27A2FABC-AC00-4E0D-BE8A-9D5B61010432}" dt="2021-09-26T08:34:46.702" v="8" actId="700"/>
          <ac:spMkLst>
            <pc:docMk/>
            <pc:sldMk cId="0" sldId="420"/>
            <ac:spMk id="30723" creationId="{00000000-0000-0000-0000-000000000000}"/>
          </ac:spMkLst>
        </pc:spChg>
        <pc:spChg chg="add del">
          <ac:chgData name="Nguyen Duc Tien" userId="1d425f06-52f5-490b-9f00-5a0d395ba4e9" providerId="ADAL" clId="{27A2FABC-AC00-4E0D-BE8A-9D5B61010432}" dt="2021-09-26T08:35:28.793" v="22" actId="26606"/>
          <ac:spMkLst>
            <pc:docMk/>
            <pc:sldMk cId="0" sldId="420"/>
            <ac:spMk id="30724" creationId="{37C89E4B-3C9F-44B9-8B86-D9E3D112D8EC}"/>
          </ac:spMkLst>
        </pc:spChg>
        <pc:spChg chg="add del">
          <ac:chgData name="Nguyen Duc Tien" userId="1d425f06-52f5-490b-9f00-5a0d395ba4e9" providerId="ADAL" clId="{27A2FABC-AC00-4E0D-BE8A-9D5B61010432}" dt="2021-09-26T08:36:10.198" v="26" actId="26606"/>
          <ac:spMkLst>
            <pc:docMk/>
            <pc:sldMk cId="0" sldId="420"/>
            <ac:spMk id="30727" creationId="{870A1295-61BC-4214-AA3E-D396673024D0}"/>
          </ac:spMkLst>
        </pc:spChg>
        <pc:spChg chg="add del">
          <ac:chgData name="Nguyen Duc Tien" userId="1d425f06-52f5-490b-9f00-5a0d395ba4e9" providerId="ADAL" clId="{27A2FABC-AC00-4E0D-BE8A-9D5B61010432}" dt="2021-09-26T08:36:33.379" v="29" actId="26606"/>
          <ac:spMkLst>
            <pc:docMk/>
            <pc:sldMk cId="0" sldId="420"/>
            <ac:spMk id="30729" creationId="{ECC07320-C2CA-4E29-8481-9D9E143C7788}"/>
          </ac:spMkLst>
        </pc:spChg>
        <pc:spChg chg="add del">
          <ac:chgData name="Nguyen Duc Tien" userId="1d425f06-52f5-490b-9f00-5a0d395ba4e9" providerId="ADAL" clId="{27A2FABC-AC00-4E0D-BE8A-9D5B61010432}" dt="2021-09-26T08:36:33.379" v="29" actId="26606"/>
          <ac:spMkLst>
            <pc:docMk/>
            <pc:sldMk cId="0" sldId="420"/>
            <ac:spMk id="30730" creationId="{178FB36B-5BFE-42CA-BC60-1115E0D95EEC}"/>
          </ac:spMkLst>
        </pc:spChg>
        <pc:spChg chg="add del">
          <ac:chgData name="Nguyen Duc Tien" userId="1d425f06-52f5-490b-9f00-5a0d395ba4e9" providerId="ADAL" clId="{27A2FABC-AC00-4E0D-BE8A-9D5B61010432}" dt="2021-09-26T08:36:36.845" v="31" actId="26606"/>
          <ac:spMkLst>
            <pc:docMk/>
            <pc:sldMk cId="0" sldId="420"/>
            <ac:spMk id="30732" creationId="{06DA9DF9-31F7-4056-B42E-878CC92417B8}"/>
          </ac:spMkLst>
        </pc:spChg>
        <pc:spChg chg="add del">
          <ac:chgData name="Nguyen Duc Tien" userId="1d425f06-52f5-490b-9f00-5a0d395ba4e9" providerId="ADAL" clId="{27A2FABC-AC00-4E0D-BE8A-9D5B61010432}" dt="2021-09-26T08:52:23.554" v="585"/>
          <ac:spMkLst>
            <pc:docMk/>
            <pc:sldMk cId="0" sldId="420"/>
            <ac:spMk id="30734" creationId="{E91DC736-0EF8-4F87-9146-EBF1D2EE4D3D}"/>
          </ac:spMkLst>
        </pc:spChg>
        <pc:spChg chg="add del">
          <ac:chgData name="Nguyen Duc Tien" userId="1d425f06-52f5-490b-9f00-5a0d395ba4e9" providerId="ADAL" clId="{27A2FABC-AC00-4E0D-BE8A-9D5B61010432}" dt="2021-09-26T08:52:23.554" v="585"/>
          <ac:spMkLst>
            <pc:docMk/>
            <pc:sldMk cId="0" sldId="420"/>
            <ac:spMk id="30735" creationId="{097CD68E-23E3-4007-8847-CD0944C4F7BE}"/>
          </ac:spMkLst>
        </pc:spChg>
        <pc:spChg chg="add del">
          <ac:chgData name="Nguyen Duc Tien" userId="1d425f06-52f5-490b-9f00-5a0d395ba4e9" providerId="ADAL" clId="{27A2FABC-AC00-4E0D-BE8A-9D5B61010432}" dt="2021-09-26T08:52:23.554" v="585"/>
          <ac:spMkLst>
            <pc:docMk/>
            <pc:sldMk cId="0" sldId="420"/>
            <ac:spMk id="30736" creationId="{AF2F604E-43BE-4DC3-B983-E071523364F8}"/>
          </ac:spMkLst>
        </pc:spChg>
        <pc:spChg chg="add del">
          <ac:chgData name="Nguyen Duc Tien" userId="1d425f06-52f5-490b-9f00-5a0d395ba4e9" providerId="ADAL" clId="{27A2FABC-AC00-4E0D-BE8A-9D5B61010432}" dt="2021-09-26T08:52:23.554" v="585"/>
          <ac:spMkLst>
            <pc:docMk/>
            <pc:sldMk cId="0" sldId="420"/>
            <ac:spMk id="30737" creationId="{08C9B587-E65E-4B52-B37C-ABEBB6E87928}"/>
          </ac:spMkLst>
        </pc:spChg>
        <pc:grpChg chg="add del">
          <ac:chgData name="Nguyen Duc Tien" userId="1d425f06-52f5-490b-9f00-5a0d395ba4e9" providerId="ADAL" clId="{27A2FABC-AC00-4E0D-BE8A-9D5B61010432}" dt="2021-09-26T08:36:10.198" v="26" actId="26606"/>
          <ac:grpSpMkLst>
            <pc:docMk/>
            <pc:sldMk cId="0" sldId="420"/>
            <ac:grpSpMk id="30728" creationId="{0B139475-2B26-4CA9-9413-DE741E49F7BB}"/>
          </ac:grpSpMkLst>
        </pc:grpChg>
        <pc:picChg chg="add mod ord modVis">
          <ac:chgData name="Nguyen Duc Tien" userId="1d425f06-52f5-490b-9f00-5a0d395ba4e9" providerId="ADAL" clId="{27A2FABC-AC00-4E0D-BE8A-9D5B61010432}" dt="2021-09-26T09:01:31.838" v="1087" actId="962"/>
          <ac:picMkLst>
            <pc:docMk/>
            <pc:sldMk cId="0" sldId="420"/>
            <ac:picMk id="3" creationId="{8B384D35-9B8E-43D0-BA24-6B3B6BA44D71}"/>
          </ac:picMkLst>
        </pc:picChg>
        <pc:picChg chg="add mod">
          <ac:chgData name="Nguyen Duc Tien" userId="1d425f06-52f5-490b-9f00-5a0d395ba4e9" providerId="ADAL" clId="{27A2FABC-AC00-4E0D-BE8A-9D5B61010432}" dt="2021-09-26T09:02:52.009" v="1105" actId="1076"/>
          <ac:picMkLst>
            <pc:docMk/>
            <pc:sldMk cId="0" sldId="420"/>
            <ac:picMk id="7" creationId="{4B35660D-9120-447B-A581-874E34A4050D}"/>
          </ac:picMkLst>
        </pc:picChg>
        <pc:picChg chg="add mod ord modVis">
          <ac:chgData name="Nguyen Duc Tien" userId="1d425f06-52f5-490b-9f00-5a0d395ba4e9" providerId="ADAL" clId="{27A2FABC-AC00-4E0D-BE8A-9D5B61010432}" dt="2021-09-26T09:02:09.752" v="1101" actId="962"/>
          <ac:picMkLst>
            <pc:docMk/>
            <pc:sldMk cId="0" sldId="420"/>
            <ac:picMk id="25" creationId="{B6FCAB1D-73F0-4F3C-A2F7-79771D1601E8}"/>
          </ac:picMkLst>
        </pc:picChg>
        <pc:picChg chg="add del mod">
          <ac:chgData name="Nguyen Duc Tien" userId="1d425f06-52f5-490b-9f00-5a0d395ba4e9" providerId="ADAL" clId="{27A2FABC-AC00-4E0D-BE8A-9D5B61010432}" dt="2021-09-26T08:43:01.260" v="146" actId="478"/>
          <ac:picMkLst>
            <pc:docMk/>
            <pc:sldMk cId="0" sldId="420"/>
            <ac:picMk id="28" creationId="{C0926A1E-C95B-409F-AEC8-0F102F7EE653}"/>
          </ac:picMkLst>
        </pc:picChg>
        <pc:picChg chg="add del mod">
          <ac:chgData name="Nguyen Duc Tien" userId="1d425f06-52f5-490b-9f00-5a0d395ba4e9" providerId="ADAL" clId="{27A2FABC-AC00-4E0D-BE8A-9D5B61010432}" dt="2021-09-26T08:56:23.579" v="635" actId="478"/>
          <ac:picMkLst>
            <pc:docMk/>
            <pc:sldMk cId="0" sldId="420"/>
            <ac:picMk id="1026" creationId="{DB5F8F17-E662-45B1-A664-767D5348E816}"/>
          </ac:picMkLst>
        </pc:picChg>
        <pc:picChg chg="add mod modVis">
          <ac:chgData name="Nguyen Duc Tien" userId="1d425f06-52f5-490b-9f00-5a0d395ba4e9" providerId="ADAL" clId="{27A2FABC-AC00-4E0D-BE8A-9D5B61010432}" dt="2021-09-26T09:01:40.041" v="1090" actId="962"/>
          <ac:picMkLst>
            <pc:docMk/>
            <pc:sldMk cId="0" sldId="420"/>
            <ac:picMk id="1028" creationId="{7A0EAA9A-AED3-4B6F-85CC-050B79D2E974}"/>
          </ac:picMkLst>
        </pc:picChg>
        <pc:cxnChg chg="add del">
          <ac:chgData name="Nguyen Duc Tien" userId="1d425f06-52f5-490b-9f00-5a0d395ba4e9" providerId="ADAL" clId="{27A2FABC-AC00-4E0D-BE8A-9D5B61010432}" dt="2021-09-26T08:35:28.793" v="22" actId="26606"/>
          <ac:cxnSpMkLst>
            <pc:docMk/>
            <pc:sldMk cId="0" sldId="420"/>
            <ac:cxnSpMk id="30725" creationId="{AA2EAA10-076F-46BD-8F0F-B9A2FB77A85C}"/>
          </ac:cxnSpMkLst>
        </pc:cxnChg>
        <pc:cxnChg chg="add del">
          <ac:chgData name="Nguyen Duc Tien" userId="1d425f06-52f5-490b-9f00-5a0d395ba4e9" providerId="ADAL" clId="{27A2FABC-AC00-4E0D-BE8A-9D5B61010432}" dt="2021-09-26T08:35:28.793" v="22" actId="26606"/>
          <ac:cxnSpMkLst>
            <pc:docMk/>
            <pc:sldMk cId="0" sldId="420"/>
            <ac:cxnSpMk id="30726" creationId="{D891E407-403B-4764-86C9-33A56D3BCAA3}"/>
          </ac:cxnSpMkLst>
        </pc:cxnChg>
      </pc:sldChg>
      <pc:sldChg chg="addSp delSp modSp mod modClrScheme chgLayout">
        <pc:chgData name="Nguyen Duc Tien" userId="1d425f06-52f5-490b-9f00-5a0d395ba4e9" providerId="ADAL" clId="{27A2FABC-AC00-4E0D-BE8A-9D5B61010432}" dt="2021-09-26T08:49:35.546" v="524" actId="1036"/>
        <pc:sldMkLst>
          <pc:docMk/>
          <pc:sldMk cId="0" sldId="422"/>
        </pc:sldMkLst>
        <pc:spChg chg="mod">
          <ac:chgData name="Nguyen Duc Tien" userId="1d425f06-52f5-490b-9f00-5a0d395ba4e9" providerId="ADAL" clId="{27A2FABC-AC00-4E0D-BE8A-9D5B61010432}" dt="2021-09-26T08:46:56.142" v="437" actId="1035"/>
          <ac:spMkLst>
            <pc:docMk/>
            <pc:sldMk cId="0" sldId="422"/>
            <ac:spMk id="4" creationId="{71387222-4F17-404E-B00B-3E8910D1AF08}"/>
          </ac:spMkLst>
        </pc:spChg>
        <pc:spChg chg="add del mod ord">
          <ac:chgData name="Nguyen Duc Tien" userId="1d425f06-52f5-490b-9f00-5a0d395ba4e9" providerId="ADAL" clId="{27A2FABC-AC00-4E0D-BE8A-9D5B61010432}" dt="2021-09-26T08:49:01.891" v="487" actId="14100"/>
          <ac:spMkLst>
            <pc:docMk/>
            <pc:sldMk cId="0" sldId="422"/>
            <ac:spMk id="5" creationId="{A3D728B1-127B-4A76-8C0E-CB1E805A1609}"/>
          </ac:spMkLst>
        </pc:spChg>
        <pc:spChg chg="add mod">
          <ac:chgData name="Nguyen Duc Tien" userId="1d425f06-52f5-490b-9f00-5a0d395ba4e9" providerId="ADAL" clId="{27A2FABC-AC00-4E0D-BE8A-9D5B61010432}" dt="2021-09-26T08:49:35.546" v="524" actId="1036"/>
          <ac:spMkLst>
            <pc:docMk/>
            <pc:sldMk cId="0" sldId="422"/>
            <ac:spMk id="12" creationId="{2D366009-D660-4082-89D7-9B1407261BB7}"/>
          </ac:spMkLst>
        </pc:spChg>
        <pc:spChg chg="mod ord">
          <ac:chgData name="Nguyen Duc Tien" userId="1d425f06-52f5-490b-9f00-5a0d395ba4e9" providerId="ADAL" clId="{27A2FABC-AC00-4E0D-BE8A-9D5B61010432}" dt="2021-09-26T08:46:42.831" v="428" actId="20577"/>
          <ac:spMkLst>
            <pc:docMk/>
            <pc:sldMk cId="0" sldId="422"/>
            <ac:spMk id="31746" creationId="{00000000-0000-0000-0000-000000000000}"/>
          </ac:spMkLst>
        </pc:spChg>
        <pc:spChg chg="del mod">
          <ac:chgData name="Nguyen Duc Tien" userId="1d425f06-52f5-490b-9f00-5a0d395ba4e9" providerId="ADAL" clId="{27A2FABC-AC00-4E0D-BE8A-9D5B61010432}" dt="2021-09-26T08:46:48.317" v="430" actId="478"/>
          <ac:spMkLst>
            <pc:docMk/>
            <pc:sldMk cId="0" sldId="422"/>
            <ac:spMk id="31747" creationId="{00000000-0000-0000-0000-000000000000}"/>
          </ac:spMkLst>
        </pc:spChg>
        <pc:graphicFrameChg chg="mod">
          <ac:chgData name="Nguyen Duc Tien" userId="1d425f06-52f5-490b-9f00-5a0d395ba4e9" providerId="ADAL" clId="{27A2FABC-AC00-4E0D-BE8A-9D5B61010432}" dt="2021-09-26T08:46:56.142" v="437" actId="1035"/>
          <ac:graphicFrameMkLst>
            <pc:docMk/>
            <pc:sldMk cId="0" sldId="422"/>
            <ac:graphicFrameMk id="3" creationId="{0D812D14-1A2F-4B83-BF54-2C7A5CB2BE16}"/>
          </ac:graphicFrameMkLst>
        </pc:graphicFrameChg>
        <pc:graphicFrameChg chg="mod">
          <ac:chgData name="Nguyen Duc Tien" userId="1d425f06-52f5-490b-9f00-5a0d395ba4e9" providerId="ADAL" clId="{27A2FABC-AC00-4E0D-BE8A-9D5B61010432}" dt="2021-09-26T08:46:56.142" v="437" actId="1035"/>
          <ac:graphicFrameMkLst>
            <pc:docMk/>
            <pc:sldMk cId="0" sldId="422"/>
            <ac:graphicFrameMk id="7" creationId="{3F5DD389-6982-44F4-B217-3AAE420F73DE}"/>
          </ac:graphicFrameMkLst>
        </pc:graphicFrameChg>
        <pc:picChg chg="mod">
          <ac:chgData name="Nguyen Duc Tien" userId="1d425f06-52f5-490b-9f00-5a0d395ba4e9" providerId="ADAL" clId="{27A2FABC-AC00-4E0D-BE8A-9D5B61010432}" dt="2021-09-26T08:47:02.377" v="439" actId="1076"/>
          <ac:picMkLst>
            <pc:docMk/>
            <pc:sldMk cId="0" sldId="422"/>
            <ac:picMk id="2" creationId="{1AE7F435-3BEF-4D16-8403-A13FBA6F1E42}"/>
          </ac:picMkLst>
        </pc:picChg>
        <pc:picChg chg="mod">
          <ac:chgData name="Nguyen Duc Tien" userId="1d425f06-52f5-490b-9f00-5a0d395ba4e9" providerId="ADAL" clId="{27A2FABC-AC00-4E0D-BE8A-9D5B61010432}" dt="2021-09-26T08:46:56.142" v="437" actId="1035"/>
          <ac:picMkLst>
            <pc:docMk/>
            <pc:sldMk cId="0" sldId="422"/>
            <ac:picMk id="9" creationId="{7D2C5310-2C69-421E-B6F1-E8DB5B3D5EA4}"/>
          </ac:picMkLst>
        </pc:picChg>
        <pc:cxnChg chg="mod">
          <ac:chgData name="Nguyen Duc Tien" userId="1d425f06-52f5-490b-9f00-5a0d395ba4e9" providerId="ADAL" clId="{27A2FABC-AC00-4E0D-BE8A-9D5B61010432}" dt="2021-09-26T08:46:56.142" v="437" actId="1035"/>
          <ac:cxnSpMkLst>
            <pc:docMk/>
            <pc:sldMk cId="0" sldId="422"/>
            <ac:cxnSpMk id="8" creationId="{841BA325-6524-4DA8-A77D-C042B1DF59EE}"/>
          </ac:cxnSpMkLst>
        </pc:cxnChg>
      </pc:sldChg>
      <pc:sldChg chg="modSp mod modClrScheme chgLayout">
        <pc:chgData name="Nguyen Duc Tien" userId="1d425f06-52f5-490b-9f00-5a0d395ba4e9" providerId="ADAL" clId="{27A2FABC-AC00-4E0D-BE8A-9D5B61010432}" dt="2021-09-26T09:45:54.940" v="2826" actId="1035"/>
        <pc:sldMkLst>
          <pc:docMk/>
          <pc:sldMk cId="0" sldId="473"/>
        </pc:sldMkLst>
        <pc:spChg chg="mod ord">
          <ac:chgData name="Nguyen Duc Tien" userId="1d425f06-52f5-490b-9f00-5a0d395ba4e9" providerId="ADAL" clId="{27A2FABC-AC00-4E0D-BE8A-9D5B61010432}" dt="2021-09-26T09:45:47.244" v="2820" actId="20577"/>
          <ac:spMkLst>
            <pc:docMk/>
            <pc:sldMk cId="0" sldId="473"/>
            <ac:spMk id="63490" creationId="{00000000-0000-0000-0000-000000000000}"/>
          </ac:spMkLst>
        </pc:spChg>
        <pc:spChg chg="mod ord">
          <ac:chgData name="Nguyen Duc Tien" userId="1d425f06-52f5-490b-9f00-5a0d395ba4e9" providerId="ADAL" clId="{27A2FABC-AC00-4E0D-BE8A-9D5B61010432}" dt="2021-09-26T09:10:48.687" v="1264" actId="700"/>
          <ac:spMkLst>
            <pc:docMk/>
            <pc:sldMk cId="0" sldId="473"/>
            <ac:spMk id="63491" creationId="{00000000-0000-0000-0000-000000000000}"/>
          </ac:spMkLst>
        </pc:spChg>
        <pc:spChg chg="mod">
          <ac:chgData name="Nguyen Duc Tien" userId="1d425f06-52f5-490b-9f00-5a0d395ba4e9" providerId="ADAL" clId="{27A2FABC-AC00-4E0D-BE8A-9D5B61010432}" dt="2021-09-26T09:45:54.940" v="2826" actId="1035"/>
          <ac:spMkLst>
            <pc:docMk/>
            <pc:sldMk cId="0" sldId="473"/>
            <ac:spMk id="63492" creationId="{00000000-0000-0000-0000-000000000000}"/>
          </ac:spMkLst>
        </pc:spChg>
        <pc:spChg chg="mod">
          <ac:chgData name="Nguyen Duc Tien" userId="1d425f06-52f5-490b-9f00-5a0d395ba4e9" providerId="ADAL" clId="{27A2FABC-AC00-4E0D-BE8A-9D5B61010432}" dt="2021-09-26T09:45:54.940" v="2826" actId="1035"/>
          <ac:spMkLst>
            <pc:docMk/>
            <pc:sldMk cId="0" sldId="473"/>
            <ac:spMk id="63493" creationId="{00000000-0000-0000-0000-000000000000}"/>
          </ac:spMkLst>
        </pc:spChg>
        <pc:spChg chg="mod">
          <ac:chgData name="Nguyen Duc Tien" userId="1d425f06-52f5-490b-9f00-5a0d395ba4e9" providerId="ADAL" clId="{27A2FABC-AC00-4E0D-BE8A-9D5B61010432}" dt="2021-09-26T09:45:54.940" v="2826" actId="1035"/>
          <ac:spMkLst>
            <pc:docMk/>
            <pc:sldMk cId="0" sldId="473"/>
            <ac:spMk id="63494" creationId="{00000000-0000-0000-0000-000000000000}"/>
          </ac:spMkLst>
        </pc:spChg>
        <pc:spChg chg="mod">
          <ac:chgData name="Nguyen Duc Tien" userId="1d425f06-52f5-490b-9f00-5a0d395ba4e9" providerId="ADAL" clId="{27A2FABC-AC00-4E0D-BE8A-9D5B61010432}" dt="2021-09-26T09:45:54.940" v="2826" actId="1035"/>
          <ac:spMkLst>
            <pc:docMk/>
            <pc:sldMk cId="0" sldId="473"/>
            <ac:spMk id="63495" creationId="{00000000-0000-0000-0000-000000000000}"/>
          </ac:spMkLst>
        </pc:spChg>
        <pc:spChg chg="mod">
          <ac:chgData name="Nguyen Duc Tien" userId="1d425f06-52f5-490b-9f00-5a0d395ba4e9" providerId="ADAL" clId="{27A2FABC-AC00-4E0D-BE8A-9D5B61010432}" dt="2021-09-26T09:45:54.940" v="2826" actId="1035"/>
          <ac:spMkLst>
            <pc:docMk/>
            <pc:sldMk cId="0" sldId="473"/>
            <ac:spMk id="63496" creationId="{00000000-0000-0000-0000-000000000000}"/>
          </ac:spMkLst>
        </pc:spChg>
        <pc:spChg chg="mod">
          <ac:chgData name="Nguyen Duc Tien" userId="1d425f06-52f5-490b-9f00-5a0d395ba4e9" providerId="ADAL" clId="{27A2FABC-AC00-4E0D-BE8A-9D5B61010432}" dt="2021-09-26T09:45:54.940" v="2826" actId="1035"/>
          <ac:spMkLst>
            <pc:docMk/>
            <pc:sldMk cId="0" sldId="473"/>
            <ac:spMk id="63497" creationId="{00000000-0000-0000-0000-000000000000}"/>
          </ac:spMkLst>
        </pc:spChg>
        <pc:spChg chg="mod">
          <ac:chgData name="Nguyen Duc Tien" userId="1d425f06-52f5-490b-9f00-5a0d395ba4e9" providerId="ADAL" clId="{27A2FABC-AC00-4E0D-BE8A-9D5B61010432}" dt="2021-09-26T09:45:54.940" v="2826" actId="1035"/>
          <ac:spMkLst>
            <pc:docMk/>
            <pc:sldMk cId="0" sldId="473"/>
            <ac:spMk id="63498" creationId="{00000000-0000-0000-0000-000000000000}"/>
          </ac:spMkLst>
        </pc:spChg>
        <pc:spChg chg="mod">
          <ac:chgData name="Nguyen Duc Tien" userId="1d425f06-52f5-490b-9f00-5a0d395ba4e9" providerId="ADAL" clId="{27A2FABC-AC00-4E0D-BE8A-9D5B61010432}" dt="2021-09-26T09:45:54.940" v="2826" actId="1035"/>
          <ac:spMkLst>
            <pc:docMk/>
            <pc:sldMk cId="0" sldId="473"/>
            <ac:spMk id="63499" creationId="{00000000-0000-0000-0000-000000000000}"/>
          </ac:spMkLst>
        </pc:spChg>
        <pc:spChg chg="mod">
          <ac:chgData name="Nguyen Duc Tien" userId="1d425f06-52f5-490b-9f00-5a0d395ba4e9" providerId="ADAL" clId="{27A2FABC-AC00-4E0D-BE8A-9D5B61010432}" dt="2021-09-26T09:45:54.940" v="2826" actId="1035"/>
          <ac:spMkLst>
            <pc:docMk/>
            <pc:sldMk cId="0" sldId="473"/>
            <ac:spMk id="63500" creationId="{00000000-0000-0000-0000-000000000000}"/>
          </ac:spMkLst>
        </pc:spChg>
        <pc:spChg chg="mod">
          <ac:chgData name="Nguyen Duc Tien" userId="1d425f06-52f5-490b-9f00-5a0d395ba4e9" providerId="ADAL" clId="{27A2FABC-AC00-4E0D-BE8A-9D5B61010432}" dt="2021-09-26T09:45:54.940" v="2826" actId="1035"/>
          <ac:spMkLst>
            <pc:docMk/>
            <pc:sldMk cId="0" sldId="473"/>
            <ac:spMk id="63501" creationId="{00000000-0000-0000-0000-000000000000}"/>
          </ac:spMkLst>
        </pc:spChg>
        <pc:spChg chg="mod">
          <ac:chgData name="Nguyen Duc Tien" userId="1d425f06-52f5-490b-9f00-5a0d395ba4e9" providerId="ADAL" clId="{27A2FABC-AC00-4E0D-BE8A-9D5B61010432}" dt="2021-09-26T09:45:54.940" v="2826" actId="1035"/>
          <ac:spMkLst>
            <pc:docMk/>
            <pc:sldMk cId="0" sldId="473"/>
            <ac:spMk id="63502" creationId="{00000000-0000-0000-0000-000000000000}"/>
          </ac:spMkLst>
        </pc:spChg>
        <pc:spChg chg="mod">
          <ac:chgData name="Nguyen Duc Tien" userId="1d425f06-52f5-490b-9f00-5a0d395ba4e9" providerId="ADAL" clId="{27A2FABC-AC00-4E0D-BE8A-9D5B61010432}" dt="2021-09-26T09:45:54.940" v="2826" actId="1035"/>
          <ac:spMkLst>
            <pc:docMk/>
            <pc:sldMk cId="0" sldId="473"/>
            <ac:spMk id="63503" creationId="{00000000-0000-0000-0000-000000000000}"/>
          </ac:spMkLst>
        </pc:spChg>
        <pc:spChg chg="mod">
          <ac:chgData name="Nguyen Duc Tien" userId="1d425f06-52f5-490b-9f00-5a0d395ba4e9" providerId="ADAL" clId="{27A2FABC-AC00-4E0D-BE8A-9D5B61010432}" dt="2021-09-26T09:45:54.940" v="2826" actId="1035"/>
          <ac:spMkLst>
            <pc:docMk/>
            <pc:sldMk cId="0" sldId="473"/>
            <ac:spMk id="63504" creationId="{00000000-0000-0000-0000-000000000000}"/>
          </ac:spMkLst>
        </pc:spChg>
        <pc:spChg chg="mod">
          <ac:chgData name="Nguyen Duc Tien" userId="1d425f06-52f5-490b-9f00-5a0d395ba4e9" providerId="ADAL" clId="{27A2FABC-AC00-4E0D-BE8A-9D5B61010432}" dt="2021-09-26T09:45:54.940" v="2826" actId="1035"/>
          <ac:spMkLst>
            <pc:docMk/>
            <pc:sldMk cId="0" sldId="473"/>
            <ac:spMk id="63505" creationId="{00000000-0000-0000-0000-000000000000}"/>
          </ac:spMkLst>
        </pc:spChg>
        <pc:spChg chg="mod">
          <ac:chgData name="Nguyen Duc Tien" userId="1d425f06-52f5-490b-9f00-5a0d395ba4e9" providerId="ADAL" clId="{27A2FABC-AC00-4E0D-BE8A-9D5B61010432}" dt="2021-09-26T09:45:54.940" v="2826" actId="1035"/>
          <ac:spMkLst>
            <pc:docMk/>
            <pc:sldMk cId="0" sldId="473"/>
            <ac:spMk id="63506" creationId="{00000000-0000-0000-0000-000000000000}"/>
          </ac:spMkLst>
        </pc:spChg>
        <pc:spChg chg="mod">
          <ac:chgData name="Nguyen Duc Tien" userId="1d425f06-52f5-490b-9f00-5a0d395ba4e9" providerId="ADAL" clId="{27A2FABC-AC00-4E0D-BE8A-9D5B61010432}" dt="2021-09-26T09:45:54.940" v="2826" actId="1035"/>
          <ac:spMkLst>
            <pc:docMk/>
            <pc:sldMk cId="0" sldId="473"/>
            <ac:spMk id="63507" creationId="{00000000-0000-0000-0000-000000000000}"/>
          </ac:spMkLst>
        </pc:spChg>
      </pc:sldChg>
      <pc:sldChg chg="modSp mod modClrScheme chgLayout">
        <pc:chgData name="Nguyen Duc Tien" userId="1d425f06-52f5-490b-9f00-5a0d395ba4e9" providerId="ADAL" clId="{27A2FABC-AC00-4E0D-BE8A-9D5B61010432}" dt="2021-09-26T09:46:06.271" v="2836" actId="1037"/>
        <pc:sldMkLst>
          <pc:docMk/>
          <pc:sldMk cId="0" sldId="474"/>
        </pc:sldMkLst>
        <pc:spChg chg="mod ord">
          <ac:chgData name="Nguyen Duc Tien" userId="1d425f06-52f5-490b-9f00-5a0d395ba4e9" providerId="ADAL" clId="{27A2FABC-AC00-4E0D-BE8A-9D5B61010432}" dt="2021-09-26T09:10:48.687" v="1264" actId="700"/>
          <ac:spMkLst>
            <pc:docMk/>
            <pc:sldMk cId="0" sldId="474"/>
            <ac:spMk id="64514" creationId="{00000000-0000-0000-0000-000000000000}"/>
          </ac:spMkLst>
        </pc:spChg>
        <pc:spChg chg="mod ord">
          <ac:chgData name="Nguyen Duc Tien" userId="1d425f06-52f5-490b-9f00-5a0d395ba4e9" providerId="ADAL" clId="{27A2FABC-AC00-4E0D-BE8A-9D5B61010432}" dt="2021-09-26T09:10:48.687" v="1264" actId="700"/>
          <ac:spMkLst>
            <pc:docMk/>
            <pc:sldMk cId="0" sldId="474"/>
            <ac:spMk id="64515" creationId="{00000000-0000-0000-0000-000000000000}"/>
          </ac:spMkLst>
        </pc:spChg>
        <pc:spChg chg="mod">
          <ac:chgData name="Nguyen Duc Tien" userId="1d425f06-52f5-490b-9f00-5a0d395ba4e9" providerId="ADAL" clId="{27A2FABC-AC00-4E0D-BE8A-9D5B61010432}" dt="2021-09-26T09:46:06.271" v="2836" actId="1037"/>
          <ac:spMkLst>
            <pc:docMk/>
            <pc:sldMk cId="0" sldId="474"/>
            <ac:spMk id="64516" creationId="{00000000-0000-0000-0000-000000000000}"/>
          </ac:spMkLst>
        </pc:spChg>
        <pc:spChg chg="mod">
          <ac:chgData name="Nguyen Duc Tien" userId="1d425f06-52f5-490b-9f00-5a0d395ba4e9" providerId="ADAL" clId="{27A2FABC-AC00-4E0D-BE8A-9D5B61010432}" dt="2021-09-26T09:46:06.271" v="2836" actId="1037"/>
          <ac:spMkLst>
            <pc:docMk/>
            <pc:sldMk cId="0" sldId="474"/>
            <ac:spMk id="64517" creationId="{00000000-0000-0000-0000-000000000000}"/>
          </ac:spMkLst>
        </pc:spChg>
        <pc:spChg chg="mod">
          <ac:chgData name="Nguyen Duc Tien" userId="1d425f06-52f5-490b-9f00-5a0d395ba4e9" providerId="ADAL" clId="{27A2FABC-AC00-4E0D-BE8A-9D5B61010432}" dt="2021-09-26T09:46:06.271" v="2836" actId="1037"/>
          <ac:spMkLst>
            <pc:docMk/>
            <pc:sldMk cId="0" sldId="474"/>
            <ac:spMk id="64518" creationId="{00000000-0000-0000-0000-000000000000}"/>
          </ac:spMkLst>
        </pc:spChg>
        <pc:spChg chg="mod">
          <ac:chgData name="Nguyen Duc Tien" userId="1d425f06-52f5-490b-9f00-5a0d395ba4e9" providerId="ADAL" clId="{27A2FABC-AC00-4E0D-BE8A-9D5B61010432}" dt="2021-09-26T09:46:06.271" v="2836" actId="1037"/>
          <ac:spMkLst>
            <pc:docMk/>
            <pc:sldMk cId="0" sldId="474"/>
            <ac:spMk id="64519" creationId="{00000000-0000-0000-0000-000000000000}"/>
          </ac:spMkLst>
        </pc:spChg>
        <pc:spChg chg="mod">
          <ac:chgData name="Nguyen Duc Tien" userId="1d425f06-52f5-490b-9f00-5a0d395ba4e9" providerId="ADAL" clId="{27A2FABC-AC00-4E0D-BE8A-9D5B61010432}" dt="2021-09-26T09:46:06.271" v="2836" actId="1037"/>
          <ac:spMkLst>
            <pc:docMk/>
            <pc:sldMk cId="0" sldId="474"/>
            <ac:spMk id="64520" creationId="{00000000-0000-0000-0000-000000000000}"/>
          </ac:spMkLst>
        </pc:spChg>
        <pc:spChg chg="mod">
          <ac:chgData name="Nguyen Duc Tien" userId="1d425f06-52f5-490b-9f00-5a0d395ba4e9" providerId="ADAL" clId="{27A2FABC-AC00-4E0D-BE8A-9D5B61010432}" dt="2021-09-26T09:46:06.271" v="2836" actId="1037"/>
          <ac:spMkLst>
            <pc:docMk/>
            <pc:sldMk cId="0" sldId="474"/>
            <ac:spMk id="64521" creationId="{00000000-0000-0000-0000-000000000000}"/>
          </ac:spMkLst>
        </pc:spChg>
        <pc:picChg chg="mod">
          <ac:chgData name="Nguyen Duc Tien" userId="1d425f06-52f5-490b-9f00-5a0d395ba4e9" providerId="ADAL" clId="{27A2FABC-AC00-4E0D-BE8A-9D5B61010432}" dt="2021-09-26T09:46:06.271" v="2836" actId="1037"/>
          <ac:picMkLst>
            <pc:docMk/>
            <pc:sldMk cId="0" sldId="474"/>
            <ac:picMk id="2050" creationId="{0FACB99C-52E0-420A-AA5E-1C37A93A5FF0}"/>
          </ac:picMkLst>
        </pc:picChg>
      </pc:sldChg>
      <pc:sldChg chg="modSp mod modClrScheme chgLayout">
        <pc:chgData name="Nguyen Duc Tien" userId="1d425f06-52f5-490b-9f00-5a0d395ba4e9" providerId="ADAL" clId="{27A2FABC-AC00-4E0D-BE8A-9D5B61010432}" dt="2021-09-26T09:46:12.888" v="2845" actId="1036"/>
        <pc:sldMkLst>
          <pc:docMk/>
          <pc:sldMk cId="0" sldId="475"/>
        </pc:sldMkLst>
        <pc:spChg chg="mod ord">
          <ac:chgData name="Nguyen Duc Tien" userId="1d425f06-52f5-490b-9f00-5a0d395ba4e9" providerId="ADAL" clId="{27A2FABC-AC00-4E0D-BE8A-9D5B61010432}" dt="2021-09-26T09:10:48.687" v="1264" actId="700"/>
          <ac:spMkLst>
            <pc:docMk/>
            <pc:sldMk cId="0" sldId="475"/>
            <ac:spMk id="65538" creationId="{00000000-0000-0000-0000-000000000000}"/>
          </ac:spMkLst>
        </pc:spChg>
        <pc:spChg chg="mod ord">
          <ac:chgData name="Nguyen Duc Tien" userId="1d425f06-52f5-490b-9f00-5a0d395ba4e9" providerId="ADAL" clId="{27A2FABC-AC00-4E0D-BE8A-9D5B61010432}" dt="2021-09-26T09:10:48.687" v="1264" actId="700"/>
          <ac:spMkLst>
            <pc:docMk/>
            <pc:sldMk cId="0" sldId="475"/>
            <ac:spMk id="65539" creationId="{00000000-0000-0000-0000-000000000000}"/>
          </ac:spMkLst>
        </pc:spChg>
        <pc:spChg chg="mod">
          <ac:chgData name="Nguyen Duc Tien" userId="1d425f06-52f5-490b-9f00-5a0d395ba4e9" providerId="ADAL" clId="{27A2FABC-AC00-4E0D-BE8A-9D5B61010432}" dt="2021-09-26T09:46:12.888" v="2845" actId="1036"/>
          <ac:spMkLst>
            <pc:docMk/>
            <pc:sldMk cId="0" sldId="475"/>
            <ac:spMk id="65540" creationId="{00000000-0000-0000-0000-000000000000}"/>
          </ac:spMkLst>
        </pc:spChg>
        <pc:spChg chg="mod">
          <ac:chgData name="Nguyen Duc Tien" userId="1d425f06-52f5-490b-9f00-5a0d395ba4e9" providerId="ADAL" clId="{27A2FABC-AC00-4E0D-BE8A-9D5B61010432}" dt="2021-09-26T09:46:12.888" v="2845" actId="1036"/>
          <ac:spMkLst>
            <pc:docMk/>
            <pc:sldMk cId="0" sldId="475"/>
            <ac:spMk id="65541" creationId="{00000000-0000-0000-0000-000000000000}"/>
          </ac:spMkLst>
        </pc:spChg>
        <pc:spChg chg="mod">
          <ac:chgData name="Nguyen Duc Tien" userId="1d425f06-52f5-490b-9f00-5a0d395ba4e9" providerId="ADAL" clId="{27A2FABC-AC00-4E0D-BE8A-9D5B61010432}" dt="2021-09-26T09:46:12.888" v="2845" actId="1036"/>
          <ac:spMkLst>
            <pc:docMk/>
            <pc:sldMk cId="0" sldId="475"/>
            <ac:spMk id="65542" creationId="{00000000-0000-0000-0000-000000000000}"/>
          </ac:spMkLst>
        </pc:spChg>
        <pc:spChg chg="mod">
          <ac:chgData name="Nguyen Duc Tien" userId="1d425f06-52f5-490b-9f00-5a0d395ba4e9" providerId="ADAL" clId="{27A2FABC-AC00-4E0D-BE8A-9D5B61010432}" dt="2021-09-26T09:46:12.888" v="2845" actId="1036"/>
          <ac:spMkLst>
            <pc:docMk/>
            <pc:sldMk cId="0" sldId="475"/>
            <ac:spMk id="65543" creationId="{00000000-0000-0000-0000-000000000000}"/>
          </ac:spMkLst>
        </pc:spChg>
        <pc:spChg chg="mod">
          <ac:chgData name="Nguyen Duc Tien" userId="1d425f06-52f5-490b-9f00-5a0d395ba4e9" providerId="ADAL" clId="{27A2FABC-AC00-4E0D-BE8A-9D5B61010432}" dt="2021-09-26T09:46:12.888" v="2845" actId="1036"/>
          <ac:spMkLst>
            <pc:docMk/>
            <pc:sldMk cId="0" sldId="475"/>
            <ac:spMk id="65544" creationId="{00000000-0000-0000-0000-000000000000}"/>
          </ac:spMkLst>
        </pc:spChg>
      </pc:sldChg>
      <pc:sldChg chg="modSp mod modClrScheme chgLayout">
        <pc:chgData name="Nguyen Duc Tien" userId="1d425f06-52f5-490b-9f00-5a0d395ba4e9" providerId="ADAL" clId="{27A2FABC-AC00-4E0D-BE8A-9D5B61010432}" dt="2021-09-26T09:10:48.687" v="1264" actId="700"/>
        <pc:sldMkLst>
          <pc:docMk/>
          <pc:sldMk cId="0" sldId="476"/>
        </pc:sldMkLst>
        <pc:spChg chg="mod ord">
          <ac:chgData name="Nguyen Duc Tien" userId="1d425f06-52f5-490b-9f00-5a0d395ba4e9" providerId="ADAL" clId="{27A2FABC-AC00-4E0D-BE8A-9D5B61010432}" dt="2021-09-26T09:10:48.687" v="1264" actId="700"/>
          <ac:spMkLst>
            <pc:docMk/>
            <pc:sldMk cId="0" sldId="476"/>
            <ac:spMk id="66562" creationId="{00000000-0000-0000-0000-000000000000}"/>
          </ac:spMkLst>
        </pc:spChg>
        <pc:spChg chg="mod ord">
          <ac:chgData name="Nguyen Duc Tien" userId="1d425f06-52f5-490b-9f00-5a0d395ba4e9" providerId="ADAL" clId="{27A2FABC-AC00-4E0D-BE8A-9D5B61010432}" dt="2021-09-26T09:10:48.687" v="1264" actId="700"/>
          <ac:spMkLst>
            <pc:docMk/>
            <pc:sldMk cId="0" sldId="476"/>
            <ac:spMk id="66563" creationId="{00000000-0000-0000-0000-000000000000}"/>
          </ac:spMkLst>
        </pc:spChg>
      </pc:sldChg>
      <pc:sldChg chg="addSp delSp modSp mod modClrScheme chgLayout">
        <pc:chgData name="Nguyen Duc Tien" userId="1d425f06-52f5-490b-9f00-5a0d395ba4e9" providerId="ADAL" clId="{27A2FABC-AC00-4E0D-BE8A-9D5B61010432}" dt="2021-09-26T09:46:59.908" v="2973" actId="1037"/>
        <pc:sldMkLst>
          <pc:docMk/>
          <pc:sldMk cId="0" sldId="478"/>
        </pc:sldMkLst>
        <pc:spChg chg="add del mod ord">
          <ac:chgData name="Nguyen Duc Tien" userId="1d425f06-52f5-490b-9f00-5a0d395ba4e9" providerId="ADAL" clId="{27A2FABC-AC00-4E0D-BE8A-9D5B61010432}" dt="2021-09-26T09:46:55.867" v="2964" actId="478"/>
          <ac:spMkLst>
            <pc:docMk/>
            <pc:sldMk cId="0" sldId="478"/>
            <ac:spMk id="2" creationId="{D763CF4B-797D-4C79-9B6C-E668AB3F39B9}"/>
          </ac:spMkLst>
        </pc:spChg>
        <pc:spChg chg="mod ord">
          <ac:chgData name="Nguyen Duc Tien" userId="1d425f06-52f5-490b-9f00-5a0d395ba4e9" providerId="ADAL" clId="{27A2FABC-AC00-4E0D-BE8A-9D5B61010432}" dt="2021-09-26T09:10:48.687" v="1264" actId="700"/>
          <ac:spMkLst>
            <pc:docMk/>
            <pc:sldMk cId="0" sldId="478"/>
            <ac:spMk id="68610" creationId="{00000000-0000-0000-0000-000000000000}"/>
          </ac:spMkLst>
        </pc:spChg>
        <pc:spChg chg="mod">
          <ac:chgData name="Nguyen Duc Tien" userId="1d425f06-52f5-490b-9f00-5a0d395ba4e9" providerId="ADAL" clId="{27A2FABC-AC00-4E0D-BE8A-9D5B61010432}" dt="2021-09-26T09:46:59.908" v="2973" actId="1037"/>
          <ac:spMkLst>
            <pc:docMk/>
            <pc:sldMk cId="0" sldId="478"/>
            <ac:spMk id="68634" creationId="{00000000-0000-0000-0000-000000000000}"/>
          </ac:spMkLst>
        </pc:spChg>
        <pc:spChg chg="mod">
          <ac:chgData name="Nguyen Duc Tien" userId="1d425f06-52f5-490b-9f00-5a0d395ba4e9" providerId="ADAL" clId="{27A2FABC-AC00-4E0D-BE8A-9D5B61010432}" dt="2021-09-26T09:46:59.908" v="2973" actId="1037"/>
          <ac:spMkLst>
            <pc:docMk/>
            <pc:sldMk cId="0" sldId="478"/>
            <ac:spMk id="68638" creationId="{00000000-0000-0000-0000-000000000000}"/>
          </ac:spMkLst>
        </pc:spChg>
        <pc:spChg chg="mod">
          <ac:chgData name="Nguyen Duc Tien" userId="1d425f06-52f5-490b-9f00-5a0d395ba4e9" providerId="ADAL" clId="{27A2FABC-AC00-4E0D-BE8A-9D5B61010432}" dt="2021-09-26T09:46:59.908" v="2973" actId="1037"/>
          <ac:spMkLst>
            <pc:docMk/>
            <pc:sldMk cId="0" sldId="478"/>
            <ac:spMk id="68639" creationId="{00000000-0000-0000-0000-000000000000}"/>
          </ac:spMkLst>
        </pc:spChg>
        <pc:spChg chg="mod">
          <ac:chgData name="Nguyen Duc Tien" userId="1d425f06-52f5-490b-9f00-5a0d395ba4e9" providerId="ADAL" clId="{27A2FABC-AC00-4E0D-BE8A-9D5B61010432}" dt="2021-09-26T09:46:59.908" v="2973" actId="1037"/>
          <ac:spMkLst>
            <pc:docMk/>
            <pc:sldMk cId="0" sldId="478"/>
            <ac:spMk id="68640" creationId="{00000000-0000-0000-0000-000000000000}"/>
          </ac:spMkLst>
        </pc:spChg>
        <pc:spChg chg="mod">
          <ac:chgData name="Nguyen Duc Tien" userId="1d425f06-52f5-490b-9f00-5a0d395ba4e9" providerId="ADAL" clId="{27A2FABC-AC00-4E0D-BE8A-9D5B61010432}" dt="2021-09-26T09:46:59.908" v="2973" actId="1037"/>
          <ac:spMkLst>
            <pc:docMk/>
            <pc:sldMk cId="0" sldId="478"/>
            <ac:spMk id="68641" creationId="{00000000-0000-0000-0000-000000000000}"/>
          </ac:spMkLst>
        </pc:spChg>
        <pc:spChg chg="mod">
          <ac:chgData name="Nguyen Duc Tien" userId="1d425f06-52f5-490b-9f00-5a0d395ba4e9" providerId="ADAL" clId="{27A2FABC-AC00-4E0D-BE8A-9D5B61010432}" dt="2021-09-26T09:46:59.908" v="2973" actId="1037"/>
          <ac:spMkLst>
            <pc:docMk/>
            <pc:sldMk cId="0" sldId="478"/>
            <ac:spMk id="68642" creationId="{00000000-0000-0000-0000-000000000000}"/>
          </ac:spMkLst>
        </pc:spChg>
        <pc:spChg chg="mod">
          <ac:chgData name="Nguyen Duc Tien" userId="1d425f06-52f5-490b-9f00-5a0d395ba4e9" providerId="ADAL" clId="{27A2FABC-AC00-4E0D-BE8A-9D5B61010432}" dt="2021-09-26T09:46:59.908" v="2973" actId="1037"/>
          <ac:spMkLst>
            <pc:docMk/>
            <pc:sldMk cId="0" sldId="478"/>
            <ac:spMk id="68643" creationId="{00000000-0000-0000-0000-000000000000}"/>
          </ac:spMkLst>
        </pc:spChg>
        <pc:spChg chg="mod">
          <ac:chgData name="Nguyen Duc Tien" userId="1d425f06-52f5-490b-9f00-5a0d395ba4e9" providerId="ADAL" clId="{27A2FABC-AC00-4E0D-BE8A-9D5B61010432}" dt="2021-09-26T09:46:59.908" v="2973" actId="1037"/>
          <ac:spMkLst>
            <pc:docMk/>
            <pc:sldMk cId="0" sldId="478"/>
            <ac:spMk id="628784" creationId="{00000000-0000-0000-0000-000000000000}"/>
          </ac:spMkLst>
        </pc:spChg>
        <pc:spChg chg="mod">
          <ac:chgData name="Nguyen Duc Tien" userId="1d425f06-52f5-490b-9f00-5a0d395ba4e9" providerId="ADAL" clId="{27A2FABC-AC00-4E0D-BE8A-9D5B61010432}" dt="2021-09-26T09:46:59.908" v="2973" actId="1037"/>
          <ac:spMkLst>
            <pc:docMk/>
            <pc:sldMk cId="0" sldId="478"/>
            <ac:spMk id="628785" creationId="{00000000-0000-0000-0000-000000000000}"/>
          </ac:spMkLst>
        </pc:spChg>
        <pc:spChg chg="mod">
          <ac:chgData name="Nguyen Duc Tien" userId="1d425f06-52f5-490b-9f00-5a0d395ba4e9" providerId="ADAL" clId="{27A2FABC-AC00-4E0D-BE8A-9D5B61010432}" dt="2021-09-26T09:46:59.908" v="2973" actId="1037"/>
          <ac:spMkLst>
            <pc:docMk/>
            <pc:sldMk cId="0" sldId="478"/>
            <ac:spMk id="628786" creationId="{00000000-0000-0000-0000-000000000000}"/>
          </ac:spMkLst>
        </pc:spChg>
        <pc:graphicFrameChg chg="mod">
          <ac:chgData name="Nguyen Duc Tien" userId="1d425f06-52f5-490b-9f00-5a0d395ba4e9" providerId="ADAL" clId="{27A2FABC-AC00-4E0D-BE8A-9D5B61010432}" dt="2021-09-26T09:46:59.908" v="2973" actId="1037"/>
          <ac:graphicFrameMkLst>
            <pc:docMk/>
            <pc:sldMk cId="0" sldId="478"/>
            <ac:graphicFrameMk id="62504" creationId="{00000000-0000-0000-0000-000000000000}"/>
          </ac:graphicFrameMkLst>
        </pc:graphicFrameChg>
      </pc:sldChg>
      <pc:sldChg chg="modSp mod modClrScheme chgLayout">
        <pc:chgData name="Nguyen Duc Tien" userId="1d425f06-52f5-490b-9f00-5a0d395ba4e9" providerId="ADAL" clId="{27A2FABC-AC00-4E0D-BE8A-9D5B61010432}" dt="2021-09-26T09:10:48.687" v="1264" actId="700"/>
        <pc:sldMkLst>
          <pc:docMk/>
          <pc:sldMk cId="0" sldId="479"/>
        </pc:sldMkLst>
        <pc:spChg chg="mod ord">
          <ac:chgData name="Nguyen Duc Tien" userId="1d425f06-52f5-490b-9f00-5a0d395ba4e9" providerId="ADAL" clId="{27A2FABC-AC00-4E0D-BE8A-9D5B61010432}" dt="2021-09-26T09:10:48.687" v="1264" actId="700"/>
          <ac:spMkLst>
            <pc:docMk/>
            <pc:sldMk cId="0" sldId="479"/>
            <ac:spMk id="67586" creationId="{00000000-0000-0000-0000-000000000000}"/>
          </ac:spMkLst>
        </pc:spChg>
        <pc:spChg chg="mod ord">
          <ac:chgData name="Nguyen Duc Tien" userId="1d425f06-52f5-490b-9f00-5a0d395ba4e9" providerId="ADAL" clId="{27A2FABC-AC00-4E0D-BE8A-9D5B61010432}" dt="2021-09-26T09:10:48.687" v="1264" actId="700"/>
          <ac:spMkLst>
            <pc:docMk/>
            <pc:sldMk cId="0" sldId="479"/>
            <ac:spMk id="67587" creationId="{00000000-0000-0000-0000-000000000000}"/>
          </ac:spMkLst>
        </pc:spChg>
      </pc:sldChg>
      <pc:sldChg chg="addSp delSp modSp mod modClrScheme chgLayout">
        <pc:chgData name="Nguyen Duc Tien" userId="1d425f06-52f5-490b-9f00-5a0d395ba4e9" providerId="ADAL" clId="{27A2FABC-AC00-4E0D-BE8A-9D5B61010432}" dt="2021-09-26T09:53:55.647" v="3186" actId="14100"/>
        <pc:sldMkLst>
          <pc:docMk/>
          <pc:sldMk cId="0" sldId="484"/>
        </pc:sldMkLst>
        <pc:spChg chg="add del mod ord">
          <ac:chgData name="Nguyen Duc Tien" userId="1d425f06-52f5-490b-9f00-5a0d395ba4e9" providerId="ADAL" clId="{27A2FABC-AC00-4E0D-BE8A-9D5B61010432}" dt="2021-09-26T09:53:35.163" v="3181" actId="478"/>
          <ac:spMkLst>
            <pc:docMk/>
            <pc:sldMk cId="0" sldId="484"/>
            <ac:spMk id="2" creationId="{CE567CE4-A83E-4AE7-BAAA-6E67AD0F16B8}"/>
          </ac:spMkLst>
        </pc:spChg>
        <pc:spChg chg="mod">
          <ac:chgData name="Nguyen Duc Tien" userId="1d425f06-52f5-490b-9f00-5a0d395ba4e9" providerId="ADAL" clId="{27A2FABC-AC00-4E0D-BE8A-9D5B61010432}" dt="2021-09-26T09:53:41.880" v="3182" actId="1076"/>
          <ac:spMkLst>
            <pc:docMk/>
            <pc:sldMk cId="0" sldId="484"/>
            <ac:spMk id="88066" creationId="{00000000-0000-0000-0000-000000000000}"/>
          </ac:spMkLst>
        </pc:spChg>
        <pc:spChg chg="mod ord">
          <ac:chgData name="Nguyen Duc Tien" userId="1d425f06-52f5-490b-9f00-5a0d395ba4e9" providerId="ADAL" clId="{27A2FABC-AC00-4E0D-BE8A-9D5B61010432}" dt="2021-09-26T09:10:48.687" v="1264" actId="700"/>
          <ac:spMkLst>
            <pc:docMk/>
            <pc:sldMk cId="0" sldId="484"/>
            <ac:spMk id="88067" creationId="{00000000-0000-0000-0000-000000000000}"/>
          </ac:spMkLst>
        </pc:spChg>
        <pc:spChg chg="mod">
          <ac:chgData name="Nguyen Duc Tien" userId="1d425f06-52f5-490b-9f00-5a0d395ba4e9" providerId="ADAL" clId="{27A2FABC-AC00-4E0D-BE8A-9D5B61010432}" dt="2021-09-26T09:53:53.503" v="3185" actId="14100"/>
          <ac:spMkLst>
            <pc:docMk/>
            <pc:sldMk cId="0" sldId="484"/>
            <ac:spMk id="88068" creationId="{00000000-0000-0000-0000-000000000000}"/>
          </ac:spMkLst>
        </pc:spChg>
        <pc:spChg chg="mod">
          <ac:chgData name="Nguyen Duc Tien" userId="1d425f06-52f5-490b-9f00-5a0d395ba4e9" providerId="ADAL" clId="{27A2FABC-AC00-4E0D-BE8A-9D5B61010432}" dt="2021-09-26T09:53:48.642" v="3184" actId="6549"/>
          <ac:spMkLst>
            <pc:docMk/>
            <pc:sldMk cId="0" sldId="484"/>
            <ac:spMk id="88069" creationId="{00000000-0000-0000-0000-000000000000}"/>
          </ac:spMkLst>
        </pc:spChg>
        <pc:spChg chg="mod">
          <ac:chgData name="Nguyen Duc Tien" userId="1d425f06-52f5-490b-9f00-5a0d395ba4e9" providerId="ADAL" clId="{27A2FABC-AC00-4E0D-BE8A-9D5B61010432}" dt="2021-09-26T09:53:55.647" v="3186" actId="14100"/>
          <ac:spMkLst>
            <pc:docMk/>
            <pc:sldMk cId="0" sldId="484"/>
            <ac:spMk id="88070" creationId="{00000000-0000-0000-0000-000000000000}"/>
          </ac:spMkLst>
        </pc:spChg>
        <pc:spChg chg="mod">
          <ac:chgData name="Nguyen Duc Tien" userId="1d425f06-52f5-490b-9f00-5a0d395ba4e9" providerId="ADAL" clId="{27A2FABC-AC00-4E0D-BE8A-9D5B61010432}" dt="2021-09-26T09:53:41.880" v="3182" actId="1076"/>
          <ac:spMkLst>
            <pc:docMk/>
            <pc:sldMk cId="0" sldId="484"/>
            <ac:spMk id="88071" creationId="{00000000-0000-0000-0000-000000000000}"/>
          </ac:spMkLst>
        </pc:spChg>
        <pc:spChg chg="mod">
          <ac:chgData name="Nguyen Duc Tien" userId="1d425f06-52f5-490b-9f00-5a0d395ba4e9" providerId="ADAL" clId="{27A2FABC-AC00-4E0D-BE8A-9D5B61010432}" dt="2021-09-26T09:53:41.880" v="3182" actId="1076"/>
          <ac:spMkLst>
            <pc:docMk/>
            <pc:sldMk cId="0" sldId="484"/>
            <ac:spMk id="88072" creationId="{00000000-0000-0000-0000-000000000000}"/>
          </ac:spMkLst>
        </pc:spChg>
        <pc:spChg chg="mod">
          <ac:chgData name="Nguyen Duc Tien" userId="1d425f06-52f5-490b-9f00-5a0d395ba4e9" providerId="ADAL" clId="{27A2FABC-AC00-4E0D-BE8A-9D5B61010432}" dt="2021-09-26T09:53:41.880" v="3182" actId="1076"/>
          <ac:spMkLst>
            <pc:docMk/>
            <pc:sldMk cId="0" sldId="484"/>
            <ac:spMk id="88073" creationId="{00000000-0000-0000-0000-000000000000}"/>
          </ac:spMkLst>
        </pc:spChg>
        <pc:spChg chg="mod">
          <ac:chgData name="Nguyen Duc Tien" userId="1d425f06-52f5-490b-9f00-5a0d395ba4e9" providerId="ADAL" clId="{27A2FABC-AC00-4E0D-BE8A-9D5B61010432}" dt="2021-09-26T09:53:41.880" v="3182" actId="1076"/>
          <ac:spMkLst>
            <pc:docMk/>
            <pc:sldMk cId="0" sldId="484"/>
            <ac:spMk id="88074" creationId="{00000000-0000-0000-0000-000000000000}"/>
          </ac:spMkLst>
        </pc:spChg>
        <pc:spChg chg="mod">
          <ac:chgData name="Nguyen Duc Tien" userId="1d425f06-52f5-490b-9f00-5a0d395ba4e9" providerId="ADAL" clId="{27A2FABC-AC00-4E0D-BE8A-9D5B61010432}" dt="2021-09-26T09:53:41.880" v="3182" actId="1076"/>
          <ac:spMkLst>
            <pc:docMk/>
            <pc:sldMk cId="0" sldId="484"/>
            <ac:spMk id="88076" creationId="{00000000-0000-0000-0000-000000000000}"/>
          </ac:spMkLst>
        </pc:spChg>
        <pc:spChg chg="mod">
          <ac:chgData name="Nguyen Duc Tien" userId="1d425f06-52f5-490b-9f00-5a0d395ba4e9" providerId="ADAL" clId="{27A2FABC-AC00-4E0D-BE8A-9D5B61010432}" dt="2021-09-26T09:53:41.880" v="3182" actId="1076"/>
          <ac:spMkLst>
            <pc:docMk/>
            <pc:sldMk cId="0" sldId="484"/>
            <ac:spMk id="88077" creationId="{00000000-0000-0000-0000-000000000000}"/>
          </ac:spMkLst>
        </pc:spChg>
        <pc:spChg chg="mod">
          <ac:chgData name="Nguyen Duc Tien" userId="1d425f06-52f5-490b-9f00-5a0d395ba4e9" providerId="ADAL" clId="{27A2FABC-AC00-4E0D-BE8A-9D5B61010432}" dt="2021-09-26T09:53:41.880" v="3182" actId="1076"/>
          <ac:spMkLst>
            <pc:docMk/>
            <pc:sldMk cId="0" sldId="484"/>
            <ac:spMk id="88078" creationId="{00000000-0000-0000-0000-000000000000}"/>
          </ac:spMkLst>
        </pc:spChg>
        <pc:spChg chg="mod">
          <ac:chgData name="Nguyen Duc Tien" userId="1d425f06-52f5-490b-9f00-5a0d395ba4e9" providerId="ADAL" clId="{27A2FABC-AC00-4E0D-BE8A-9D5B61010432}" dt="2021-09-26T09:53:41.880" v="3182" actId="1076"/>
          <ac:spMkLst>
            <pc:docMk/>
            <pc:sldMk cId="0" sldId="484"/>
            <ac:spMk id="88079" creationId="{00000000-0000-0000-0000-000000000000}"/>
          </ac:spMkLst>
        </pc:spChg>
        <pc:spChg chg="mod">
          <ac:chgData name="Nguyen Duc Tien" userId="1d425f06-52f5-490b-9f00-5a0d395ba4e9" providerId="ADAL" clId="{27A2FABC-AC00-4E0D-BE8A-9D5B61010432}" dt="2021-09-26T09:53:41.880" v="3182" actId="1076"/>
          <ac:spMkLst>
            <pc:docMk/>
            <pc:sldMk cId="0" sldId="484"/>
            <ac:spMk id="88080" creationId="{00000000-0000-0000-0000-000000000000}"/>
          </ac:spMkLst>
        </pc:spChg>
        <pc:spChg chg="mod">
          <ac:chgData name="Nguyen Duc Tien" userId="1d425f06-52f5-490b-9f00-5a0d395ba4e9" providerId="ADAL" clId="{27A2FABC-AC00-4E0D-BE8A-9D5B61010432}" dt="2021-09-26T09:53:41.880" v="3182" actId="1076"/>
          <ac:spMkLst>
            <pc:docMk/>
            <pc:sldMk cId="0" sldId="484"/>
            <ac:spMk id="88081" creationId="{00000000-0000-0000-0000-000000000000}"/>
          </ac:spMkLst>
        </pc:spChg>
        <pc:spChg chg="mod">
          <ac:chgData name="Nguyen Duc Tien" userId="1d425f06-52f5-490b-9f00-5a0d395ba4e9" providerId="ADAL" clId="{27A2FABC-AC00-4E0D-BE8A-9D5B61010432}" dt="2021-09-26T09:53:41.880" v="3182" actId="1076"/>
          <ac:spMkLst>
            <pc:docMk/>
            <pc:sldMk cId="0" sldId="484"/>
            <ac:spMk id="88082" creationId="{00000000-0000-0000-0000-000000000000}"/>
          </ac:spMkLst>
        </pc:spChg>
        <pc:spChg chg="mod">
          <ac:chgData name="Nguyen Duc Tien" userId="1d425f06-52f5-490b-9f00-5a0d395ba4e9" providerId="ADAL" clId="{27A2FABC-AC00-4E0D-BE8A-9D5B61010432}" dt="2021-09-26T09:53:41.880" v="3182" actId="1076"/>
          <ac:spMkLst>
            <pc:docMk/>
            <pc:sldMk cId="0" sldId="484"/>
            <ac:spMk id="88083" creationId="{00000000-0000-0000-0000-000000000000}"/>
          </ac:spMkLst>
        </pc:spChg>
        <pc:spChg chg="mod">
          <ac:chgData name="Nguyen Duc Tien" userId="1d425f06-52f5-490b-9f00-5a0d395ba4e9" providerId="ADAL" clId="{27A2FABC-AC00-4E0D-BE8A-9D5B61010432}" dt="2021-09-26T09:53:41.880" v="3182" actId="1076"/>
          <ac:spMkLst>
            <pc:docMk/>
            <pc:sldMk cId="0" sldId="484"/>
            <ac:spMk id="88084" creationId="{00000000-0000-0000-0000-000000000000}"/>
          </ac:spMkLst>
        </pc:spChg>
        <pc:spChg chg="mod">
          <ac:chgData name="Nguyen Duc Tien" userId="1d425f06-52f5-490b-9f00-5a0d395ba4e9" providerId="ADAL" clId="{27A2FABC-AC00-4E0D-BE8A-9D5B61010432}" dt="2021-09-26T09:53:41.880" v="3182" actId="1076"/>
          <ac:spMkLst>
            <pc:docMk/>
            <pc:sldMk cId="0" sldId="484"/>
            <ac:spMk id="88085" creationId="{00000000-0000-0000-0000-000000000000}"/>
          </ac:spMkLst>
        </pc:spChg>
        <pc:spChg chg="mod">
          <ac:chgData name="Nguyen Duc Tien" userId="1d425f06-52f5-490b-9f00-5a0d395ba4e9" providerId="ADAL" clId="{27A2FABC-AC00-4E0D-BE8A-9D5B61010432}" dt="2021-09-26T09:53:41.880" v="3182" actId="1076"/>
          <ac:spMkLst>
            <pc:docMk/>
            <pc:sldMk cId="0" sldId="484"/>
            <ac:spMk id="88086" creationId="{00000000-0000-0000-0000-000000000000}"/>
          </ac:spMkLst>
        </pc:spChg>
        <pc:spChg chg="mod">
          <ac:chgData name="Nguyen Duc Tien" userId="1d425f06-52f5-490b-9f00-5a0d395ba4e9" providerId="ADAL" clId="{27A2FABC-AC00-4E0D-BE8A-9D5B61010432}" dt="2021-09-26T09:53:41.880" v="3182" actId="1076"/>
          <ac:spMkLst>
            <pc:docMk/>
            <pc:sldMk cId="0" sldId="484"/>
            <ac:spMk id="88088" creationId="{00000000-0000-0000-0000-000000000000}"/>
          </ac:spMkLst>
        </pc:spChg>
        <pc:spChg chg="mod">
          <ac:chgData name="Nguyen Duc Tien" userId="1d425f06-52f5-490b-9f00-5a0d395ba4e9" providerId="ADAL" clId="{27A2FABC-AC00-4E0D-BE8A-9D5B61010432}" dt="2021-09-26T09:53:41.880" v="3182" actId="1076"/>
          <ac:spMkLst>
            <pc:docMk/>
            <pc:sldMk cId="0" sldId="484"/>
            <ac:spMk id="88089" creationId="{00000000-0000-0000-0000-000000000000}"/>
          </ac:spMkLst>
        </pc:spChg>
        <pc:spChg chg="mod">
          <ac:chgData name="Nguyen Duc Tien" userId="1d425f06-52f5-490b-9f00-5a0d395ba4e9" providerId="ADAL" clId="{27A2FABC-AC00-4E0D-BE8A-9D5B61010432}" dt="2021-09-26T09:53:41.880" v="3182" actId="1076"/>
          <ac:spMkLst>
            <pc:docMk/>
            <pc:sldMk cId="0" sldId="484"/>
            <ac:spMk id="88090" creationId="{00000000-0000-0000-0000-000000000000}"/>
          </ac:spMkLst>
        </pc:spChg>
        <pc:spChg chg="mod">
          <ac:chgData name="Nguyen Duc Tien" userId="1d425f06-52f5-490b-9f00-5a0d395ba4e9" providerId="ADAL" clId="{27A2FABC-AC00-4E0D-BE8A-9D5B61010432}" dt="2021-09-26T09:53:41.880" v="3182" actId="1076"/>
          <ac:spMkLst>
            <pc:docMk/>
            <pc:sldMk cId="0" sldId="484"/>
            <ac:spMk id="88091" creationId="{00000000-0000-0000-0000-000000000000}"/>
          </ac:spMkLst>
        </pc:spChg>
        <pc:spChg chg="mod">
          <ac:chgData name="Nguyen Duc Tien" userId="1d425f06-52f5-490b-9f00-5a0d395ba4e9" providerId="ADAL" clId="{27A2FABC-AC00-4E0D-BE8A-9D5B61010432}" dt="2021-09-26T09:53:41.880" v="3182" actId="1076"/>
          <ac:spMkLst>
            <pc:docMk/>
            <pc:sldMk cId="0" sldId="484"/>
            <ac:spMk id="88092" creationId="{00000000-0000-0000-0000-000000000000}"/>
          </ac:spMkLst>
        </pc:spChg>
        <pc:spChg chg="mod">
          <ac:chgData name="Nguyen Duc Tien" userId="1d425f06-52f5-490b-9f00-5a0d395ba4e9" providerId="ADAL" clId="{27A2FABC-AC00-4E0D-BE8A-9D5B61010432}" dt="2021-09-26T09:53:41.880" v="3182" actId="1076"/>
          <ac:spMkLst>
            <pc:docMk/>
            <pc:sldMk cId="0" sldId="484"/>
            <ac:spMk id="88093" creationId="{00000000-0000-0000-0000-000000000000}"/>
          </ac:spMkLst>
        </pc:spChg>
        <pc:spChg chg="mod">
          <ac:chgData name="Nguyen Duc Tien" userId="1d425f06-52f5-490b-9f00-5a0d395ba4e9" providerId="ADAL" clId="{27A2FABC-AC00-4E0D-BE8A-9D5B61010432}" dt="2021-09-26T09:53:41.880" v="3182" actId="1076"/>
          <ac:spMkLst>
            <pc:docMk/>
            <pc:sldMk cId="0" sldId="484"/>
            <ac:spMk id="88094" creationId="{00000000-0000-0000-0000-000000000000}"/>
          </ac:spMkLst>
        </pc:spChg>
        <pc:spChg chg="mod">
          <ac:chgData name="Nguyen Duc Tien" userId="1d425f06-52f5-490b-9f00-5a0d395ba4e9" providerId="ADAL" clId="{27A2FABC-AC00-4E0D-BE8A-9D5B61010432}" dt="2021-09-26T09:53:41.880" v="3182" actId="1076"/>
          <ac:spMkLst>
            <pc:docMk/>
            <pc:sldMk cId="0" sldId="484"/>
            <ac:spMk id="88095" creationId="{00000000-0000-0000-0000-000000000000}"/>
          </ac:spMkLst>
        </pc:spChg>
        <pc:spChg chg="mod">
          <ac:chgData name="Nguyen Duc Tien" userId="1d425f06-52f5-490b-9f00-5a0d395ba4e9" providerId="ADAL" clId="{27A2FABC-AC00-4E0D-BE8A-9D5B61010432}" dt="2021-09-26T09:53:41.880" v="3182" actId="1076"/>
          <ac:spMkLst>
            <pc:docMk/>
            <pc:sldMk cId="0" sldId="484"/>
            <ac:spMk id="88096" creationId="{00000000-0000-0000-0000-000000000000}"/>
          </ac:spMkLst>
        </pc:spChg>
        <pc:spChg chg="mod">
          <ac:chgData name="Nguyen Duc Tien" userId="1d425f06-52f5-490b-9f00-5a0d395ba4e9" providerId="ADAL" clId="{27A2FABC-AC00-4E0D-BE8A-9D5B61010432}" dt="2021-09-26T09:53:41.880" v="3182" actId="1076"/>
          <ac:spMkLst>
            <pc:docMk/>
            <pc:sldMk cId="0" sldId="484"/>
            <ac:spMk id="88097" creationId="{00000000-0000-0000-0000-000000000000}"/>
          </ac:spMkLst>
        </pc:spChg>
        <pc:spChg chg="mod">
          <ac:chgData name="Nguyen Duc Tien" userId="1d425f06-52f5-490b-9f00-5a0d395ba4e9" providerId="ADAL" clId="{27A2FABC-AC00-4E0D-BE8A-9D5B61010432}" dt="2021-09-26T09:53:41.880" v="3182" actId="1076"/>
          <ac:spMkLst>
            <pc:docMk/>
            <pc:sldMk cId="0" sldId="484"/>
            <ac:spMk id="88098" creationId="{00000000-0000-0000-0000-000000000000}"/>
          </ac:spMkLst>
        </pc:spChg>
        <pc:grpChg chg="mod">
          <ac:chgData name="Nguyen Duc Tien" userId="1d425f06-52f5-490b-9f00-5a0d395ba4e9" providerId="ADAL" clId="{27A2FABC-AC00-4E0D-BE8A-9D5B61010432}" dt="2021-09-26T09:53:41.880" v="3182" actId="1076"/>
          <ac:grpSpMkLst>
            <pc:docMk/>
            <pc:sldMk cId="0" sldId="484"/>
            <ac:grpSpMk id="88075" creationId="{00000000-0000-0000-0000-000000000000}"/>
          </ac:grpSpMkLst>
        </pc:grpChg>
      </pc:sldChg>
      <pc:sldChg chg="addSp delSp modSp mod modClrScheme chgLayout">
        <pc:chgData name="Nguyen Duc Tien" userId="1d425f06-52f5-490b-9f00-5a0d395ba4e9" providerId="ADAL" clId="{27A2FABC-AC00-4E0D-BE8A-9D5B61010432}" dt="2021-09-26T09:43:26.349" v="2778" actId="1037"/>
        <pc:sldMkLst>
          <pc:docMk/>
          <pc:sldMk cId="0" sldId="485"/>
        </pc:sldMkLst>
        <pc:spChg chg="add del mod ord">
          <ac:chgData name="Nguyen Duc Tien" userId="1d425f06-52f5-490b-9f00-5a0d395ba4e9" providerId="ADAL" clId="{27A2FABC-AC00-4E0D-BE8A-9D5B61010432}" dt="2021-09-26T09:43:21.627" v="2769" actId="478"/>
          <ac:spMkLst>
            <pc:docMk/>
            <pc:sldMk cId="0" sldId="485"/>
            <ac:spMk id="2" creationId="{52CA677F-0CC1-4992-AD83-ABC9ACB75C59}"/>
          </ac:spMkLst>
        </pc:spChg>
        <pc:spChg chg="mod ord">
          <ac:chgData name="Nguyen Duc Tien" userId="1d425f06-52f5-490b-9f00-5a0d395ba4e9" providerId="ADAL" clId="{27A2FABC-AC00-4E0D-BE8A-9D5B61010432}" dt="2021-09-26T09:10:48.687" v="1264" actId="700"/>
          <ac:spMkLst>
            <pc:docMk/>
            <pc:sldMk cId="0" sldId="485"/>
            <ac:spMk id="57346" creationId="{00000000-0000-0000-0000-000000000000}"/>
          </ac:spMkLst>
        </pc:spChg>
        <pc:spChg chg="mod">
          <ac:chgData name="Nguyen Duc Tien" userId="1d425f06-52f5-490b-9f00-5a0d395ba4e9" providerId="ADAL" clId="{27A2FABC-AC00-4E0D-BE8A-9D5B61010432}" dt="2021-09-26T09:43:26.349" v="2778" actId="1037"/>
          <ac:spMkLst>
            <pc:docMk/>
            <pc:sldMk cId="0" sldId="485"/>
            <ac:spMk id="57347" creationId="{00000000-0000-0000-0000-000000000000}"/>
          </ac:spMkLst>
        </pc:spChg>
        <pc:spChg chg="mod">
          <ac:chgData name="Nguyen Duc Tien" userId="1d425f06-52f5-490b-9f00-5a0d395ba4e9" providerId="ADAL" clId="{27A2FABC-AC00-4E0D-BE8A-9D5B61010432}" dt="2021-09-26T09:43:26.349" v="2778" actId="1037"/>
          <ac:spMkLst>
            <pc:docMk/>
            <pc:sldMk cId="0" sldId="485"/>
            <ac:spMk id="57348" creationId="{00000000-0000-0000-0000-000000000000}"/>
          </ac:spMkLst>
        </pc:spChg>
        <pc:spChg chg="mod">
          <ac:chgData name="Nguyen Duc Tien" userId="1d425f06-52f5-490b-9f00-5a0d395ba4e9" providerId="ADAL" clId="{27A2FABC-AC00-4E0D-BE8A-9D5B61010432}" dt="2021-09-26T09:43:26.349" v="2778" actId="1037"/>
          <ac:spMkLst>
            <pc:docMk/>
            <pc:sldMk cId="0" sldId="485"/>
            <ac:spMk id="57349" creationId="{00000000-0000-0000-0000-000000000000}"/>
          </ac:spMkLst>
        </pc:spChg>
        <pc:spChg chg="mod">
          <ac:chgData name="Nguyen Duc Tien" userId="1d425f06-52f5-490b-9f00-5a0d395ba4e9" providerId="ADAL" clId="{27A2FABC-AC00-4E0D-BE8A-9D5B61010432}" dt="2021-09-26T09:43:26.349" v="2778" actId="1037"/>
          <ac:spMkLst>
            <pc:docMk/>
            <pc:sldMk cId="0" sldId="485"/>
            <ac:spMk id="57350" creationId="{00000000-0000-0000-0000-000000000000}"/>
          </ac:spMkLst>
        </pc:spChg>
        <pc:spChg chg="mod">
          <ac:chgData name="Nguyen Duc Tien" userId="1d425f06-52f5-490b-9f00-5a0d395ba4e9" providerId="ADAL" clId="{27A2FABC-AC00-4E0D-BE8A-9D5B61010432}" dt="2021-09-26T09:43:26.349" v="2778" actId="1037"/>
          <ac:spMkLst>
            <pc:docMk/>
            <pc:sldMk cId="0" sldId="485"/>
            <ac:spMk id="57351" creationId="{00000000-0000-0000-0000-000000000000}"/>
          </ac:spMkLst>
        </pc:spChg>
        <pc:spChg chg="mod">
          <ac:chgData name="Nguyen Duc Tien" userId="1d425f06-52f5-490b-9f00-5a0d395ba4e9" providerId="ADAL" clId="{27A2FABC-AC00-4E0D-BE8A-9D5B61010432}" dt="2021-09-26T09:43:26.349" v="2778" actId="1037"/>
          <ac:spMkLst>
            <pc:docMk/>
            <pc:sldMk cId="0" sldId="485"/>
            <ac:spMk id="57352" creationId="{00000000-0000-0000-0000-000000000000}"/>
          </ac:spMkLst>
        </pc:spChg>
        <pc:spChg chg="mod">
          <ac:chgData name="Nguyen Duc Tien" userId="1d425f06-52f5-490b-9f00-5a0d395ba4e9" providerId="ADAL" clId="{27A2FABC-AC00-4E0D-BE8A-9D5B61010432}" dt="2021-09-26T09:43:26.349" v="2778" actId="1037"/>
          <ac:spMkLst>
            <pc:docMk/>
            <pc:sldMk cId="0" sldId="485"/>
            <ac:spMk id="57353" creationId="{00000000-0000-0000-0000-000000000000}"/>
          </ac:spMkLst>
        </pc:spChg>
        <pc:spChg chg="mod">
          <ac:chgData name="Nguyen Duc Tien" userId="1d425f06-52f5-490b-9f00-5a0d395ba4e9" providerId="ADAL" clId="{27A2FABC-AC00-4E0D-BE8A-9D5B61010432}" dt="2021-09-26T09:43:26.349" v="2778" actId="1037"/>
          <ac:spMkLst>
            <pc:docMk/>
            <pc:sldMk cId="0" sldId="485"/>
            <ac:spMk id="57354" creationId="{00000000-0000-0000-0000-000000000000}"/>
          </ac:spMkLst>
        </pc:spChg>
        <pc:spChg chg="mod">
          <ac:chgData name="Nguyen Duc Tien" userId="1d425f06-52f5-490b-9f00-5a0d395ba4e9" providerId="ADAL" clId="{27A2FABC-AC00-4E0D-BE8A-9D5B61010432}" dt="2021-09-26T09:43:26.349" v="2778" actId="1037"/>
          <ac:spMkLst>
            <pc:docMk/>
            <pc:sldMk cId="0" sldId="485"/>
            <ac:spMk id="57355" creationId="{00000000-0000-0000-0000-000000000000}"/>
          </ac:spMkLst>
        </pc:spChg>
        <pc:spChg chg="mod">
          <ac:chgData name="Nguyen Duc Tien" userId="1d425f06-52f5-490b-9f00-5a0d395ba4e9" providerId="ADAL" clId="{27A2FABC-AC00-4E0D-BE8A-9D5B61010432}" dt="2021-09-26T09:43:26.349" v="2778" actId="1037"/>
          <ac:spMkLst>
            <pc:docMk/>
            <pc:sldMk cId="0" sldId="485"/>
            <ac:spMk id="57356" creationId="{00000000-0000-0000-0000-000000000000}"/>
          </ac:spMkLst>
        </pc:spChg>
        <pc:spChg chg="mod">
          <ac:chgData name="Nguyen Duc Tien" userId="1d425f06-52f5-490b-9f00-5a0d395ba4e9" providerId="ADAL" clId="{27A2FABC-AC00-4E0D-BE8A-9D5B61010432}" dt="2021-09-26T09:43:26.349" v="2778" actId="1037"/>
          <ac:spMkLst>
            <pc:docMk/>
            <pc:sldMk cId="0" sldId="485"/>
            <ac:spMk id="57357" creationId="{00000000-0000-0000-0000-000000000000}"/>
          </ac:spMkLst>
        </pc:spChg>
        <pc:spChg chg="mod">
          <ac:chgData name="Nguyen Duc Tien" userId="1d425f06-52f5-490b-9f00-5a0d395ba4e9" providerId="ADAL" clId="{27A2FABC-AC00-4E0D-BE8A-9D5B61010432}" dt="2021-09-26T09:43:26.349" v="2778" actId="1037"/>
          <ac:spMkLst>
            <pc:docMk/>
            <pc:sldMk cId="0" sldId="485"/>
            <ac:spMk id="57358" creationId="{00000000-0000-0000-0000-000000000000}"/>
          </ac:spMkLst>
        </pc:spChg>
        <pc:spChg chg="mod">
          <ac:chgData name="Nguyen Duc Tien" userId="1d425f06-52f5-490b-9f00-5a0d395ba4e9" providerId="ADAL" clId="{27A2FABC-AC00-4E0D-BE8A-9D5B61010432}" dt="2021-09-26T09:43:26.349" v="2778" actId="1037"/>
          <ac:spMkLst>
            <pc:docMk/>
            <pc:sldMk cId="0" sldId="485"/>
            <ac:spMk id="57359" creationId="{00000000-0000-0000-0000-000000000000}"/>
          </ac:spMkLst>
        </pc:spChg>
        <pc:spChg chg="mod">
          <ac:chgData name="Nguyen Duc Tien" userId="1d425f06-52f5-490b-9f00-5a0d395ba4e9" providerId="ADAL" clId="{27A2FABC-AC00-4E0D-BE8A-9D5B61010432}" dt="2021-09-26T09:43:26.349" v="2778" actId="1037"/>
          <ac:spMkLst>
            <pc:docMk/>
            <pc:sldMk cId="0" sldId="485"/>
            <ac:spMk id="57360" creationId="{00000000-0000-0000-0000-000000000000}"/>
          </ac:spMkLst>
        </pc:spChg>
        <pc:spChg chg="mod">
          <ac:chgData name="Nguyen Duc Tien" userId="1d425f06-52f5-490b-9f00-5a0d395ba4e9" providerId="ADAL" clId="{27A2FABC-AC00-4E0D-BE8A-9D5B61010432}" dt="2021-09-26T09:43:26.349" v="2778" actId="1037"/>
          <ac:spMkLst>
            <pc:docMk/>
            <pc:sldMk cId="0" sldId="485"/>
            <ac:spMk id="57361" creationId="{00000000-0000-0000-0000-000000000000}"/>
          </ac:spMkLst>
        </pc:spChg>
        <pc:spChg chg="mod">
          <ac:chgData name="Nguyen Duc Tien" userId="1d425f06-52f5-490b-9f00-5a0d395ba4e9" providerId="ADAL" clId="{27A2FABC-AC00-4E0D-BE8A-9D5B61010432}" dt="2021-09-26T09:43:26.349" v="2778" actId="1037"/>
          <ac:spMkLst>
            <pc:docMk/>
            <pc:sldMk cId="0" sldId="485"/>
            <ac:spMk id="57362" creationId="{00000000-0000-0000-0000-000000000000}"/>
          </ac:spMkLst>
        </pc:spChg>
        <pc:spChg chg="mod">
          <ac:chgData name="Nguyen Duc Tien" userId="1d425f06-52f5-490b-9f00-5a0d395ba4e9" providerId="ADAL" clId="{27A2FABC-AC00-4E0D-BE8A-9D5B61010432}" dt="2021-09-26T09:43:26.349" v="2778" actId="1037"/>
          <ac:spMkLst>
            <pc:docMk/>
            <pc:sldMk cId="0" sldId="485"/>
            <ac:spMk id="57363" creationId="{00000000-0000-0000-0000-000000000000}"/>
          </ac:spMkLst>
        </pc:spChg>
        <pc:spChg chg="mod">
          <ac:chgData name="Nguyen Duc Tien" userId="1d425f06-52f5-490b-9f00-5a0d395ba4e9" providerId="ADAL" clId="{27A2FABC-AC00-4E0D-BE8A-9D5B61010432}" dt="2021-09-26T09:43:26.349" v="2778" actId="1037"/>
          <ac:spMkLst>
            <pc:docMk/>
            <pc:sldMk cId="0" sldId="485"/>
            <ac:spMk id="57364" creationId="{00000000-0000-0000-0000-000000000000}"/>
          </ac:spMkLst>
        </pc:spChg>
        <pc:spChg chg="mod">
          <ac:chgData name="Nguyen Duc Tien" userId="1d425f06-52f5-490b-9f00-5a0d395ba4e9" providerId="ADAL" clId="{27A2FABC-AC00-4E0D-BE8A-9D5B61010432}" dt="2021-09-26T09:43:26.349" v="2778" actId="1037"/>
          <ac:spMkLst>
            <pc:docMk/>
            <pc:sldMk cId="0" sldId="485"/>
            <ac:spMk id="57365" creationId="{00000000-0000-0000-0000-000000000000}"/>
          </ac:spMkLst>
        </pc:spChg>
        <pc:spChg chg="mod">
          <ac:chgData name="Nguyen Duc Tien" userId="1d425f06-52f5-490b-9f00-5a0d395ba4e9" providerId="ADAL" clId="{27A2FABC-AC00-4E0D-BE8A-9D5B61010432}" dt="2021-09-26T09:43:26.349" v="2778" actId="1037"/>
          <ac:spMkLst>
            <pc:docMk/>
            <pc:sldMk cId="0" sldId="485"/>
            <ac:spMk id="57366" creationId="{00000000-0000-0000-0000-000000000000}"/>
          </ac:spMkLst>
        </pc:spChg>
        <pc:spChg chg="mod">
          <ac:chgData name="Nguyen Duc Tien" userId="1d425f06-52f5-490b-9f00-5a0d395ba4e9" providerId="ADAL" clId="{27A2FABC-AC00-4E0D-BE8A-9D5B61010432}" dt="2021-09-26T09:43:26.349" v="2778" actId="1037"/>
          <ac:spMkLst>
            <pc:docMk/>
            <pc:sldMk cId="0" sldId="485"/>
            <ac:spMk id="57367" creationId="{00000000-0000-0000-0000-000000000000}"/>
          </ac:spMkLst>
        </pc:spChg>
        <pc:spChg chg="mod">
          <ac:chgData name="Nguyen Duc Tien" userId="1d425f06-52f5-490b-9f00-5a0d395ba4e9" providerId="ADAL" clId="{27A2FABC-AC00-4E0D-BE8A-9D5B61010432}" dt="2021-09-26T09:43:26.349" v="2778" actId="1037"/>
          <ac:spMkLst>
            <pc:docMk/>
            <pc:sldMk cId="0" sldId="485"/>
            <ac:spMk id="57368" creationId="{00000000-0000-0000-0000-000000000000}"/>
          </ac:spMkLst>
        </pc:spChg>
        <pc:spChg chg="mod">
          <ac:chgData name="Nguyen Duc Tien" userId="1d425f06-52f5-490b-9f00-5a0d395ba4e9" providerId="ADAL" clId="{27A2FABC-AC00-4E0D-BE8A-9D5B61010432}" dt="2021-09-26T09:43:26.349" v="2778" actId="1037"/>
          <ac:spMkLst>
            <pc:docMk/>
            <pc:sldMk cId="0" sldId="485"/>
            <ac:spMk id="57369" creationId="{00000000-0000-0000-0000-000000000000}"/>
          </ac:spMkLst>
        </pc:spChg>
        <pc:spChg chg="mod">
          <ac:chgData name="Nguyen Duc Tien" userId="1d425f06-52f5-490b-9f00-5a0d395ba4e9" providerId="ADAL" clId="{27A2FABC-AC00-4E0D-BE8A-9D5B61010432}" dt="2021-09-26T09:43:26.349" v="2778" actId="1037"/>
          <ac:spMkLst>
            <pc:docMk/>
            <pc:sldMk cId="0" sldId="485"/>
            <ac:spMk id="57370" creationId="{00000000-0000-0000-0000-000000000000}"/>
          </ac:spMkLst>
        </pc:spChg>
        <pc:spChg chg="mod">
          <ac:chgData name="Nguyen Duc Tien" userId="1d425f06-52f5-490b-9f00-5a0d395ba4e9" providerId="ADAL" clId="{27A2FABC-AC00-4E0D-BE8A-9D5B61010432}" dt="2021-09-26T09:43:26.349" v="2778" actId="1037"/>
          <ac:spMkLst>
            <pc:docMk/>
            <pc:sldMk cId="0" sldId="485"/>
            <ac:spMk id="57371" creationId="{00000000-0000-0000-0000-000000000000}"/>
          </ac:spMkLst>
        </pc:spChg>
        <pc:spChg chg="mod">
          <ac:chgData name="Nguyen Duc Tien" userId="1d425f06-52f5-490b-9f00-5a0d395ba4e9" providerId="ADAL" clId="{27A2FABC-AC00-4E0D-BE8A-9D5B61010432}" dt="2021-09-26T09:43:26.349" v="2778" actId="1037"/>
          <ac:spMkLst>
            <pc:docMk/>
            <pc:sldMk cId="0" sldId="485"/>
            <ac:spMk id="57372" creationId="{00000000-0000-0000-0000-000000000000}"/>
          </ac:spMkLst>
        </pc:spChg>
        <pc:spChg chg="mod">
          <ac:chgData name="Nguyen Duc Tien" userId="1d425f06-52f5-490b-9f00-5a0d395ba4e9" providerId="ADAL" clId="{27A2FABC-AC00-4E0D-BE8A-9D5B61010432}" dt="2021-09-26T09:43:26.349" v="2778" actId="1037"/>
          <ac:spMkLst>
            <pc:docMk/>
            <pc:sldMk cId="0" sldId="485"/>
            <ac:spMk id="57373" creationId="{00000000-0000-0000-0000-000000000000}"/>
          </ac:spMkLst>
        </pc:spChg>
        <pc:spChg chg="mod">
          <ac:chgData name="Nguyen Duc Tien" userId="1d425f06-52f5-490b-9f00-5a0d395ba4e9" providerId="ADAL" clId="{27A2FABC-AC00-4E0D-BE8A-9D5B61010432}" dt="2021-09-26T09:43:26.349" v="2778" actId="1037"/>
          <ac:spMkLst>
            <pc:docMk/>
            <pc:sldMk cId="0" sldId="485"/>
            <ac:spMk id="57374" creationId="{00000000-0000-0000-0000-000000000000}"/>
          </ac:spMkLst>
        </pc:spChg>
        <pc:spChg chg="mod">
          <ac:chgData name="Nguyen Duc Tien" userId="1d425f06-52f5-490b-9f00-5a0d395ba4e9" providerId="ADAL" clId="{27A2FABC-AC00-4E0D-BE8A-9D5B61010432}" dt="2021-09-26T09:43:26.349" v="2778" actId="1037"/>
          <ac:spMkLst>
            <pc:docMk/>
            <pc:sldMk cId="0" sldId="485"/>
            <ac:spMk id="57375" creationId="{00000000-0000-0000-0000-000000000000}"/>
          </ac:spMkLst>
        </pc:spChg>
      </pc:sldChg>
      <pc:sldChg chg="modSp mod modClrScheme chgLayout modNotes">
        <pc:chgData name="Nguyen Duc Tien" userId="1d425f06-52f5-490b-9f00-5a0d395ba4e9" providerId="ADAL" clId="{27A2FABC-AC00-4E0D-BE8A-9D5B61010432}" dt="2021-09-26T09:57:41.595" v="3359"/>
        <pc:sldMkLst>
          <pc:docMk/>
          <pc:sldMk cId="0" sldId="487"/>
        </pc:sldMkLst>
        <pc:spChg chg="mod ord">
          <ac:chgData name="Nguyen Duc Tien" userId="1d425f06-52f5-490b-9f00-5a0d395ba4e9" providerId="ADAL" clId="{27A2FABC-AC00-4E0D-BE8A-9D5B61010432}" dt="2021-09-26T09:10:48.687" v="1264" actId="700"/>
          <ac:spMkLst>
            <pc:docMk/>
            <pc:sldMk cId="0" sldId="487"/>
            <ac:spMk id="87042" creationId="{00000000-0000-0000-0000-000000000000}"/>
          </ac:spMkLst>
        </pc:spChg>
        <pc:spChg chg="mod ord">
          <ac:chgData name="Nguyen Duc Tien" userId="1d425f06-52f5-490b-9f00-5a0d395ba4e9" providerId="ADAL" clId="{27A2FABC-AC00-4E0D-BE8A-9D5B61010432}" dt="2021-09-26T09:10:48.687" v="1264" actId="700"/>
          <ac:spMkLst>
            <pc:docMk/>
            <pc:sldMk cId="0" sldId="487"/>
            <ac:spMk id="87043" creationId="{00000000-0000-0000-0000-000000000000}"/>
          </ac:spMkLst>
        </pc:spChg>
      </pc:sldChg>
      <pc:sldChg chg="addSp delSp modSp mod modClrScheme chgLayout modNotes">
        <pc:chgData name="Nguyen Duc Tien" userId="1d425f06-52f5-490b-9f00-5a0d395ba4e9" providerId="ADAL" clId="{27A2FABC-AC00-4E0D-BE8A-9D5B61010432}" dt="2021-09-26T09:57:41.595" v="3359"/>
        <pc:sldMkLst>
          <pc:docMk/>
          <pc:sldMk cId="0" sldId="491"/>
        </pc:sldMkLst>
        <pc:spChg chg="del mod">
          <ac:chgData name="Nguyen Duc Tien" userId="1d425f06-52f5-490b-9f00-5a0d395ba4e9" providerId="ADAL" clId="{27A2FABC-AC00-4E0D-BE8A-9D5B61010432}" dt="2021-09-26T08:54:33.046" v="597" actId="478"/>
          <ac:spMkLst>
            <pc:docMk/>
            <pc:sldMk cId="0" sldId="491"/>
            <ac:spMk id="5" creationId="{E868ABD8-778C-4C2D-A714-EA58E3450794}"/>
          </ac:spMkLst>
        </pc:spChg>
        <pc:spChg chg="add mod ord">
          <ac:chgData name="Nguyen Duc Tien" userId="1d425f06-52f5-490b-9f00-5a0d395ba4e9" providerId="ADAL" clId="{27A2FABC-AC00-4E0D-BE8A-9D5B61010432}" dt="2021-09-26T08:54:50.648" v="606" actId="14100"/>
          <ac:spMkLst>
            <pc:docMk/>
            <pc:sldMk cId="0" sldId="491"/>
            <ac:spMk id="7" creationId="{59434304-E1CD-4023-89CF-F8AEF7E9C524}"/>
          </ac:spMkLst>
        </pc:spChg>
        <pc:spChg chg="mod ord">
          <ac:chgData name="Nguyen Duc Tien" userId="1d425f06-52f5-490b-9f00-5a0d395ba4e9" providerId="ADAL" clId="{27A2FABC-AC00-4E0D-BE8A-9D5B61010432}" dt="2021-09-26T08:45:28.730" v="337" actId="700"/>
          <ac:spMkLst>
            <pc:docMk/>
            <pc:sldMk cId="0" sldId="491"/>
            <ac:spMk id="37890" creationId="{00000000-0000-0000-0000-000000000000}"/>
          </ac:spMkLst>
        </pc:spChg>
        <pc:picChg chg="mod">
          <ac:chgData name="Nguyen Duc Tien" userId="1d425f06-52f5-490b-9f00-5a0d395ba4e9" providerId="ADAL" clId="{27A2FABC-AC00-4E0D-BE8A-9D5B61010432}" dt="2021-09-26T08:55:00.143" v="607" actId="1076"/>
          <ac:picMkLst>
            <pc:docMk/>
            <pc:sldMk cId="0" sldId="491"/>
            <ac:picMk id="2050" creationId="{474BDA12-E605-426B-9A07-2A0122ED6744}"/>
          </ac:picMkLst>
        </pc:picChg>
      </pc:sldChg>
      <pc:sldChg chg="addSp modSp mod modClrScheme chgLayout">
        <pc:chgData name="Nguyen Duc Tien" userId="1d425f06-52f5-490b-9f00-5a0d395ba4e9" providerId="ADAL" clId="{27A2FABC-AC00-4E0D-BE8A-9D5B61010432}" dt="2021-09-26T09:27:48.421" v="2454" actId="113"/>
        <pc:sldMkLst>
          <pc:docMk/>
          <pc:sldMk cId="0" sldId="493"/>
        </pc:sldMkLst>
        <pc:spChg chg="add mod">
          <ac:chgData name="Nguyen Duc Tien" userId="1d425f06-52f5-490b-9f00-5a0d395ba4e9" providerId="ADAL" clId="{27A2FABC-AC00-4E0D-BE8A-9D5B61010432}" dt="2021-09-26T09:23:19.473" v="1766" actId="1076"/>
          <ac:spMkLst>
            <pc:docMk/>
            <pc:sldMk cId="0" sldId="493"/>
            <ac:spMk id="2" creationId="{91EA1C31-9A6F-4CF1-AB34-BA9D944E0188}"/>
          </ac:spMkLst>
        </pc:spChg>
        <pc:spChg chg="mod ord">
          <ac:chgData name="Nguyen Duc Tien" userId="1d425f06-52f5-490b-9f00-5a0d395ba4e9" providerId="ADAL" clId="{27A2FABC-AC00-4E0D-BE8A-9D5B61010432}" dt="2021-09-26T09:21:17.531" v="1482" actId="6549"/>
          <ac:spMkLst>
            <pc:docMk/>
            <pc:sldMk cId="0" sldId="493"/>
            <ac:spMk id="45058" creationId="{00000000-0000-0000-0000-000000000000}"/>
          </ac:spMkLst>
        </pc:spChg>
        <pc:spChg chg="mod ord">
          <ac:chgData name="Nguyen Duc Tien" userId="1d425f06-52f5-490b-9f00-5a0d395ba4e9" providerId="ADAL" clId="{27A2FABC-AC00-4E0D-BE8A-9D5B61010432}" dt="2021-09-26T09:27:48.421" v="2454" actId="113"/>
          <ac:spMkLst>
            <pc:docMk/>
            <pc:sldMk cId="0" sldId="493"/>
            <ac:spMk id="45059" creationId="{00000000-0000-0000-0000-000000000000}"/>
          </ac:spMkLst>
        </pc:spChg>
      </pc:sldChg>
      <pc:sldChg chg="addSp modSp mod modClrScheme chgLayout modNotesTx">
        <pc:chgData name="Nguyen Duc Tien" userId="1d425f06-52f5-490b-9f00-5a0d395ba4e9" providerId="ADAL" clId="{27A2FABC-AC00-4E0D-BE8A-9D5B61010432}" dt="2021-10-20T01:54:17.515" v="3364"/>
        <pc:sldMkLst>
          <pc:docMk/>
          <pc:sldMk cId="0" sldId="499"/>
        </pc:sldMkLst>
        <pc:spChg chg="mod ord">
          <ac:chgData name="Nguyen Duc Tien" userId="1d425f06-52f5-490b-9f00-5a0d395ba4e9" providerId="ADAL" clId="{27A2FABC-AC00-4E0D-BE8A-9D5B61010432}" dt="2021-09-26T09:10:48.687" v="1264" actId="700"/>
          <ac:spMkLst>
            <pc:docMk/>
            <pc:sldMk cId="0" sldId="499"/>
            <ac:spMk id="48130" creationId="{00000000-0000-0000-0000-000000000000}"/>
          </ac:spMkLst>
        </pc:spChg>
        <pc:spChg chg="mod ord">
          <ac:chgData name="Nguyen Duc Tien" userId="1d425f06-52f5-490b-9f00-5a0d395ba4e9" providerId="ADAL" clId="{27A2FABC-AC00-4E0D-BE8A-9D5B61010432}" dt="2021-09-26T09:10:48.687" v="1264" actId="700"/>
          <ac:spMkLst>
            <pc:docMk/>
            <pc:sldMk cId="0" sldId="499"/>
            <ac:spMk id="48131" creationId="{00000000-0000-0000-0000-000000000000}"/>
          </ac:spMkLst>
        </pc:spChg>
        <pc:inkChg chg="add">
          <ac:chgData name="Nguyen Duc Tien" userId="1d425f06-52f5-490b-9f00-5a0d395ba4e9" providerId="ADAL" clId="{27A2FABC-AC00-4E0D-BE8A-9D5B61010432}" dt="2021-10-20T01:54:17.515" v="3364"/>
          <ac:inkMkLst>
            <pc:docMk/>
            <pc:sldMk cId="0" sldId="499"/>
            <ac:inkMk id="3" creationId="{998B963A-5CC8-4C20-9775-C9C7D412F8F8}"/>
          </ac:inkMkLst>
        </pc:inkChg>
      </pc:sldChg>
      <pc:sldChg chg="addSp delSp modSp mod modClrScheme chgLayout modNotes">
        <pc:chgData name="Nguyen Duc Tien" userId="1d425f06-52f5-490b-9f00-5a0d395ba4e9" providerId="ADAL" clId="{27A2FABC-AC00-4E0D-BE8A-9D5B61010432}" dt="2021-09-26T09:57:41.595" v="3359"/>
        <pc:sldMkLst>
          <pc:docMk/>
          <pc:sldMk cId="0" sldId="500"/>
        </pc:sldMkLst>
        <pc:spChg chg="add del mod ord">
          <ac:chgData name="Nguyen Duc Tien" userId="1d425f06-52f5-490b-9f00-5a0d395ba4e9" providerId="ADAL" clId="{27A2FABC-AC00-4E0D-BE8A-9D5B61010432}" dt="2021-09-26T09:47:07.158" v="2974" actId="478"/>
          <ac:spMkLst>
            <pc:docMk/>
            <pc:sldMk cId="0" sldId="500"/>
            <ac:spMk id="2" creationId="{B3FCCBF3-4DF2-4C3F-89AE-5DF2535E82ED}"/>
          </ac:spMkLst>
        </pc:spChg>
        <pc:spChg chg="mod ord">
          <ac:chgData name="Nguyen Duc Tien" userId="1d425f06-52f5-490b-9f00-5a0d395ba4e9" providerId="ADAL" clId="{27A2FABC-AC00-4E0D-BE8A-9D5B61010432}" dt="2021-09-26T09:10:48.687" v="1264" actId="700"/>
          <ac:spMkLst>
            <pc:docMk/>
            <pc:sldMk cId="0" sldId="500"/>
            <ac:spMk id="70658" creationId="{00000000-0000-0000-0000-000000000000}"/>
          </ac:spMkLst>
        </pc:spChg>
        <pc:spChg chg="mod">
          <ac:chgData name="Nguyen Duc Tien" userId="1d425f06-52f5-490b-9f00-5a0d395ba4e9" providerId="ADAL" clId="{27A2FABC-AC00-4E0D-BE8A-9D5B61010432}" dt="2021-09-26T09:47:16.814" v="2982" actId="1036"/>
          <ac:spMkLst>
            <pc:docMk/>
            <pc:sldMk cId="0" sldId="500"/>
            <ac:spMk id="70659" creationId="{00000000-0000-0000-0000-000000000000}"/>
          </ac:spMkLst>
        </pc:spChg>
        <pc:spChg chg="mod">
          <ac:chgData name="Nguyen Duc Tien" userId="1d425f06-52f5-490b-9f00-5a0d395ba4e9" providerId="ADAL" clId="{27A2FABC-AC00-4E0D-BE8A-9D5B61010432}" dt="2021-09-26T09:47:16.814" v="2982" actId="1036"/>
          <ac:spMkLst>
            <pc:docMk/>
            <pc:sldMk cId="0" sldId="500"/>
            <ac:spMk id="70660" creationId="{00000000-0000-0000-0000-000000000000}"/>
          </ac:spMkLst>
        </pc:spChg>
        <pc:spChg chg="mod">
          <ac:chgData name="Nguyen Duc Tien" userId="1d425f06-52f5-490b-9f00-5a0d395ba4e9" providerId="ADAL" clId="{27A2FABC-AC00-4E0D-BE8A-9D5B61010432}" dt="2021-09-26T09:47:16.814" v="2982" actId="1036"/>
          <ac:spMkLst>
            <pc:docMk/>
            <pc:sldMk cId="0" sldId="500"/>
            <ac:spMk id="70661" creationId="{00000000-0000-0000-0000-000000000000}"/>
          </ac:spMkLst>
        </pc:spChg>
        <pc:spChg chg="mod">
          <ac:chgData name="Nguyen Duc Tien" userId="1d425f06-52f5-490b-9f00-5a0d395ba4e9" providerId="ADAL" clId="{27A2FABC-AC00-4E0D-BE8A-9D5B61010432}" dt="2021-09-26T09:47:16.814" v="2982" actId="1036"/>
          <ac:spMkLst>
            <pc:docMk/>
            <pc:sldMk cId="0" sldId="500"/>
            <ac:spMk id="70662" creationId="{00000000-0000-0000-0000-000000000000}"/>
          </ac:spMkLst>
        </pc:spChg>
        <pc:spChg chg="mod">
          <ac:chgData name="Nguyen Duc Tien" userId="1d425f06-52f5-490b-9f00-5a0d395ba4e9" providerId="ADAL" clId="{27A2FABC-AC00-4E0D-BE8A-9D5B61010432}" dt="2021-09-26T09:47:16.814" v="2982" actId="1036"/>
          <ac:spMkLst>
            <pc:docMk/>
            <pc:sldMk cId="0" sldId="500"/>
            <ac:spMk id="70663" creationId="{00000000-0000-0000-0000-000000000000}"/>
          </ac:spMkLst>
        </pc:spChg>
        <pc:spChg chg="mod">
          <ac:chgData name="Nguyen Duc Tien" userId="1d425f06-52f5-490b-9f00-5a0d395ba4e9" providerId="ADAL" clId="{27A2FABC-AC00-4E0D-BE8A-9D5B61010432}" dt="2021-09-26T09:47:16.814" v="2982" actId="1036"/>
          <ac:spMkLst>
            <pc:docMk/>
            <pc:sldMk cId="0" sldId="500"/>
            <ac:spMk id="70664" creationId="{00000000-0000-0000-0000-000000000000}"/>
          </ac:spMkLst>
        </pc:spChg>
        <pc:spChg chg="mod">
          <ac:chgData name="Nguyen Duc Tien" userId="1d425f06-52f5-490b-9f00-5a0d395ba4e9" providerId="ADAL" clId="{27A2FABC-AC00-4E0D-BE8A-9D5B61010432}" dt="2021-09-26T09:47:16.814" v="2982" actId="1036"/>
          <ac:spMkLst>
            <pc:docMk/>
            <pc:sldMk cId="0" sldId="500"/>
            <ac:spMk id="70665" creationId="{00000000-0000-0000-0000-000000000000}"/>
          </ac:spMkLst>
        </pc:spChg>
        <pc:spChg chg="mod">
          <ac:chgData name="Nguyen Duc Tien" userId="1d425f06-52f5-490b-9f00-5a0d395ba4e9" providerId="ADAL" clId="{27A2FABC-AC00-4E0D-BE8A-9D5B61010432}" dt="2021-09-26T09:47:16.814" v="2982" actId="1036"/>
          <ac:spMkLst>
            <pc:docMk/>
            <pc:sldMk cId="0" sldId="500"/>
            <ac:spMk id="70666" creationId="{00000000-0000-0000-0000-000000000000}"/>
          </ac:spMkLst>
        </pc:spChg>
        <pc:spChg chg="mod">
          <ac:chgData name="Nguyen Duc Tien" userId="1d425f06-52f5-490b-9f00-5a0d395ba4e9" providerId="ADAL" clId="{27A2FABC-AC00-4E0D-BE8A-9D5B61010432}" dt="2021-09-26T09:47:16.814" v="2982" actId="1036"/>
          <ac:spMkLst>
            <pc:docMk/>
            <pc:sldMk cId="0" sldId="500"/>
            <ac:spMk id="70667" creationId="{00000000-0000-0000-0000-000000000000}"/>
          </ac:spMkLst>
        </pc:spChg>
        <pc:spChg chg="mod">
          <ac:chgData name="Nguyen Duc Tien" userId="1d425f06-52f5-490b-9f00-5a0d395ba4e9" providerId="ADAL" clId="{27A2FABC-AC00-4E0D-BE8A-9D5B61010432}" dt="2021-09-26T09:47:16.814" v="2982" actId="1036"/>
          <ac:spMkLst>
            <pc:docMk/>
            <pc:sldMk cId="0" sldId="500"/>
            <ac:spMk id="70668" creationId="{00000000-0000-0000-0000-000000000000}"/>
          </ac:spMkLst>
        </pc:spChg>
        <pc:spChg chg="mod">
          <ac:chgData name="Nguyen Duc Tien" userId="1d425f06-52f5-490b-9f00-5a0d395ba4e9" providerId="ADAL" clId="{27A2FABC-AC00-4E0D-BE8A-9D5B61010432}" dt="2021-09-26T09:47:16.814" v="2982" actId="1036"/>
          <ac:spMkLst>
            <pc:docMk/>
            <pc:sldMk cId="0" sldId="500"/>
            <ac:spMk id="70669" creationId="{00000000-0000-0000-0000-000000000000}"/>
          </ac:spMkLst>
        </pc:spChg>
        <pc:spChg chg="mod">
          <ac:chgData name="Nguyen Duc Tien" userId="1d425f06-52f5-490b-9f00-5a0d395ba4e9" providerId="ADAL" clId="{27A2FABC-AC00-4E0D-BE8A-9D5B61010432}" dt="2021-09-26T09:47:16.814" v="2982" actId="1036"/>
          <ac:spMkLst>
            <pc:docMk/>
            <pc:sldMk cId="0" sldId="500"/>
            <ac:spMk id="70670" creationId="{00000000-0000-0000-0000-000000000000}"/>
          </ac:spMkLst>
        </pc:spChg>
        <pc:spChg chg="mod">
          <ac:chgData name="Nguyen Duc Tien" userId="1d425f06-52f5-490b-9f00-5a0d395ba4e9" providerId="ADAL" clId="{27A2FABC-AC00-4E0D-BE8A-9D5B61010432}" dt="2021-09-26T09:47:16.814" v="2982" actId="1036"/>
          <ac:spMkLst>
            <pc:docMk/>
            <pc:sldMk cId="0" sldId="500"/>
            <ac:spMk id="70671" creationId="{00000000-0000-0000-0000-000000000000}"/>
          </ac:spMkLst>
        </pc:spChg>
        <pc:spChg chg="mod">
          <ac:chgData name="Nguyen Duc Tien" userId="1d425f06-52f5-490b-9f00-5a0d395ba4e9" providerId="ADAL" clId="{27A2FABC-AC00-4E0D-BE8A-9D5B61010432}" dt="2021-09-26T09:47:16.814" v="2982" actId="1036"/>
          <ac:spMkLst>
            <pc:docMk/>
            <pc:sldMk cId="0" sldId="500"/>
            <ac:spMk id="70672" creationId="{00000000-0000-0000-0000-000000000000}"/>
          </ac:spMkLst>
        </pc:spChg>
        <pc:spChg chg="mod">
          <ac:chgData name="Nguyen Duc Tien" userId="1d425f06-52f5-490b-9f00-5a0d395ba4e9" providerId="ADAL" clId="{27A2FABC-AC00-4E0D-BE8A-9D5B61010432}" dt="2021-09-26T09:47:16.814" v="2982" actId="1036"/>
          <ac:spMkLst>
            <pc:docMk/>
            <pc:sldMk cId="0" sldId="500"/>
            <ac:spMk id="70673" creationId="{00000000-0000-0000-0000-000000000000}"/>
          </ac:spMkLst>
        </pc:spChg>
        <pc:spChg chg="mod">
          <ac:chgData name="Nguyen Duc Tien" userId="1d425f06-52f5-490b-9f00-5a0d395ba4e9" providerId="ADAL" clId="{27A2FABC-AC00-4E0D-BE8A-9D5B61010432}" dt="2021-09-26T09:47:16.814" v="2982" actId="1036"/>
          <ac:spMkLst>
            <pc:docMk/>
            <pc:sldMk cId="0" sldId="500"/>
            <ac:spMk id="70674" creationId="{00000000-0000-0000-0000-000000000000}"/>
          </ac:spMkLst>
        </pc:spChg>
        <pc:spChg chg="mod">
          <ac:chgData name="Nguyen Duc Tien" userId="1d425f06-52f5-490b-9f00-5a0d395ba4e9" providerId="ADAL" clId="{27A2FABC-AC00-4E0D-BE8A-9D5B61010432}" dt="2021-09-26T09:47:16.814" v="2982" actId="1036"/>
          <ac:spMkLst>
            <pc:docMk/>
            <pc:sldMk cId="0" sldId="500"/>
            <ac:spMk id="70675" creationId="{00000000-0000-0000-0000-000000000000}"/>
          </ac:spMkLst>
        </pc:spChg>
        <pc:spChg chg="mod">
          <ac:chgData name="Nguyen Duc Tien" userId="1d425f06-52f5-490b-9f00-5a0d395ba4e9" providerId="ADAL" clId="{27A2FABC-AC00-4E0D-BE8A-9D5B61010432}" dt="2021-09-26T09:47:16.814" v="2982" actId="1036"/>
          <ac:spMkLst>
            <pc:docMk/>
            <pc:sldMk cId="0" sldId="500"/>
            <ac:spMk id="70676" creationId="{00000000-0000-0000-0000-000000000000}"/>
          </ac:spMkLst>
        </pc:spChg>
        <pc:spChg chg="mod">
          <ac:chgData name="Nguyen Duc Tien" userId="1d425f06-52f5-490b-9f00-5a0d395ba4e9" providerId="ADAL" clId="{27A2FABC-AC00-4E0D-BE8A-9D5B61010432}" dt="2021-09-26T09:47:16.814" v="2982" actId="1036"/>
          <ac:spMkLst>
            <pc:docMk/>
            <pc:sldMk cId="0" sldId="500"/>
            <ac:spMk id="70677" creationId="{00000000-0000-0000-0000-000000000000}"/>
          </ac:spMkLst>
        </pc:spChg>
        <pc:spChg chg="mod">
          <ac:chgData name="Nguyen Duc Tien" userId="1d425f06-52f5-490b-9f00-5a0d395ba4e9" providerId="ADAL" clId="{27A2FABC-AC00-4E0D-BE8A-9D5B61010432}" dt="2021-09-26T09:47:16.814" v="2982" actId="1036"/>
          <ac:spMkLst>
            <pc:docMk/>
            <pc:sldMk cId="0" sldId="500"/>
            <ac:spMk id="70678" creationId="{00000000-0000-0000-0000-000000000000}"/>
          </ac:spMkLst>
        </pc:spChg>
        <pc:spChg chg="mod">
          <ac:chgData name="Nguyen Duc Tien" userId="1d425f06-52f5-490b-9f00-5a0d395ba4e9" providerId="ADAL" clId="{27A2FABC-AC00-4E0D-BE8A-9D5B61010432}" dt="2021-09-26T09:47:16.814" v="2982" actId="1036"/>
          <ac:spMkLst>
            <pc:docMk/>
            <pc:sldMk cId="0" sldId="500"/>
            <ac:spMk id="70679" creationId="{00000000-0000-0000-0000-000000000000}"/>
          </ac:spMkLst>
        </pc:spChg>
        <pc:spChg chg="mod">
          <ac:chgData name="Nguyen Duc Tien" userId="1d425f06-52f5-490b-9f00-5a0d395ba4e9" providerId="ADAL" clId="{27A2FABC-AC00-4E0D-BE8A-9D5B61010432}" dt="2021-09-26T09:47:16.814" v="2982" actId="1036"/>
          <ac:spMkLst>
            <pc:docMk/>
            <pc:sldMk cId="0" sldId="500"/>
            <ac:spMk id="70680" creationId="{00000000-0000-0000-0000-000000000000}"/>
          </ac:spMkLst>
        </pc:spChg>
        <pc:spChg chg="mod">
          <ac:chgData name="Nguyen Duc Tien" userId="1d425f06-52f5-490b-9f00-5a0d395ba4e9" providerId="ADAL" clId="{27A2FABC-AC00-4E0D-BE8A-9D5B61010432}" dt="2021-09-26T09:47:16.814" v="2982" actId="1036"/>
          <ac:spMkLst>
            <pc:docMk/>
            <pc:sldMk cId="0" sldId="500"/>
            <ac:spMk id="70681" creationId="{00000000-0000-0000-0000-000000000000}"/>
          </ac:spMkLst>
        </pc:spChg>
        <pc:spChg chg="mod">
          <ac:chgData name="Nguyen Duc Tien" userId="1d425f06-52f5-490b-9f00-5a0d395ba4e9" providerId="ADAL" clId="{27A2FABC-AC00-4E0D-BE8A-9D5B61010432}" dt="2021-09-26T09:47:16.814" v="2982" actId="1036"/>
          <ac:spMkLst>
            <pc:docMk/>
            <pc:sldMk cId="0" sldId="500"/>
            <ac:spMk id="70682" creationId="{00000000-0000-0000-0000-000000000000}"/>
          </ac:spMkLst>
        </pc:spChg>
        <pc:spChg chg="mod">
          <ac:chgData name="Nguyen Duc Tien" userId="1d425f06-52f5-490b-9f00-5a0d395ba4e9" providerId="ADAL" clId="{27A2FABC-AC00-4E0D-BE8A-9D5B61010432}" dt="2021-09-26T09:47:16.814" v="2982" actId="1036"/>
          <ac:spMkLst>
            <pc:docMk/>
            <pc:sldMk cId="0" sldId="500"/>
            <ac:spMk id="70683" creationId="{00000000-0000-0000-0000-000000000000}"/>
          </ac:spMkLst>
        </pc:spChg>
        <pc:spChg chg="mod">
          <ac:chgData name="Nguyen Duc Tien" userId="1d425f06-52f5-490b-9f00-5a0d395ba4e9" providerId="ADAL" clId="{27A2FABC-AC00-4E0D-BE8A-9D5B61010432}" dt="2021-09-26T09:47:16.814" v="2982" actId="1036"/>
          <ac:spMkLst>
            <pc:docMk/>
            <pc:sldMk cId="0" sldId="500"/>
            <ac:spMk id="70684" creationId="{00000000-0000-0000-0000-000000000000}"/>
          </ac:spMkLst>
        </pc:spChg>
        <pc:spChg chg="mod">
          <ac:chgData name="Nguyen Duc Tien" userId="1d425f06-52f5-490b-9f00-5a0d395ba4e9" providerId="ADAL" clId="{27A2FABC-AC00-4E0D-BE8A-9D5B61010432}" dt="2021-09-26T09:47:16.814" v="2982" actId="1036"/>
          <ac:spMkLst>
            <pc:docMk/>
            <pc:sldMk cId="0" sldId="500"/>
            <ac:spMk id="70685" creationId="{00000000-0000-0000-0000-000000000000}"/>
          </ac:spMkLst>
        </pc:spChg>
        <pc:spChg chg="mod">
          <ac:chgData name="Nguyen Duc Tien" userId="1d425f06-52f5-490b-9f00-5a0d395ba4e9" providerId="ADAL" clId="{27A2FABC-AC00-4E0D-BE8A-9D5B61010432}" dt="2021-09-26T09:47:16.814" v="2982" actId="1036"/>
          <ac:spMkLst>
            <pc:docMk/>
            <pc:sldMk cId="0" sldId="500"/>
            <ac:spMk id="70686" creationId="{00000000-0000-0000-0000-000000000000}"/>
          </ac:spMkLst>
        </pc:spChg>
        <pc:spChg chg="mod">
          <ac:chgData name="Nguyen Duc Tien" userId="1d425f06-52f5-490b-9f00-5a0d395ba4e9" providerId="ADAL" clId="{27A2FABC-AC00-4E0D-BE8A-9D5B61010432}" dt="2021-09-26T09:47:16.814" v="2982" actId="1036"/>
          <ac:spMkLst>
            <pc:docMk/>
            <pc:sldMk cId="0" sldId="500"/>
            <ac:spMk id="70687" creationId="{00000000-0000-0000-0000-000000000000}"/>
          </ac:spMkLst>
        </pc:spChg>
        <pc:spChg chg="mod">
          <ac:chgData name="Nguyen Duc Tien" userId="1d425f06-52f5-490b-9f00-5a0d395ba4e9" providerId="ADAL" clId="{27A2FABC-AC00-4E0D-BE8A-9D5B61010432}" dt="2021-09-26T09:47:16.814" v="2982" actId="1036"/>
          <ac:spMkLst>
            <pc:docMk/>
            <pc:sldMk cId="0" sldId="500"/>
            <ac:spMk id="70688" creationId="{00000000-0000-0000-0000-000000000000}"/>
          </ac:spMkLst>
        </pc:spChg>
        <pc:spChg chg="mod">
          <ac:chgData name="Nguyen Duc Tien" userId="1d425f06-52f5-490b-9f00-5a0d395ba4e9" providerId="ADAL" clId="{27A2FABC-AC00-4E0D-BE8A-9D5B61010432}" dt="2021-09-26T09:47:16.814" v="2982" actId="1036"/>
          <ac:spMkLst>
            <pc:docMk/>
            <pc:sldMk cId="0" sldId="500"/>
            <ac:spMk id="70689" creationId="{00000000-0000-0000-0000-000000000000}"/>
          </ac:spMkLst>
        </pc:spChg>
        <pc:spChg chg="mod">
          <ac:chgData name="Nguyen Duc Tien" userId="1d425f06-52f5-490b-9f00-5a0d395ba4e9" providerId="ADAL" clId="{27A2FABC-AC00-4E0D-BE8A-9D5B61010432}" dt="2021-09-26T09:47:16.814" v="2982" actId="1036"/>
          <ac:spMkLst>
            <pc:docMk/>
            <pc:sldMk cId="0" sldId="500"/>
            <ac:spMk id="70690" creationId="{00000000-0000-0000-0000-000000000000}"/>
          </ac:spMkLst>
        </pc:spChg>
        <pc:spChg chg="mod">
          <ac:chgData name="Nguyen Duc Tien" userId="1d425f06-52f5-490b-9f00-5a0d395ba4e9" providerId="ADAL" clId="{27A2FABC-AC00-4E0D-BE8A-9D5B61010432}" dt="2021-09-26T09:47:16.814" v="2982" actId="1036"/>
          <ac:spMkLst>
            <pc:docMk/>
            <pc:sldMk cId="0" sldId="500"/>
            <ac:spMk id="70691" creationId="{00000000-0000-0000-0000-000000000000}"/>
          </ac:spMkLst>
        </pc:spChg>
        <pc:spChg chg="mod">
          <ac:chgData name="Nguyen Duc Tien" userId="1d425f06-52f5-490b-9f00-5a0d395ba4e9" providerId="ADAL" clId="{27A2FABC-AC00-4E0D-BE8A-9D5B61010432}" dt="2021-09-26T09:47:16.814" v="2982" actId="1036"/>
          <ac:spMkLst>
            <pc:docMk/>
            <pc:sldMk cId="0" sldId="500"/>
            <ac:spMk id="70692" creationId="{00000000-0000-0000-0000-000000000000}"/>
          </ac:spMkLst>
        </pc:spChg>
        <pc:spChg chg="mod">
          <ac:chgData name="Nguyen Duc Tien" userId="1d425f06-52f5-490b-9f00-5a0d395ba4e9" providerId="ADAL" clId="{27A2FABC-AC00-4E0D-BE8A-9D5B61010432}" dt="2021-09-26T09:47:16.814" v="2982" actId="1036"/>
          <ac:spMkLst>
            <pc:docMk/>
            <pc:sldMk cId="0" sldId="500"/>
            <ac:spMk id="70693" creationId="{00000000-0000-0000-0000-000000000000}"/>
          </ac:spMkLst>
        </pc:spChg>
        <pc:spChg chg="mod">
          <ac:chgData name="Nguyen Duc Tien" userId="1d425f06-52f5-490b-9f00-5a0d395ba4e9" providerId="ADAL" clId="{27A2FABC-AC00-4E0D-BE8A-9D5B61010432}" dt="2021-09-26T09:47:16.814" v="2982" actId="1036"/>
          <ac:spMkLst>
            <pc:docMk/>
            <pc:sldMk cId="0" sldId="500"/>
            <ac:spMk id="70694" creationId="{00000000-0000-0000-0000-000000000000}"/>
          </ac:spMkLst>
        </pc:spChg>
        <pc:spChg chg="mod">
          <ac:chgData name="Nguyen Duc Tien" userId="1d425f06-52f5-490b-9f00-5a0d395ba4e9" providerId="ADAL" clId="{27A2FABC-AC00-4E0D-BE8A-9D5B61010432}" dt="2021-09-26T09:47:16.814" v="2982" actId="1036"/>
          <ac:spMkLst>
            <pc:docMk/>
            <pc:sldMk cId="0" sldId="500"/>
            <ac:spMk id="70695" creationId="{00000000-0000-0000-0000-000000000000}"/>
          </ac:spMkLst>
        </pc:spChg>
        <pc:spChg chg="mod">
          <ac:chgData name="Nguyen Duc Tien" userId="1d425f06-52f5-490b-9f00-5a0d395ba4e9" providerId="ADAL" clId="{27A2FABC-AC00-4E0D-BE8A-9D5B61010432}" dt="2021-09-26T09:47:16.814" v="2982" actId="1036"/>
          <ac:spMkLst>
            <pc:docMk/>
            <pc:sldMk cId="0" sldId="500"/>
            <ac:spMk id="70696" creationId="{00000000-0000-0000-0000-000000000000}"/>
          </ac:spMkLst>
        </pc:spChg>
        <pc:spChg chg="mod">
          <ac:chgData name="Nguyen Duc Tien" userId="1d425f06-52f5-490b-9f00-5a0d395ba4e9" providerId="ADAL" clId="{27A2FABC-AC00-4E0D-BE8A-9D5B61010432}" dt="2021-09-26T09:47:16.814" v="2982" actId="1036"/>
          <ac:spMkLst>
            <pc:docMk/>
            <pc:sldMk cId="0" sldId="500"/>
            <ac:spMk id="70697" creationId="{00000000-0000-0000-0000-000000000000}"/>
          </ac:spMkLst>
        </pc:spChg>
        <pc:spChg chg="mod">
          <ac:chgData name="Nguyen Duc Tien" userId="1d425f06-52f5-490b-9f00-5a0d395ba4e9" providerId="ADAL" clId="{27A2FABC-AC00-4E0D-BE8A-9D5B61010432}" dt="2021-09-26T09:47:16.814" v="2982" actId="1036"/>
          <ac:spMkLst>
            <pc:docMk/>
            <pc:sldMk cId="0" sldId="500"/>
            <ac:spMk id="70698" creationId="{00000000-0000-0000-0000-000000000000}"/>
          </ac:spMkLst>
        </pc:spChg>
        <pc:spChg chg="mod">
          <ac:chgData name="Nguyen Duc Tien" userId="1d425f06-52f5-490b-9f00-5a0d395ba4e9" providerId="ADAL" clId="{27A2FABC-AC00-4E0D-BE8A-9D5B61010432}" dt="2021-09-26T09:47:16.814" v="2982" actId="1036"/>
          <ac:spMkLst>
            <pc:docMk/>
            <pc:sldMk cId="0" sldId="500"/>
            <ac:spMk id="70699" creationId="{00000000-0000-0000-0000-000000000000}"/>
          </ac:spMkLst>
        </pc:spChg>
        <pc:spChg chg="mod">
          <ac:chgData name="Nguyen Duc Tien" userId="1d425f06-52f5-490b-9f00-5a0d395ba4e9" providerId="ADAL" clId="{27A2FABC-AC00-4E0D-BE8A-9D5B61010432}" dt="2021-09-26T09:47:16.814" v="2982" actId="1036"/>
          <ac:spMkLst>
            <pc:docMk/>
            <pc:sldMk cId="0" sldId="500"/>
            <ac:spMk id="70700" creationId="{00000000-0000-0000-0000-000000000000}"/>
          </ac:spMkLst>
        </pc:spChg>
        <pc:spChg chg="mod">
          <ac:chgData name="Nguyen Duc Tien" userId="1d425f06-52f5-490b-9f00-5a0d395ba4e9" providerId="ADAL" clId="{27A2FABC-AC00-4E0D-BE8A-9D5B61010432}" dt="2021-09-26T09:47:16.814" v="2982" actId="1036"/>
          <ac:spMkLst>
            <pc:docMk/>
            <pc:sldMk cId="0" sldId="500"/>
            <ac:spMk id="70701" creationId="{00000000-0000-0000-0000-000000000000}"/>
          </ac:spMkLst>
        </pc:spChg>
        <pc:spChg chg="mod">
          <ac:chgData name="Nguyen Duc Tien" userId="1d425f06-52f5-490b-9f00-5a0d395ba4e9" providerId="ADAL" clId="{27A2FABC-AC00-4E0D-BE8A-9D5B61010432}" dt="2021-09-26T09:47:16.814" v="2982" actId="1036"/>
          <ac:spMkLst>
            <pc:docMk/>
            <pc:sldMk cId="0" sldId="500"/>
            <ac:spMk id="70702" creationId="{00000000-0000-0000-0000-000000000000}"/>
          </ac:spMkLst>
        </pc:spChg>
        <pc:spChg chg="mod">
          <ac:chgData name="Nguyen Duc Tien" userId="1d425f06-52f5-490b-9f00-5a0d395ba4e9" providerId="ADAL" clId="{27A2FABC-AC00-4E0D-BE8A-9D5B61010432}" dt="2021-09-26T09:47:16.814" v="2982" actId="1036"/>
          <ac:spMkLst>
            <pc:docMk/>
            <pc:sldMk cId="0" sldId="500"/>
            <ac:spMk id="70703" creationId="{00000000-0000-0000-0000-000000000000}"/>
          </ac:spMkLst>
        </pc:spChg>
        <pc:spChg chg="mod">
          <ac:chgData name="Nguyen Duc Tien" userId="1d425f06-52f5-490b-9f00-5a0d395ba4e9" providerId="ADAL" clId="{27A2FABC-AC00-4E0D-BE8A-9D5B61010432}" dt="2021-09-26T09:47:16.814" v="2982" actId="1036"/>
          <ac:spMkLst>
            <pc:docMk/>
            <pc:sldMk cId="0" sldId="500"/>
            <ac:spMk id="70704" creationId="{00000000-0000-0000-0000-000000000000}"/>
          </ac:spMkLst>
        </pc:spChg>
        <pc:spChg chg="mod">
          <ac:chgData name="Nguyen Duc Tien" userId="1d425f06-52f5-490b-9f00-5a0d395ba4e9" providerId="ADAL" clId="{27A2FABC-AC00-4E0D-BE8A-9D5B61010432}" dt="2021-09-26T09:47:16.814" v="2982" actId="1036"/>
          <ac:spMkLst>
            <pc:docMk/>
            <pc:sldMk cId="0" sldId="500"/>
            <ac:spMk id="70705" creationId="{00000000-0000-0000-0000-000000000000}"/>
          </ac:spMkLst>
        </pc:spChg>
        <pc:spChg chg="mod">
          <ac:chgData name="Nguyen Duc Tien" userId="1d425f06-52f5-490b-9f00-5a0d395ba4e9" providerId="ADAL" clId="{27A2FABC-AC00-4E0D-BE8A-9D5B61010432}" dt="2021-09-26T09:47:16.814" v="2982" actId="1036"/>
          <ac:spMkLst>
            <pc:docMk/>
            <pc:sldMk cId="0" sldId="500"/>
            <ac:spMk id="70706" creationId="{00000000-0000-0000-0000-000000000000}"/>
          </ac:spMkLst>
        </pc:spChg>
        <pc:spChg chg="mod">
          <ac:chgData name="Nguyen Duc Tien" userId="1d425f06-52f5-490b-9f00-5a0d395ba4e9" providerId="ADAL" clId="{27A2FABC-AC00-4E0D-BE8A-9D5B61010432}" dt="2021-09-26T09:47:16.814" v="2982" actId="1036"/>
          <ac:spMkLst>
            <pc:docMk/>
            <pc:sldMk cId="0" sldId="500"/>
            <ac:spMk id="70707" creationId="{00000000-0000-0000-0000-000000000000}"/>
          </ac:spMkLst>
        </pc:spChg>
        <pc:spChg chg="mod">
          <ac:chgData name="Nguyen Duc Tien" userId="1d425f06-52f5-490b-9f00-5a0d395ba4e9" providerId="ADAL" clId="{27A2FABC-AC00-4E0D-BE8A-9D5B61010432}" dt="2021-09-26T09:47:16.814" v="2982" actId="1036"/>
          <ac:spMkLst>
            <pc:docMk/>
            <pc:sldMk cId="0" sldId="500"/>
            <ac:spMk id="70708" creationId="{00000000-0000-0000-0000-000000000000}"/>
          </ac:spMkLst>
        </pc:spChg>
        <pc:spChg chg="mod">
          <ac:chgData name="Nguyen Duc Tien" userId="1d425f06-52f5-490b-9f00-5a0d395ba4e9" providerId="ADAL" clId="{27A2FABC-AC00-4E0D-BE8A-9D5B61010432}" dt="2021-09-26T09:47:16.814" v="2982" actId="1036"/>
          <ac:spMkLst>
            <pc:docMk/>
            <pc:sldMk cId="0" sldId="500"/>
            <ac:spMk id="70709" creationId="{00000000-0000-0000-0000-000000000000}"/>
          </ac:spMkLst>
        </pc:spChg>
        <pc:spChg chg="mod">
          <ac:chgData name="Nguyen Duc Tien" userId="1d425f06-52f5-490b-9f00-5a0d395ba4e9" providerId="ADAL" clId="{27A2FABC-AC00-4E0D-BE8A-9D5B61010432}" dt="2021-09-26T09:47:16.814" v="2982" actId="1036"/>
          <ac:spMkLst>
            <pc:docMk/>
            <pc:sldMk cId="0" sldId="500"/>
            <ac:spMk id="70710" creationId="{00000000-0000-0000-0000-000000000000}"/>
          </ac:spMkLst>
        </pc:spChg>
        <pc:spChg chg="mod">
          <ac:chgData name="Nguyen Duc Tien" userId="1d425f06-52f5-490b-9f00-5a0d395ba4e9" providerId="ADAL" clId="{27A2FABC-AC00-4E0D-BE8A-9D5B61010432}" dt="2021-09-26T09:47:16.814" v="2982" actId="1036"/>
          <ac:spMkLst>
            <pc:docMk/>
            <pc:sldMk cId="0" sldId="500"/>
            <ac:spMk id="70711" creationId="{00000000-0000-0000-0000-000000000000}"/>
          </ac:spMkLst>
        </pc:spChg>
        <pc:spChg chg="mod">
          <ac:chgData name="Nguyen Duc Tien" userId="1d425f06-52f5-490b-9f00-5a0d395ba4e9" providerId="ADAL" clId="{27A2FABC-AC00-4E0D-BE8A-9D5B61010432}" dt="2021-09-26T09:47:16.814" v="2982" actId="1036"/>
          <ac:spMkLst>
            <pc:docMk/>
            <pc:sldMk cId="0" sldId="500"/>
            <ac:spMk id="70712" creationId="{00000000-0000-0000-0000-000000000000}"/>
          </ac:spMkLst>
        </pc:spChg>
        <pc:spChg chg="mod">
          <ac:chgData name="Nguyen Duc Tien" userId="1d425f06-52f5-490b-9f00-5a0d395ba4e9" providerId="ADAL" clId="{27A2FABC-AC00-4E0D-BE8A-9D5B61010432}" dt="2021-09-26T09:47:16.814" v="2982" actId="1036"/>
          <ac:spMkLst>
            <pc:docMk/>
            <pc:sldMk cId="0" sldId="500"/>
            <ac:spMk id="70713" creationId="{00000000-0000-0000-0000-000000000000}"/>
          </ac:spMkLst>
        </pc:spChg>
        <pc:picChg chg="mod">
          <ac:chgData name="Nguyen Duc Tien" userId="1d425f06-52f5-490b-9f00-5a0d395ba4e9" providerId="ADAL" clId="{27A2FABC-AC00-4E0D-BE8A-9D5B61010432}" dt="2021-09-26T09:47:16.814" v="2982" actId="1036"/>
          <ac:picMkLst>
            <pc:docMk/>
            <pc:sldMk cId="0" sldId="500"/>
            <ac:picMk id="70714" creationId="{00000000-0000-0000-0000-000000000000}"/>
          </ac:picMkLst>
        </pc:picChg>
      </pc:sldChg>
      <pc:sldChg chg="modSp mod modClrScheme chgLayout modNotes">
        <pc:chgData name="Nguyen Duc Tien" userId="1d425f06-52f5-490b-9f00-5a0d395ba4e9" providerId="ADAL" clId="{27A2FABC-AC00-4E0D-BE8A-9D5B61010432}" dt="2021-09-26T09:57:41.595" v="3359"/>
        <pc:sldMkLst>
          <pc:docMk/>
          <pc:sldMk cId="0" sldId="504"/>
        </pc:sldMkLst>
        <pc:spChg chg="mod ord">
          <ac:chgData name="Nguyen Duc Tien" userId="1d425f06-52f5-490b-9f00-5a0d395ba4e9" providerId="ADAL" clId="{27A2FABC-AC00-4E0D-BE8A-9D5B61010432}" dt="2021-09-26T09:10:48.687" v="1264" actId="700"/>
          <ac:spMkLst>
            <pc:docMk/>
            <pc:sldMk cId="0" sldId="504"/>
            <ac:spMk id="69634" creationId="{00000000-0000-0000-0000-000000000000}"/>
          </ac:spMkLst>
        </pc:spChg>
        <pc:spChg chg="mod ord">
          <ac:chgData name="Nguyen Duc Tien" userId="1d425f06-52f5-490b-9f00-5a0d395ba4e9" providerId="ADAL" clId="{27A2FABC-AC00-4E0D-BE8A-9D5B61010432}" dt="2021-09-26T09:10:48.687" v="1264" actId="700"/>
          <ac:spMkLst>
            <pc:docMk/>
            <pc:sldMk cId="0" sldId="504"/>
            <ac:spMk id="69635" creationId="{00000000-0000-0000-0000-000000000000}"/>
          </ac:spMkLst>
        </pc:spChg>
      </pc:sldChg>
      <pc:sldChg chg="addSp delSp modSp mod modClrScheme chgLayout modNotes">
        <pc:chgData name="Nguyen Duc Tien" userId="1d425f06-52f5-490b-9f00-5a0d395ba4e9" providerId="ADAL" clId="{27A2FABC-AC00-4E0D-BE8A-9D5B61010432}" dt="2021-09-26T09:57:41.595" v="3359"/>
        <pc:sldMkLst>
          <pc:docMk/>
          <pc:sldMk cId="0" sldId="505"/>
        </pc:sldMkLst>
        <pc:spChg chg="add del mod ord">
          <ac:chgData name="Nguyen Duc Tien" userId="1d425f06-52f5-490b-9f00-5a0d395ba4e9" providerId="ADAL" clId="{27A2FABC-AC00-4E0D-BE8A-9D5B61010432}" dt="2021-09-26T09:28:50.128" v="2464" actId="478"/>
          <ac:spMkLst>
            <pc:docMk/>
            <pc:sldMk cId="0" sldId="505"/>
            <ac:spMk id="3" creationId="{B54D93BD-2F19-447F-A64C-7D833ACBA9E3}"/>
          </ac:spMkLst>
        </pc:spChg>
        <pc:spChg chg="mod ord">
          <ac:chgData name="Nguyen Duc Tien" userId="1d425f06-52f5-490b-9f00-5a0d395ba4e9" providerId="ADAL" clId="{27A2FABC-AC00-4E0D-BE8A-9D5B61010432}" dt="2021-09-26T09:10:48.687" v="1264" actId="700"/>
          <ac:spMkLst>
            <pc:docMk/>
            <pc:sldMk cId="0" sldId="505"/>
            <ac:spMk id="47107" creationId="{00000000-0000-0000-0000-000000000000}"/>
          </ac:spMkLst>
        </pc:spChg>
        <pc:spChg chg="mod">
          <ac:chgData name="Nguyen Duc Tien" userId="1d425f06-52f5-490b-9f00-5a0d395ba4e9" providerId="ADAL" clId="{27A2FABC-AC00-4E0D-BE8A-9D5B61010432}" dt="2021-09-26T09:29:31.374" v="2502" actId="1076"/>
          <ac:spMkLst>
            <pc:docMk/>
            <pc:sldMk cId="0" sldId="505"/>
            <ac:spMk id="47108" creationId="{00000000-0000-0000-0000-000000000000}"/>
          </ac:spMkLst>
        </pc:spChg>
        <pc:spChg chg="mod">
          <ac:chgData name="Nguyen Duc Tien" userId="1d425f06-52f5-490b-9f00-5a0d395ba4e9" providerId="ADAL" clId="{27A2FABC-AC00-4E0D-BE8A-9D5B61010432}" dt="2021-09-26T09:29:27.375" v="2501" actId="14100"/>
          <ac:spMkLst>
            <pc:docMk/>
            <pc:sldMk cId="0" sldId="505"/>
            <ac:spMk id="47109" creationId="{00000000-0000-0000-0000-000000000000}"/>
          </ac:spMkLst>
        </pc:spChg>
        <pc:graphicFrameChg chg="mod modGraphic">
          <ac:chgData name="Nguyen Duc Tien" userId="1d425f06-52f5-490b-9f00-5a0d395ba4e9" providerId="ADAL" clId="{27A2FABC-AC00-4E0D-BE8A-9D5B61010432}" dt="2021-09-26T09:31:51.374" v="2603" actId="20577"/>
          <ac:graphicFrameMkLst>
            <pc:docMk/>
            <pc:sldMk cId="0" sldId="505"/>
            <ac:graphicFrameMk id="2" creationId="{B226EEEB-7AE4-40B5-8E81-12FB26BA82E0}"/>
          </ac:graphicFrameMkLst>
        </pc:graphicFrameChg>
      </pc:sldChg>
      <pc:sldChg chg="modSp mod modClrScheme chgLayout modNotes">
        <pc:chgData name="Nguyen Duc Tien" userId="1d425f06-52f5-490b-9f00-5a0d395ba4e9" providerId="ADAL" clId="{27A2FABC-AC00-4E0D-BE8A-9D5B61010432}" dt="2021-09-26T09:57:41.595" v="3359"/>
        <pc:sldMkLst>
          <pc:docMk/>
          <pc:sldMk cId="0" sldId="509"/>
        </pc:sldMkLst>
        <pc:spChg chg="mod ord">
          <ac:chgData name="Nguyen Duc Tien" userId="1d425f06-52f5-490b-9f00-5a0d395ba4e9" providerId="ADAL" clId="{27A2FABC-AC00-4E0D-BE8A-9D5B61010432}" dt="2021-09-26T09:44:08.785" v="2800" actId="404"/>
          <ac:spMkLst>
            <pc:docMk/>
            <pc:sldMk cId="0" sldId="509"/>
            <ac:spMk id="60418" creationId="{00000000-0000-0000-0000-000000000000}"/>
          </ac:spMkLst>
        </pc:spChg>
        <pc:spChg chg="mod ord">
          <ac:chgData name="Nguyen Duc Tien" userId="1d425f06-52f5-490b-9f00-5a0d395ba4e9" providerId="ADAL" clId="{27A2FABC-AC00-4E0D-BE8A-9D5B61010432}" dt="2021-09-26T09:10:48.687" v="1264" actId="700"/>
          <ac:spMkLst>
            <pc:docMk/>
            <pc:sldMk cId="0" sldId="509"/>
            <ac:spMk id="60419" creationId="{00000000-0000-0000-0000-000000000000}"/>
          </ac:spMkLst>
        </pc:spChg>
        <pc:spChg chg="mod">
          <ac:chgData name="Nguyen Duc Tien" userId="1d425f06-52f5-490b-9f00-5a0d395ba4e9" providerId="ADAL" clId="{27A2FABC-AC00-4E0D-BE8A-9D5B61010432}" dt="2021-09-26T09:44:19.622" v="2813" actId="1037"/>
          <ac:spMkLst>
            <pc:docMk/>
            <pc:sldMk cId="0" sldId="509"/>
            <ac:spMk id="60420" creationId="{00000000-0000-0000-0000-000000000000}"/>
          </ac:spMkLst>
        </pc:spChg>
        <pc:spChg chg="mod">
          <ac:chgData name="Nguyen Duc Tien" userId="1d425f06-52f5-490b-9f00-5a0d395ba4e9" providerId="ADAL" clId="{27A2FABC-AC00-4E0D-BE8A-9D5B61010432}" dt="2021-09-26T09:44:19.622" v="2813" actId="1037"/>
          <ac:spMkLst>
            <pc:docMk/>
            <pc:sldMk cId="0" sldId="509"/>
            <ac:spMk id="60421" creationId="{00000000-0000-0000-0000-000000000000}"/>
          </ac:spMkLst>
        </pc:spChg>
        <pc:spChg chg="mod">
          <ac:chgData name="Nguyen Duc Tien" userId="1d425f06-52f5-490b-9f00-5a0d395ba4e9" providerId="ADAL" clId="{27A2FABC-AC00-4E0D-BE8A-9D5B61010432}" dt="2021-09-26T09:44:19.622" v="2813" actId="1037"/>
          <ac:spMkLst>
            <pc:docMk/>
            <pc:sldMk cId="0" sldId="509"/>
            <ac:spMk id="60422" creationId="{00000000-0000-0000-0000-000000000000}"/>
          </ac:spMkLst>
        </pc:spChg>
        <pc:spChg chg="mod">
          <ac:chgData name="Nguyen Duc Tien" userId="1d425f06-52f5-490b-9f00-5a0d395ba4e9" providerId="ADAL" clId="{27A2FABC-AC00-4E0D-BE8A-9D5B61010432}" dt="2021-09-26T09:44:19.622" v="2813" actId="1037"/>
          <ac:spMkLst>
            <pc:docMk/>
            <pc:sldMk cId="0" sldId="509"/>
            <ac:spMk id="60423" creationId="{00000000-0000-0000-0000-000000000000}"/>
          </ac:spMkLst>
        </pc:spChg>
        <pc:spChg chg="mod">
          <ac:chgData name="Nguyen Duc Tien" userId="1d425f06-52f5-490b-9f00-5a0d395ba4e9" providerId="ADAL" clId="{27A2FABC-AC00-4E0D-BE8A-9D5B61010432}" dt="2021-09-26T09:44:19.622" v="2813" actId="1037"/>
          <ac:spMkLst>
            <pc:docMk/>
            <pc:sldMk cId="0" sldId="509"/>
            <ac:spMk id="60424" creationId="{00000000-0000-0000-0000-000000000000}"/>
          </ac:spMkLst>
        </pc:spChg>
        <pc:spChg chg="mod">
          <ac:chgData name="Nguyen Duc Tien" userId="1d425f06-52f5-490b-9f00-5a0d395ba4e9" providerId="ADAL" clId="{27A2FABC-AC00-4E0D-BE8A-9D5B61010432}" dt="2021-09-26T09:44:19.622" v="2813" actId="1037"/>
          <ac:spMkLst>
            <pc:docMk/>
            <pc:sldMk cId="0" sldId="509"/>
            <ac:spMk id="60425" creationId="{00000000-0000-0000-0000-000000000000}"/>
          </ac:spMkLst>
        </pc:spChg>
        <pc:spChg chg="mod">
          <ac:chgData name="Nguyen Duc Tien" userId="1d425f06-52f5-490b-9f00-5a0d395ba4e9" providerId="ADAL" clId="{27A2FABC-AC00-4E0D-BE8A-9D5B61010432}" dt="2021-09-26T09:44:19.622" v="2813" actId="1037"/>
          <ac:spMkLst>
            <pc:docMk/>
            <pc:sldMk cId="0" sldId="509"/>
            <ac:spMk id="60426" creationId="{00000000-0000-0000-0000-000000000000}"/>
          </ac:spMkLst>
        </pc:spChg>
        <pc:spChg chg="mod">
          <ac:chgData name="Nguyen Duc Tien" userId="1d425f06-52f5-490b-9f00-5a0d395ba4e9" providerId="ADAL" clId="{27A2FABC-AC00-4E0D-BE8A-9D5B61010432}" dt="2021-09-26T09:44:19.622" v="2813" actId="1037"/>
          <ac:spMkLst>
            <pc:docMk/>
            <pc:sldMk cId="0" sldId="509"/>
            <ac:spMk id="60427" creationId="{00000000-0000-0000-0000-000000000000}"/>
          </ac:spMkLst>
        </pc:spChg>
        <pc:spChg chg="mod">
          <ac:chgData name="Nguyen Duc Tien" userId="1d425f06-52f5-490b-9f00-5a0d395ba4e9" providerId="ADAL" clId="{27A2FABC-AC00-4E0D-BE8A-9D5B61010432}" dt="2021-09-26T09:44:19.622" v="2813" actId="1037"/>
          <ac:spMkLst>
            <pc:docMk/>
            <pc:sldMk cId="0" sldId="509"/>
            <ac:spMk id="60428" creationId="{00000000-0000-0000-0000-000000000000}"/>
          </ac:spMkLst>
        </pc:spChg>
        <pc:spChg chg="mod">
          <ac:chgData name="Nguyen Duc Tien" userId="1d425f06-52f5-490b-9f00-5a0d395ba4e9" providerId="ADAL" clId="{27A2FABC-AC00-4E0D-BE8A-9D5B61010432}" dt="2021-09-26T09:44:19.622" v="2813" actId="1037"/>
          <ac:spMkLst>
            <pc:docMk/>
            <pc:sldMk cId="0" sldId="509"/>
            <ac:spMk id="60429" creationId="{00000000-0000-0000-0000-000000000000}"/>
          </ac:spMkLst>
        </pc:spChg>
        <pc:spChg chg="mod">
          <ac:chgData name="Nguyen Duc Tien" userId="1d425f06-52f5-490b-9f00-5a0d395ba4e9" providerId="ADAL" clId="{27A2FABC-AC00-4E0D-BE8A-9D5B61010432}" dt="2021-09-26T09:44:19.622" v="2813" actId="1037"/>
          <ac:spMkLst>
            <pc:docMk/>
            <pc:sldMk cId="0" sldId="509"/>
            <ac:spMk id="60430" creationId="{00000000-0000-0000-0000-000000000000}"/>
          </ac:spMkLst>
        </pc:spChg>
      </pc:sldChg>
      <pc:sldChg chg="addSp delSp modSp mod modClrScheme chgLayout modNotes">
        <pc:chgData name="Nguyen Duc Tien" userId="1d425f06-52f5-490b-9f00-5a0d395ba4e9" providerId="ADAL" clId="{27A2FABC-AC00-4E0D-BE8A-9D5B61010432}" dt="2021-09-26T09:57:41.595" v="3359"/>
        <pc:sldMkLst>
          <pc:docMk/>
          <pc:sldMk cId="0" sldId="510"/>
        </pc:sldMkLst>
        <pc:spChg chg="add del mod ord">
          <ac:chgData name="Nguyen Duc Tien" userId="1d425f06-52f5-490b-9f00-5a0d395ba4e9" providerId="ADAL" clId="{27A2FABC-AC00-4E0D-BE8A-9D5B61010432}" dt="2021-09-26T09:43:37.996" v="2787" actId="478"/>
          <ac:spMkLst>
            <pc:docMk/>
            <pc:sldMk cId="0" sldId="510"/>
            <ac:spMk id="2" creationId="{138A4012-781A-4EE9-84BE-62A7F7A81B14}"/>
          </ac:spMkLst>
        </pc:spChg>
        <pc:spChg chg="mod ord">
          <ac:chgData name="Nguyen Duc Tien" userId="1d425f06-52f5-490b-9f00-5a0d395ba4e9" providerId="ADAL" clId="{27A2FABC-AC00-4E0D-BE8A-9D5B61010432}" dt="2021-09-26T09:10:48.687" v="1264" actId="700"/>
          <ac:spMkLst>
            <pc:docMk/>
            <pc:sldMk cId="0" sldId="510"/>
            <ac:spMk id="59394" creationId="{00000000-0000-0000-0000-000000000000}"/>
          </ac:spMkLst>
        </pc:spChg>
        <pc:spChg chg="mod">
          <ac:chgData name="Nguyen Duc Tien" userId="1d425f06-52f5-490b-9f00-5a0d395ba4e9" providerId="ADAL" clId="{27A2FABC-AC00-4E0D-BE8A-9D5B61010432}" dt="2021-09-26T09:43:42.190" v="2799" actId="1037"/>
          <ac:spMkLst>
            <pc:docMk/>
            <pc:sldMk cId="0" sldId="510"/>
            <ac:spMk id="59395" creationId="{00000000-0000-0000-0000-000000000000}"/>
          </ac:spMkLst>
        </pc:spChg>
        <pc:spChg chg="mod">
          <ac:chgData name="Nguyen Duc Tien" userId="1d425f06-52f5-490b-9f00-5a0d395ba4e9" providerId="ADAL" clId="{27A2FABC-AC00-4E0D-BE8A-9D5B61010432}" dt="2021-09-26T09:43:42.190" v="2799" actId="1037"/>
          <ac:spMkLst>
            <pc:docMk/>
            <pc:sldMk cId="0" sldId="510"/>
            <ac:spMk id="59396" creationId="{00000000-0000-0000-0000-000000000000}"/>
          </ac:spMkLst>
        </pc:spChg>
        <pc:spChg chg="mod">
          <ac:chgData name="Nguyen Duc Tien" userId="1d425f06-52f5-490b-9f00-5a0d395ba4e9" providerId="ADAL" clId="{27A2FABC-AC00-4E0D-BE8A-9D5B61010432}" dt="2021-09-26T09:43:42.190" v="2799" actId="1037"/>
          <ac:spMkLst>
            <pc:docMk/>
            <pc:sldMk cId="0" sldId="510"/>
            <ac:spMk id="59397" creationId="{00000000-0000-0000-0000-000000000000}"/>
          </ac:spMkLst>
        </pc:spChg>
        <pc:spChg chg="mod">
          <ac:chgData name="Nguyen Duc Tien" userId="1d425f06-52f5-490b-9f00-5a0d395ba4e9" providerId="ADAL" clId="{27A2FABC-AC00-4E0D-BE8A-9D5B61010432}" dt="2021-09-26T09:43:42.190" v="2799" actId="1037"/>
          <ac:spMkLst>
            <pc:docMk/>
            <pc:sldMk cId="0" sldId="510"/>
            <ac:spMk id="59398" creationId="{00000000-0000-0000-0000-000000000000}"/>
          </ac:spMkLst>
        </pc:spChg>
        <pc:spChg chg="mod">
          <ac:chgData name="Nguyen Duc Tien" userId="1d425f06-52f5-490b-9f00-5a0d395ba4e9" providerId="ADAL" clId="{27A2FABC-AC00-4E0D-BE8A-9D5B61010432}" dt="2021-09-26T09:43:42.190" v="2799" actId="1037"/>
          <ac:spMkLst>
            <pc:docMk/>
            <pc:sldMk cId="0" sldId="510"/>
            <ac:spMk id="59399" creationId="{00000000-0000-0000-0000-000000000000}"/>
          </ac:spMkLst>
        </pc:spChg>
        <pc:spChg chg="mod">
          <ac:chgData name="Nguyen Duc Tien" userId="1d425f06-52f5-490b-9f00-5a0d395ba4e9" providerId="ADAL" clId="{27A2FABC-AC00-4E0D-BE8A-9D5B61010432}" dt="2021-09-26T09:43:42.190" v="2799" actId="1037"/>
          <ac:spMkLst>
            <pc:docMk/>
            <pc:sldMk cId="0" sldId="510"/>
            <ac:spMk id="59400" creationId="{00000000-0000-0000-0000-000000000000}"/>
          </ac:spMkLst>
        </pc:spChg>
        <pc:spChg chg="mod">
          <ac:chgData name="Nguyen Duc Tien" userId="1d425f06-52f5-490b-9f00-5a0d395ba4e9" providerId="ADAL" clId="{27A2FABC-AC00-4E0D-BE8A-9D5B61010432}" dt="2021-09-26T09:43:42.190" v="2799" actId="1037"/>
          <ac:spMkLst>
            <pc:docMk/>
            <pc:sldMk cId="0" sldId="510"/>
            <ac:spMk id="59401" creationId="{00000000-0000-0000-0000-000000000000}"/>
          </ac:spMkLst>
        </pc:spChg>
        <pc:spChg chg="mod">
          <ac:chgData name="Nguyen Duc Tien" userId="1d425f06-52f5-490b-9f00-5a0d395ba4e9" providerId="ADAL" clId="{27A2FABC-AC00-4E0D-BE8A-9D5B61010432}" dt="2021-09-26T09:43:42.190" v="2799" actId="1037"/>
          <ac:spMkLst>
            <pc:docMk/>
            <pc:sldMk cId="0" sldId="510"/>
            <ac:spMk id="59402" creationId="{00000000-0000-0000-0000-000000000000}"/>
          </ac:spMkLst>
        </pc:spChg>
        <pc:spChg chg="mod">
          <ac:chgData name="Nguyen Duc Tien" userId="1d425f06-52f5-490b-9f00-5a0d395ba4e9" providerId="ADAL" clId="{27A2FABC-AC00-4E0D-BE8A-9D5B61010432}" dt="2021-09-26T09:43:42.190" v="2799" actId="1037"/>
          <ac:spMkLst>
            <pc:docMk/>
            <pc:sldMk cId="0" sldId="510"/>
            <ac:spMk id="59403" creationId="{00000000-0000-0000-0000-000000000000}"/>
          </ac:spMkLst>
        </pc:spChg>
        <pc:spChg chg="mod">
          <ac:chgData name="Nguyen Duc Tien" userId="1d425f06-52f5-490b-9f00-5a0d395ba4e9" providerId="ADAL" clId="{27A2FABC-AC00-4E0D-BE8A-9D5B61010432}" dt="2021-09-26T09:43:42.190" v="2799" actId="1037"/>
          <ac:spMkLst>
            <pc:docMk/>
            <pc:sldMk cId="0" sldId="510"/>
            <ac:spMk id="59404" creationId="{00000000-0000-0000-0000-000000000000}"/>
          </ac:spMkLst>
        </pc:spChg>
        <pc:spChg chg="mod">
          <ac:chgData name="Nguyen Duc Tien" userId="1d425f06-52f5-490b-9f00-5a0d395ba4e9" providerId="ADAL" clId="{27A2FABC-AC00-4E0D-BE8A-9D5B61010432}" dt="2021-09-26T09:43:42.190" v="2799" actId="1037"/>
          <ac:spMkLst>
            <pc:docMk/>
            <pc:sldMk cId="0" sldId="510"/>
            <ac:spMk id="59405" creationId="{00000000-0000-0000-0000-000000000000}"/>
          </ac:spMkLst>
        </pc:spChg>
        <pc:spChg chg="mod">
          <ac:chgData name="Nguyen Duc Tien" userId="1d425f06-52f5-490b-9f00-5a0d395ba4e9" providerId="ADAL" clId="{27A2FABC-AC00-4E0D-BE8A-9D5B61010432}" dt="2021-09-26T09:43:42.190" v="2799" actId="1037"/>
          <ac:spMkLst>
            <pc:docMk/>
            <pc:sldMk cId="0" sldId="510"/>
            <ac:spMk id="59406" creationId="{00000000-0000-0000-0000-000000000000}"/>
          </ac:spMkLst>
        </pc:spChg>
        <pc:spChg chg="mod">
          <ac:chgData name="Nguyen Duc Tien" userId="1d425f06-52f5-490b-9f00-5a0d395ba4e9" providerId="ADAL" clId="{27A2FABC-AC00-4E0D-BE8A-9D5B61010432}" dt="2021-09-26T09:43:42.190" v="2799" actId="1037"/>
          <ac:spMkLst>
            <pc:docMk/>
            <pc:sldMk cId="0" sldId="510"/>
            <ac:spMk id="59407" creationId="{00000000-0000-0000-0000-000000000000}"/>
          </ac:spMkLst>
        </pc:spChg>
        <pc:spChg chg="mod">
          <ac:chgData name="Nguyen Duc Tien" userId="1d425f06-52f5-490b-9f00-5a0d395ba4e9" providerId="ADAL" clId="{27A2FABC-AC00-4E0D-BE8A-9D5B61010432}" dt="2021-09-26T09:43:42.190" v="2799" actId="1037"/>
          <ac:spMkLst>
            <pc:docMk/>
            <pc:sldMk cId="0" sldId="510"/>
            <ac:spMk id="59408" creationId="{00000000-0000-0000-0000-000000000000}"/>
          </ac:spMkLst>
        </pc:spChg>
        <pc:spChg chg="mod">
          <ac:chgData name="Nguyen Duc Tien" userId="1d425f06-52f5-490b-9f00-5a0d395ba4e9" providerId="ADAL" clId="{27A2FABC-AC00-4E0D-BE8A-9D5B61010432}" dt="2021-09-26T09:43:42.190" v="2799" actId="1037"/>
          <ac:spMkLst>
            <pc:docMk/>
            <pc:sldMk cId="0" sldId="510"/>
            <ac:spMk id="59409" creationId="{00000000-0000-0000-0000-000000000000}"/>
          </ac:spMkLst>
        </pc:spChg>
        <pc:spChg chg="mod">
          <ac:chgData name="Nguyen Duc Tien" userId="1d425f06-52f5-490b-9f00-5a0d395ba4e9" providerId="ADAL" clId="{27A2FABC-AC00-4E0D-BE8A-9D5B61010432}" dt="2021-09-26T09:43:42.190" v="2799" actId="1037"/>
          <ac:spMkLst>
            <pc:docMk/>
            <pc:sldMk cId="0" sldId="510"/>
            <ac:spMk id="59438" creationId="{00000000-0000-0000-0000-000000000000}"/>
          </ac:spMkLst>
        </pc:spChg>
        <pc:graphicFrameChg chg="mod ord">
          <ac:chgData name="Nguyen Duc Tien" userId="1d425f06-52f5-490b-9f00-5a0d395ba4e9" providerId="ADAL" clId="{27A2FABC-AC00-4E0D-BE8A-9D5B61010432}" dt="2021-09-26T09:43:42.190" v="2799" actId="1037"/>
          <ac:graphicFrameMkLst>
            <pc:docMk/>
            <pc:sldMk cId="0" sldId="510"/>
            <ac:graphicFrameMk id="350370" creationId="{00000000-0000-0000-0000-000000000000}"/>
          </ac:graphicFrameMkLst>
        </pc:graphicFrameChg>
      </pc:sldChg>
      <pc:sldChg chg="addSp delSp modSp mod modClrScheme chgLayout modNotes">
        <pc:chgData name="Nguyen Duc Tien" userId="1d425f06-52f5-490b-9f00-5a0d395ba4e9" providerId="ADAL" clId="{27A2FABC-AC00-4E0D-BE8A-9D5B61010432}" dt="2021-09-26T09:57:41.595" v="3359"/>
        <pc:sldMkLst>
          <pc:docMk/>
          <pc:sldMk cId="0" sldId="512"/>
        </pc:sldMkLst>
        <pc:spChg chg="add mod ord">
          <ac:chgData name="Nguyen Duc Tien" userId="1d425f06-52f5-490b-9f00-5a0d395ba4e9" providerId="ADAL" clId="{27A2FABC-AC00-4E0D-BE8A-9D5B61010432}" dt="2021-09-26T09:28:31.958" v="2460" actId="14100"/>
          <ac:spMkLst>
            <pc:docMk/>
            <pc:sldMk cId="0" sldId="512"/>
            <ac:spMk id="3" creationId="{A6AF6ECE-BA0D-4689-BE4E-28E9C9C546C9}"/>
          </ac:spMkLst>
        </pc:spChg>
        <pc:spChg chg="mod">
          <ac:chgData name="Nguyen Duc Tien" userId="1d425f06-52f5-490b-9f00-5a0d395ba4e9" providerId="ADAL" clId="{27A2FABC-AC00-4E0D-BE8A-9D5B61010432}" dt="2021-09-26T09:28:42.126" v="2463" actId="1076"/>
          <ac:spMkLst>
            <pc:docMk/>
            <pc:sldMk cId="0" sldId="512"/>
            <ac:spMk id="40964" creationId="{00000000-0000-0000-0000-000000000000}"/>
          </ac:spMkLst>
        </pc:spChg>
        <pc:spChg chg="mod ord">
          <ac:chgData name="Nguyen Duc Tien" userId="1d425f06-52f5-490b-9f00-5a0d395ba4e9" providerId="ADAL" clId="{27A2FABC-AC00-4E0D-BE8A-9D5B61010432}" dt="2021-09-26T09:10:48.687" v="1264" actId="700"/>
          <ac:spMkLst>
            <pc:docMk/>
            <pc:sldMk cId="0" sldId="512"/>
            <ac:spMk id="46082" creationId="{00000000-0000-0000-0000-000000000000}"/>
          </ac:spMkLst>
        </pc:spChg>
        <pc:spChg chg="del mod">
          <ac:chgData name="Nguyen Duc Tien" userId="1d425f06-52f5-490b-9f00-5a0d395ba4e9" providerId="ADAL" clId="{27A2FABC-AC00-4E0D-BE8A-9D5B61010432}" dt="2021-09-26T09:28:23.352" v="2457" actId="478"/>
          <ac:spMkLst>
            <pc:docMk/>
            <pc:sldMk cId="0" sldId="512"/>
            <ac:spMk id="46085" creationId="{00000000-0000-0000-0000-000000000000}"/>
          </ac:spMkLst>
        </pc:spChg>
        <pc:spChg chg="mod">
          <ac:chgData name="Nguyen Duc Tien" userId="1d425f06-52f5-490b-9f00-5a0d395ba4e9" providerId="ADAL" clId="{27A2FABC-AC00-4E0D-BE8A-9D5B61010432}" dt="2021-09-26T09:28:42.126" v="2463" actId="1076"/>
          <ac:spMkLst>
            <pc:docMk/>
            <pc:sldMk cId="0" sldId="512"/>
            <ac:spMk id="46086" creationId="{00000000-0000-0000-0000-000000000000}"/>
          </ac:spMkLst>
        </pc:spChg>
        <pc:spChg chg="mod">
          <ac:chgData name="Nguyen Duc Tien" userId="1d425f06-52f5-490b-9f00-5a0d395ba4e9" providerId="ADAL" clId="{27A2FABC-AC00-4E0D-BE8A-9D5B61010432}" dt="2021-09-26T09:28:42.126" v="2463" actId="1076"/>
          <ac:spMkLst>
            <pc:docMk/>
            <pc:sldMk cId="0" sldId="512"/>
            <ac:spMk id="46087" creationId="{00000000-0000-0000-0000-000000000000}"/>
          </ac:spMkLst>
        </pc:spChg>
        <pc:spChg chg="mod">
          <ac:chgData name="Nguyen Duc Tien" userId="1d425f06-52f5-490b-9f00-5a0d395ba4e9" providerId="ADAL" clId="{27A2FABC-AC00-4E0D-BE8A-9D5B61010432}" dt="2021-09-26T09:28:42.126" v="2463" actId="1076"/>
          <ac:spMkLst>
            <pc:docMk/>
            <pc:sldMk cId="0" sldId="512"/>
            <ac:spMk id="46088" creationId="{00000000-0000-0000-0000-000000000000}"/>
          </ac:spMkLst>
        </pc:spChg>
        <pc:spChg chg="mod">
          <ac:chgData name="Nguyen Duc Tien" userId="1d425f06-52f5-490b-9f00-5a0d395ba4e9" providerId="ADAL" clId="{27A2FABC-AC00-4E0D-BE8A-9D5B61010432}" dt="2021-09-26T09:28:42.126" v="2463" actId="1076"/>
          <ac:spMkLst>
            <pc:docMk/>
            <pc:sldMk cId="0" sldId="512"/>
            <ac:spMk id="46089" creationId="{00000000-0000-0000-0000-000000000000}"/>
          </ac:spMkLst>
        </pc:spChg>
        <pc:spChg chg="mod">
          <ac:chgData name="Nguyen Duc Tien" userId="1d425f06-52f5-490b-9f00-5a0d395ba4e9" providerId="ADAL" clId="{27A2FABC-AC00-4E0D-BE8A-9D5B61010432}" dt="2021-09-26T09:28:42.126" v="2463" actId="1076"/>
          <ac:spMkLst>
            <pc:docMk/>
            <pc:sldMk cId="0" sldId="512"/>
            <ac:spMk id="46090" creationId="{00000000-0000-0000-0000-000000000000}"/>
          </ac:spMkLst>
        </pc:spChg>
        <pc:grpChg chg="mod">
          <ac:chgData name="Nguyen Duc Tien" userId="1d425f06-52f5-490b-9f00-5a0d395ba4e9" providerId="ADAL" clId="{27A2FABC-AC00-4E0D-BE8A-9D5B61010432}" dt="2021-09-26T09:28:42.126" v="2463" actId="1076"/>
          <ac:grpSpMkLst>
            <pc:docMk/>
            <pc:sldMk cId="0" sldId="512"/>
            <ac:grpSpMk id="46083" creationId="{00000000-0000-0000-0000-000000000000}"/>
          </ac:grpSpMkLst>
        </pc:grpChg>
      </pc:sldChg>
      <pc:sldChg chg="addSp delSp modSp mod modClrScheme chgLayout modNotes">
        <pc:chgData name="Nguyen Duc Tien" userId="1d425f06-52f5-490b-9f00-5a0d395ba4e9" providerId="ADAL" clId="{27A2FABC-AC00-4E0D-BE8A-9D5B61010432}" dt="2021-09-26T09:57:41.595" v="3359"/>
        <pc:sldMkLst>
          <pc:docMk/>
          <pc:sldMk cId="0" sldId="519"/>
        </pc:sldMkLst>
        <pc:spChg chg="add mod ord">
          <ac:chgData name="Nguyen Duc Tien" userId="1d425f06-52f5-490b-9f00-5a0d395ba4e9" providerId="ADAL" clId="{27A2FABC-AC00-4E0D-BE8A-9D5B61010432}" dt="2021-09-26T08:51:49.039" v="578" actId="20577"/>
          <ac:spMkLst>
            <pc:docMk/>
            <pc:sldMk cId="0" sldId="519"/>
            <ac:spMk id="2" creationId="{B5584EDB-194C-4E53-82B2-479111130D19}"/>
          </ac:spMkLst>
        </pc:spChg>
        <pc:spChg chg="mod ord">
          <ac:chgData name="Nguyen Duc Tien" userId="1d425f06-52f5-490b-9f00-5a0d395ba4e9" providerId="ADAL" clId="{27A2FABC-AC00-4E0D-BE8A-9D5B61010432}" dt="2021-09-26T08:51:56.927" v="581" actId="948"/>
          <ac:spMkLst>
            <pc:docMk/>
            <pc:sldMk cId="0" sldId="519"/>
            <ac:spMk id="36866" creationId="{00000000-0000-0000-0000-000000000000}"/>
          </ac:spMkLst>
        </pc:spChg>
        <pc:spChg chg="del">
          <ac:chgData name="Nguyen Duc Tien" userId="1d425f06-52f5-490b-9f00-5a0d395ba4e9" providerId="ADAL" clId="{27A2FABC-AC00-4E0D-BE8A-9D5B61010432}" dt="2021-09-26T08:51:46.657" v="561" actId="478"/>
          <ac:spMkLst>
            <pc:docMk/>
            <pc:sldMk cId="0" sldId="519"/>
            <ac:spMk id="36867" creationId="{00000000-0000-0000-0000-000000000000}"/>
          </ac:spMkLst>
        </pc:spChg>
      </pc:sldChg>
      <pc:sldChg chg="modSp mod modClrScheme delCm chgLayout modNotes">
        <pc:chgData name="Nguyen Duc Tien" userId="1d425f06-52f5-490b-9f00-5a0d395ba4e9" providerId="ADAL" clId="{27A2FABC-AC00-4E0D-BE8A-9D5B61010432}" dt="2021-09-26T09:57:41.595" v="3359"/>
        <pc:sldMkLst>
          <pc:docMk/>
          <pc:sldMk cId="0" sldId="590"/>
        </pc:sldMkLst>
        <pc:spChg chg="mod ord">
          <ac:chgData name="Nguyen Duc Tien" userId="1d425f06-52f5-490b-9f00-5a0d395ba4e9" providerId="ADAL" clId="{27A2FABC-AC00-4E0D-BE8A-9D5B61010432}" dt="2021-09-26T08:50:37.910" v="546" actId="20577"/>
          <ac:spMkLst>
            <pc:docMk/>
            <pc:sldMk cId="0" sldId="590"/>
            <ac:spMk id="33794" creationId="{00000000-0000-0000-0000-000000000000}"/>
          </ac:spMkLst>
        </pc:spChg>
        <pc:spChg chg="mod ord">
          <ac:chgData name="Nguyen Duc Tien" userId="1d425f06-52f5-490b-9f00-5a0d395ba4e9" providerId="ADAL" clId="{27A2FABC-AC00-4E0D-BE8A-9D5B61010432}" dt="2021-09-26T08:45:28.730" v="337" actId="700"/>
          <ac:spMkLst>
            <pc:docMk/>
            <pc:sldMk cId="0" sldId="590"/>
            <ac:spMk id="33795" creationId="{00000000-0000-0000-0000-000000000000}"/>
          </ac:spMkLst>
        </pc:spChg>
      </pc:sldChg>
      <pc:sldChg chg="modSp mod modClrScheme chgLayout">
        <pc:chgData name="Nguyen Duc Tien" userId="1d425f06-52f5-490b-9f00-5a0d395ba4e9" providerId="ADAL" clId="{27A2FABC-AC00-4E0D-BE8A-9D5B61010432}" dt="2021-09-26T08:55:13.876" v="609" actId="207"/>
        <pc:sldMkLst>
          <pc:docMk/>
          <pc:sldMk cId="0" sldId="600"/>
        </pc:sldMkLst>
        <pc:spChg chg="mod ord">
          <ac:chgData name="Nguyen Duc Tien" userId="1d425f06-52f5-490b-9f00-5a0d395ba4e9" providerId="ADAL" clId="{27A2FABC-AC00-4E0D-BE8A-9D5B61010432}" dt="2021-09-26T08:55:13.876" v="609" actId="207"/>
          <ac:spMkLst>
            <pc:docMk/>
            <pc:sldMk cId="0" sldId="600"/>
            <ac:spMk id="39938" creationId="{00000000-0000-0000-0000-000000000000}"/>
          </ac:spMkLst>
        </pc:spChg>
        <pc:spChg chg="mod ord">
          <ac:chgData name="Nguyen Duc Tien" userId="1d425f06-52f5-490b-9f00-5a0d395ba4e9" providerId="ADAL" clId="{27A2FABC-AC00-4E0D-BE8A-9D5B61010432}" dt="2021-09-26T08:45:28.730" v="337" actId="700"/>
          <ac:spMkLst>
            <pc:docMk/>
            <pc:sldMk cId="0" sldId="600"/>
            <ac:spMk id="39939" creationId="{00000000-0000-0000-0000-000000000000}"/>
          </ac:spMkLst>
        </pc:spChg>
      </pc:sldChg>
      <pc:sldChg chg="modSp mod modClrScheme chgLayout">
        <pc:chgData name="Nguyen Duc Tien" userId="1d425f06-52f5-490b-9f00-5a0d395ba4e9" providerId="ADAL" clId="{27A2FABC-AC00-4E0D-BE8A-9D5B61010432}" dt="2021-09-26T09:45:37.171" v="2818" actId="20577"/>
        <pc:sldMkLst>
          <pc:docMk/>
          <pc:sldMk cId="0" sldId="601"/>
        </pc:sldMkLst>
        <pc:spChg chg="mod ord">
          <ac:chgData name="Nguyen Duc Tien" userId="1d425f06-52f5-490b-9f00-5a0d395ba4e9" providerId="ADAL" clId="{27A2FABC-AC00-4E0D-BE8A-9D5B61010432}" dt="2021-09-26T09:45:37.171" v="2818" actId="20577"/>
          <ac:spMkLst>
            <pc:docMk/>
            <pc:sldMk cId="0" sldId="601"/>
            <ac:spMk id="61442" creationId="{00000000-0000-0000-0000-000000000000}"/>
          </ac:spMkLst>
        </pc:spChg>
        <pc:spChg chg="mod ord">
          <ac:chgData name="Nguyen Duc Tien" userId="1d425f06-52f5-490b-9f00-5a0d395ba4e9" providerId="ADAL" clId="{27A2FABC-AC00-4E0D-BE8A-9D5B61010432}" dt="2021-09-26T09:10:48.687" v="1264" actId="700"/>
          <ac:spMkLst>
            <pc:docMk/>
            <pc:sldMk cId="0" sldId="601"/>
            <ac:spMk id="61443" creationId="{00000000-0000-0000-0000-000000000000}"/>
          </ac:spMkLst>
        </pc:spChg>
      </pc:sldChg>
      <pc:sldChg chg="modSp mod modClrScheme chgLayout">
        <pc:chgData name="Nguyen Duc Tien" userId="1d425f06-52f5-490b-9f00-5a0d395ba4e9" providerId="ADAL" clId="{27A2FABC-AC00-4E0D-BE8A-9D5B61010432}" dt="2021-09-26T09:45:44.830" v="2819" actId="20577"/>
        <pc:sldMkLst>
          <pc:docMk/>
          <pc:sldMk cId="0" sldId="602"/>
        </pc:sldMkLst>
        <pc:spChg chg="mod ord">
          <ac:chgData name="Nguyen Duc Tien" userId="1d425f06-52f5-490b-9f00-5a0d395ba4e9" providerId="ADAL" clId="{27A2FABC-AC00-4E0D-BE8A-9D5B61010432}" dt="2021-09-26T09:45:44.830" v="2819" actId="20577"/>
          <ac:spMkLst>
            <pc:docMk/>
            <pc:sldMk cId="0" sldId="602"/>
            <ac:spMk id="62466" creationId="{00000000-0000-0000-0000-000000000000}"/>
          </ac:spMkLst>
        </pc:spChg>
        <pc:spChg chg="mod ord">
          <ac:chgData name="Nguyen Duc Tien" userId="1d425f06-52f5-490b-9f00-5a0d395ba4e9" providerId="ADAL" clId="{27A2FABC-AC00-4E0D-BE8A-9D5B61010432}" dt="2021-09-26T09:10:48.687" v="1264" actId="700"/>
          <ac:spMkLst>
            <pc:docMk/>
            <pc:sldMk cId="0" sldId="602"/>
            <ac:spMk id="62467" creationId="{00000000-0000-0000-0000-000000000000}"/>
          </ac:spMkLst>
        </pc:spChg>
      </pc:sldChg>
      <pc:sldChg chg="modSp mod modClrScheme chgLayout">
        <pc:chgData name="Nguyen Duc Tien" userId="1d425f06-52f5-490b-9f00-5a0d395ba4e9" providerId="ADAL" clId="{27A2FABC-AC00-4E0D-BE8A-9D5B61010432}" dt="2021-09-26T08:45:28.730" v="337" actId="700"/>
        <pc:sldMkLst>
          <pc:docMk/>
          <pc:sldMk cId="0" sldId="603"/>
        </pc:sldMkLst>
        <pc:spChg chg="mod ord">
          <ac:chgData name="Nguyen Duc Tien" userId="1d425f06-52f5-490b-9f00-5a0d395ba4e9" providerId="ADAL" clId="{27A2FABC-AC00-4E0D-BE8A-9D5B61010432}" dt="2021-09-26T08:45:28.730" v="337" actId="700"/>
          <ac:spMkLst>
            <pc:docMk/>
            <pc:sldMk cId="0" sldId="603"/>
            <ac:spMk id="38914" creationId="{00000000-0000-0000-0000-000000000000}"/>
          </ac:spMkLst>
        </pc:spChg>
        <pc:spChg chg="mod ord">
          <ac:chgData name="Nguyen Duc Tien" userId="1d425f06-52f5-490b-9f00-5a0d395ba4e9" providerId="ADAL" clId="{27A2FABC-AC00-4E0D-BE8A-9D5B61010432}" dt="2021-09-26T08:45:28.730" v="337" actId="700"/>
          <ac:spMkLst>
            <pc:docMk/>
            <pc:sldMk cId="0" sldId="603"/>
            <ac:spMk id="38915" creationId="{00000000-0000-0000-0000-000000000000}"/>
          </ac:spMkLst>
        </pc:spChg>
      </pc:sldChg>
      <pc:sldChg chg="addSp delSp modSp mod modClrScheme chgLayout">
        <pc:chgData name="Nguyen Duc Tien" userId="1d425f06-52f5-490b-9f00-5a0d395ba4e9" providerId="ADAL" clId="{27A2FABC-AC00-4E0D-BE8A-9D5B61010432}" dt="2021-09-26T09:21:12.248" v="1480" actId="20577"/>
        <pc:sldMkLst>
          <pc:docMk/>
          <pc:sldMk cId="0" sldId="607"/>
        </pc:sldMkLst>
        <pc:spChg chg="add mod ord">
          <ac:chgData name="Nguyen Duc Tien" userId="1d425f06-52f5-490b-9f00-5a0d395ba4e9" providerId="ADAL" clId="{27A2FABC-AC00-4E0D-BE8A-9D5B61010432}" dt="2021-09-26T09:19:37.409" v="1476" actId="14100"/>
          <ac:spMkLst>
            <pc:docMk/>
            <pc:sldMk cId="0" sldId="607"/>
            <ac:spMk id="4" creationId="{151B3CE1-8A49-4FE9-BCDE-EA404E66E2AA}"/>
          </ac:spMkLst>
        </pc:spChg>
        <pc:spChg chg="mod ord">
          <ac:chgData name="Nguyen Duc Tien" userId="1d425f06-52f5-490b-9f00-5a0d395ba4e9" providerId="ADAL" clId="{27A2FABC-AC00-4E0D-BE8A-9D5B61010432}" dt="2021-09-26T09:21:12.248" v="1480" actId="20577"/>
          <ac:spMkLst>
            <pc:docMk/>
            <pc:sldMk cId="0" sldId="607"/>
            <ac:spMk id="43010" creationId="{00000000-0000-0000-0000-000000000000}"/>
          </ac:spMkLst>
        </pc:spChg>
        <pc:spChg chg="mod">
          <ac:chgData name="Nguyen Duc Tien" userId="1d425f06-52f5-490b-9f00-5a0d395ba4e9" providerId="ADAL" clId="{27A2FABC-AC00-4E0D-BE8A-9D5B61010432}" dt="2021-09-26T09:18:51.305" v="1467" actId="1076"/>
          <ac:spMkLst>
            <pc:docMk/>
            <pc:sldMk cId="0" sldId="607"/>
            <ac:spMk id="43012" creationId="{00000000-0000-0000-0000-000000000000}"/>
          </ac:spMkLst>
        </pc:spChg>
        <pc:spChg chg="del mod">
          <ac:chgData name="Nguyen Duc Tien" userId="1d425f06-52f5-490b-9f00-5a0d395ba4e9" providerId="ADAL" clId="{27A2FABC-AC00-4E0D-BE8A-9D5B61010432}" dt="2021-09-26T09:19:30.122" v="1472" actId="478"/>
          <ac:spMkLst>
            <pc:docMk/>
            <pc:sldMk cId="0" sldId="607"/>
            <ac:spMk id="43015" creationId="{00000000-0000-0000-0000-000000000000}"/>
          </ac:spMkLst>
        </pc:spChg>
        <pc:picChg chg="mod">
          <ac:chgData name="Nguyen Duc Tien" userId="1d425f06-52f5-490b-9f00-5a0d395ba4e9" providerId="ADAL" clId="{27A2FABC-AC00-4E0D-BE8A-9D5B61010432}" dt="2021-09-26T09:18:59.708" v="1468" actId="732"/>
          <ac:picMkLst>
            <pc:docMk/>
            <pc:sldMk cId="0" sldId="607"/>
            <ac:picMk id="43013" creationId="{00000000-0000-0000-0000-000000000000}"/>
          </ac:picMkLst>
        </pc:picChg>
        <pc:inkChg chg="add del mod">
          <ac:chgData name="Nguyen Duc Tien" userId="1d425f06-52f5-490b-9f00-5a0d395ba4e9" providerId="ADAL" clId="{27A2FABC-AC00-4E0D-BE8A-9D5B61010432}" dt="2021-09-26T09:17:55.678" v="1466" actId="478"/>
          <ac:inkMkLst>
            <pc:docMk/>
            <pc:sldMk cId="0" sldId="607"/>
            <ac:inkMk id="3" creationId="{46303B22-DAEB-4481-AEC6-4B131D543294}"/>
          </ac:inkMkLst>
        </pc:inkChg>
      </pc:sldChg>
      <pc:sldChg chg="addSp delSp modSp mod modClrScheme chgLayout">
        <pc:chgData name="Nguyen Duc Tien" userId="1d425f06-52f5-490b-9f00-5a0d395ba4e9" providerId="ADAL" clId="{27A2FABC-AC00-4E0D-BE8A-9D5B61010432}" dt="2021-09-26T09:21:01.683" v="1478" actId="1076"/>
        <pc:sldMkLst>
          <pc:docMk/>
          <pc:sldMk cId="0" sldId="608"/>
        </pc:sldMkLst>
        <pc:spChg chg="add del mod ord">
          <ac:chgData name="Nguyen Duc Tien" userId="1d425f06-52f5-490b-9f00-5a0d395ba4e9" providerId="ADAL" clId="{27A2FABC-AC00-4E0D-BE8A-9D5B61010432}" dt="2021-09-26T09:20:57.226" v="1477" actId="478"/>
          <ac:spMkLst>
            <pc:docMk/>
            <pc:sldMk cId="0" sldId="608"/>
            <ac:spMk id="2" creationId="{5F0683E7-8CD4-4662-A623-1DA52FD8D696}"/>
          </ac:spMkLst>
        </pc:spChg>
        <pc:spChg chg="mod ord">
          <ac:chgData name="Nguyen Duc Tien" userId="1d425f06-52f5-490b-9f00-5a0d395ba4e9" providerId="ADAL" clId="{27A2FABC-AC00-4E0D-BE8A-9D5B61010432}" dt="2021-09-26T09:10:48.687" v="1264" actId="700"/>
          <ac:spMkLst>
            <pc:docMk/>
            <pc:sldMk cId="0" sldId="608"/>
            <ac:spMk id="44035" creationId="{00000000-0000-0000-0000-000000000000}"/>
          </ac:spMkLst>
        </pc:spChg>
        <pc:spChg chg="mod">
          <ac:chgData name="Nguyen Duc Tien" userId="1d425f06-52f5-490b-9f00-5a0d395ba4e9" providerId="ADAL" clId="{27A2FABC-AC00-4E0D-BE8A-9D5B61010432}" dt="2021-09-26T09:21:01.683" v="1478" actId="1076"/>
          <ac:spMkLst>
            <pc:docMk/>
            <pc:sldMk cId="0" sldId="608"/>
            <ac:spMk id="44036" creationId="{00000000-0000-0000-0000-000000000000}"/>
          </ac:spMkLst>
        </pc:spChg>
      </pc:sldChg>
      <pc:sldChg chg="modSp mod modClrScheme chgLayout modNotes">
        <pc:chgData name="Nguyen Duc Tien" userId="1d425f06-52f5-490b-9f00-5a0d395ba4e9" providerId="ADAL" clId="{27A2FABC-AC00-4E0D-BE8A-9D5B61010432}" dt="2021-09-26T09:57:41.595" v="3359"/>
        <pc:sldMkLst>
          <pc:docMk/>
          <pc:sldMk cId="0" sldId="609"/>
        </pc:sldMkLst>
        <pc:spChg chg="mod ord">
          <ac:chgData name="Nguyen Duc Tien" userId="1d425f06-52f5-490b-9f00-5a0d395ba4e9" providerId="ADAL" clId="{27A2FABC-AC00-4E0D-BE8A-9D5B61010432}" dt="2021-09-26T08:50:57.087" v="547" actId="20577"/>
          <ac:spMkLst>
            <pc:docMk/>
            <pc:sldMk cId="0" sldId="609"/>
            <ac:spMk id="34818" creationId="{00000000-0000-0000-0000-000000000000}"/>
          </ac:spMkLst>
        </pc:spChg>
        <pc:spChg chg="mod ord">
          <ac:chgData name="Nguyen Duc Tien" userId="1d425f06-52f5-490b-9f00-5a0d395ba4e9" providerId="ADAL" clId="{27A2FABC-AC00-4E0D-BE8A-9D5B61010432}" dt="2021-09-26T08:52:03.985" v="582" actId="948"/>
          <ac:spMkLst>
            <pc:docMk/>
            <pc:sldMk cId="0" sldId="609"/>
            <ac:spMk id="34819" creationId="{00000000-0000-0000-0000-000000000000}"/>
          </ac:spMkLst>
        </pc:spChg>
        <pc:picChg chg="mod">
          <ac:chgData name="Nguyen Duc Tien" userId="1d425f06-52f5-490b-9f00-5a0d395ba4e9" providerId="ADAL" clId="{27A2FABC-AC00-4E0D-BE8A-9D5B61010432}" dt="2021-09-26T08:51:38.149" v="560" actId="1076"/>
          <ac:picMkLst>
            <pc:docMk/>
            <pc:sldMk cId="0" sldId="609"/>
            <ac:picMk id="4" creationId="{A806D188-051F-432D-957E-5B88CC83395A}"/>
          </ac:picMkLst>
        </pc:picChg>
      </pc:sldChg>
      <pc:sldChg chg="modSp mod modClrScheme chgLayout modNotes">
        <pc:chgData name="Nguyen Duc Tien" userId="1d425f06-52f5-490b-9f00-5a0d395ba4e9" providerId="ADAL" clId="{27A2FABC-AC00-4E0D-BE8A-9D5B61010432}" dt="2021-09-26T09:57:41.595" v="3359"/>
        <pc:sldMkLst>
          <pc:docMk/>
          <pc:sldMk cId="0" sldId="610"/>
        </pc:sldMkLst>
        <pc:spChg chg="mod ord">
          <ac:chgData name="Nguyen Duc Tien" userId="1d425f06-52f5-490b-9f00-5a0d395ba4e9" providerId="ADAL" clId="{27A2FABC-AC00-4E0D-BE8A-9D5B61010432}" dt="2021-09-26T08:51:02.149" v="548" actId="20577"/>
          <ac:spMkLst>
            <pc:docMk/>
            <pc:sldMk cId="0" sldId="610"/>
            <ac:spMk id="35842" creationId="{00000000-0000-0000-0000-000000000000}"/>
          </ac:spMkLst>
        </pc:spChg>
        <pc:spChg chg="mod ord">
          <ac:chgData name="Nguyen Duc Tien" userId="1d425f06-52f5-490b-9f00-5a0d395ba4e9" providerId="ADAL" clId="{27A2FABC-AC00-4E0D-BE8A-9D5B61010432}" dt="2021-09-26T08:45:28.730" v="337" actId="700"/>
          <ac:spMkLst>
            <pc:docMk/>
            <pc:sldMk cId="0" sldId="610"/>
            <ac:spMk id="35843" creationId="{00000000-0000-0000-0000-000000000000}"/>
          </ac:spMkLst>
        </pc:spChg>
      </pc:sldChg>
      <pc:sldChg chg="addSp delSp modSp mod modClrScheme chgLayout modNotes">
        <pc:chgData name="Nguyen Duc Tien" userId="1d425f06-52f5-490b-9f00-5a0d395ba4e9" providerId="ADAL" clId="{27A2FABC-AC00-4E0D-BE8A-9D5B61010432}" dt="2021-09-26T09:57:41.595" v="3359"/>
        <pc:sldMkLst>
          <pc:docMk/>
          <pc:sldMk cId="0" sldId="611"/>
        </pc:sldMkLst>
        <pc:spChg chg="add del mod ord">
          <ac:chgData name="Nguyen Duc Tien" userId="1d425f06-52f5-490b-9f00-5a0d395ba4e9" providerId="ADAL" clId="{27A2FABC-AC00-4E0D-BE8A-9D5B61010432}" dt="2021-09-26T09:52:33.305" v="3165" actId="478"/>
          <ac:spMkLst>
            <pc:docMk/>
            <pc:sldMk cId="0" sldId="611"/>
            <ac:spMk id="2" creationId="{CDAE7DB9-90D2-459C-9F7B-F52040697C92}"/>
          </ac:spMkLst>
        </pc:spChg>
        <pc:spChg chg="mod ord">
          <ac:chgData name="Nguyen Duc Tien" userId="1d425f06-52f5-490b-9f00-5a0d395ba4e9" providerId="ADAL" clId="{27A2FABC-AC00-4E0D-BE8A-9D5B61010432}" dt="2021-09-26T09:10:48.687" v="1264" actId="700"/>
          <ac:spMkLst>
            <pc:docMk/>
            <pc:sldMk cId="0" sldId="611"/>
            <ac:spMk id="83970" creationId="{00000000-0000-0000-0000-000000000000}"/>
          </ac:spMkLst>
        </pc:spChg>
        <pc:graphicFrameChg chg="mod ord">
          <ac:chgData name="Nguyen Duc Tien" userId="1d425f06-52f5-490b-9f00-5a0d395ba4e9" providerId="ADAL" clId="{27A2FABC-AC00-4E0D-BE8A-9D5B61010432}" dt="2021-09-26T09:52:35.642" v="3166" actId="1076"/>
          <ac:graphicFrameMkLst>
            <pc:docMk/>
            <pc:sldMk cId="0" sldId="611"/>
            <ac:graphicFrameMk id="334938" creationId="{00000000-0000-0000-0000-000000000000}"/>
          </ac:graphicFrameMkLst>
        </pc:graphicFrameChg>
      </pc:sldChg>
      <pc:sldChg chg="addSp delSp modSp mod modClrScheme chgLayout modNotes">
        <pc:chgData name="Nguyen Duc Tien" userId="1d425f06-52f5-490b-9f00-5a0d395ba4e9" providerId="ADAL" clId="{27A2FABC-AC00-4E0D-BE8A-9D5B61010432}" dt="2021-09-26T09:57:41.595" v="3359"/>
        <pc:sldMkLst>
          <pc:docMk/>
          <pc:sldMk cId="0" sldId="612"/>
        </pc:sldMkLst>
        <pc:spChg chg="add mod ord">
          <ac:chgData name="Nguyen Duc Tien" userId="1d425f06-52f5-490b-9f00-5a0d395ba4e9" providerId="ADAL" clId="{27A2FABC-AC00-4E0D-BE8A-9D5B61010432}" dt="2021-09-26T09:52:49.642" v="3174" actId="14100"/>
          <ac:spMkLst>
            <pc:docMk/>
            <pc:sldMk cId="0" sldId="612"/>
            <ac:spMk id="2" creationId="{AA338F48-0B6B-4657-99ED-A42C1D248798}"/>
          </ac:spMkLst>
        </pc:spChg>
        <pc:spChg chg="mod ord">
          <ac:chgData name="Nguyen Duc Tien" userId="1d425f06-52f5-490b-9f00-5a0d395ba4e9" providerId="ADAL" clId="{27A2FABC-AC00-4E0D-BE8A-9D5B61010432}" dt="2021-09-26T09:10:48.687" v="1264" actId="700"/>
          <ac:spMkLst>
            <pc:docMk/>
            <pc:sldMk cId="0" sldId="612"/>
            <ac:spMk id="84994" creationId="{00000000-0000-0000-0000-000000000000}"/>
          </ac:spMkLst>
        </pc:spChg>
        <pc:spChg chg="del mod">
          <ac:chgData name="Nguyen Duc Tien" userId="1d425f06-52f5-490b-9f00-5a0d395ba4e9" providerId="ADAL" clId="{27A2FABC-AC00-4E0D-BE8A-9D5B61010432}" dt="2021-09-26T09:52:42.763" v="3168" actId="478"/>
          <ac:spMkLst>
            <pc:docMk/>
            <pc:sldMk cId="0" sldId="612"/>
            <ac:spMk id="85009" creationId="{00000000-0000-0000-0000-000000000000}"/>
          </ac:spMkLst>
        </pc:spChg>
        <pc:graphicFrameChg chg="mod ord">
          <ac:chgData name="Nguyen Duc Tien" userId="1d425f06-52f5-490b-9f00-5a0d395ba4e9" providerId="ADAL" clId="{27A2FABC-AC00-4E0D-BE8A-9D5B61010432}" dt="2021-09-26T09:52:52.018" v="3175" actId="1076"/>
          <ac:graphicFrameMkLst>
            <pc:docMk/>
            <pc:sldMk cId="0" sldId="612"/>
            <ac:graphicFrameMk id="337952" creationId="{00000000-0000-0000-0000-000000000000}"/>
          </ac:graphicFrameMkLst>
        </pc:graphicFrameChg>
      </pc:sldChg>
      <pc:sldChg chg="addSp modSp del mod modClrScheme chgLayout">
        <pc:chgData name="Nguyen Duc Tien" userId="1d425f06-52f5-490b-9f00-5a0d395ba4e9" providerId="ADAL" clId="{27A2FABC-AC00-4E0D-BE8A-9D5B61010432}" dt="2021-09-26T09:49:47.014" v="3138" actId="47"/>
        <pc:sldMkLst>
          <pc:docMk/>
          <pc:sldMk cId="0" sldId="613"/>
        </pc:sldMkLst>
        <pc:spChg chg="add mod ord">
          <ac:chgData name="Nguyen Duc Tien" userId="1d425f06-52f5-490b-9f00-5a0d395ba4e9" providerId="ADAL" clId="{27A2FABC-AC00-4E0D-BE8A-9D5B61010432}" dt="2021-09-26T09:10:48.687" v="1264" actId="700"/>
          <ac:spMkLst>
            <pc:docMk/>
            <pc:sldMk cId="0" sldId="613"/>
            <ac:spMk id="2" creationId="{CBFBB1AA-2BBA-4DC5-B5CA-2354BF0979E0}"/>
          </ac:spMkLst>
        </pc:spChg>
        <pc:spChg chg="mod ord">
          <ac:chgData name="Nguyen Duc Tien" userId="1d425f06-52f5-490b-9f00-5a0d395ba4e9" providerId="ADAL" clId="{27A2FABC-AC00-4E0D-BE8A-9D5B61010432}" dt="2021-09-26T09:10:48.687" v="1264" actId="700"/>
          <ac:spMkLst>
            <pc:docMk/>
            <pc:sldMk cId="0" sldId="613"/>
            <ac:spMk id="77826" creationId="{00000000-0000-0000-0000-000000000000}"/>
          </ac:spMkLst>
        </pc:spChg>
        <pc:picChg chg="mod ord">
          <ac:chgData name="Nguyen Duc Tien" userId="1d425f06-52f5-490b-9f00-5a0d395ba4e9" providerId="ADAL" clId="{27A2FABC-AC00-4E0D-BE8A-9D5B61010432}" dt="2021-09-26T09:10:48.687" v="1264" actId="700"/>
          <ac:picMkLst>
            <pc:docMk/>
            <pc:sldMk cId="0" sldId="613"/>
            <ac:picMk id="77827" creationId="{00000000-0000-0000-0000-000000000000}"/>
          </ac:picMkLst>
        </pc:picChg>
      </pc:sldChg>
      <pc:sldChg chg="addSp modSp mod modClrScheme chgLayout modNotes">
        <pc:chgData name="Nguyen Duc Tien" userId="1d425f06-52f5-490b-9f00-5a0d395ba4e9" providerId="ADAL" clId="{27A2FABC-AC00-4E0D-BE8A-9D5B61010432}" dt="2021-10-20T01:54:17.515" v="3364"/>
        <pc:sldMkLst>
          <pc:docMk/>
          <pc:sldMk cId="0" sldId="644"/>
        </pc:sldMkLst>
        <pc:spChg chg="mod ord">
          <ac:chgData name="Nguyen Duc Tien" userId="1d425f06-52f5-490b-9f00-5a0d395ba4e9" providerId="ADAL" clId="{27A2FABC-AC00-4E0D-BE8A-9D5B61010432}" dt="2021-09-26T09:10:48.687" v="1264" actId="700"/>
          <ac:spMkLst>
            <pc:docMk/>
            <pc:sldMk cId="0" sldId="644"/>
            <ac:spMk id="49154" creationId="{00000000-0000-0000-0000-000000000000}"/>
          </ac:spMkLst>
        </pc:spChg>
        <pc:spChg chg="mod ord">
          <ac:chgData name="Nguyen Duc Tien" userId="1d425f06-52f5-490b-9f00-5a0d395ba4e9" providerId="ADAL" clId="{27A2FABC-AC00-4E0D-BE8A-9D5B61010432}" dt="2021-09-26T09:33:08.079" v="2611" actId="20577"/>
          <ac:spMkLst>
            <pc:docMk/>
            <pc:sldMk cId="0" sldId="644"/>
            <ac:spMk id="49155" creationId="{00000000-0000-0000-0000-000000000000}"/>
          </ac:spMkLst>
        </pc:spChg>
        <pc:inkChg chg="mod">
          <ac:chgData name="Nguyen Duc Tien" userId="1d425f06-52f5-490b-9f00-5a0d395ba4e9" providerId="ADAL" clId="{27A2FABC-AC00-4E0D-BE8A-9D5B61010432}" dt="2021-09-26T09:32:54.846" v="2605" actId="1076"/>
          <ac:inkMkLst>
            <pc:docMk/>
            <pc:sldMk cId="0" sldId="644"/>
            <ac:inkMk id="2" creationId="{D32D5DBC-BDE9-4188-B830-A655CB0D2B99}"/>
          </ac:inkMkLst>
        </pc:inkChg>
        <pc:inkChg chg="add">
          <ac:chgData name="Nguyen Duc Tien" userId="1d425f06-52f5-490b-9f00-5a0d395ba4e9" providerId="ADAL" clId="{27A2FABC-AC00-4E0D-BE8A-9D5B61010432}" dt="2021-10-20T01:54:17.515" v="3364"/>
          <ac:inkMkLst>
            <pc:docMk/>
            <pc:sldMk cId="0" sldId="644"/>
            <ac:inkMk id="4" creationId="{F7636D38-5651-4DC8-8F55-5F0FFB6C1588}"/>
          </ac:inkMkLst>
        </pc:inkChg>
      </pc:sldChg>
      <pc:sldChg chg="addSp delSp modSp mod modClrScheme chgLayout modNotes">
        <pc:chgData name="Nguyen Duc Tien" userId="1d425f06-52f5-490b-9f00-5a0d395ba4e9" providerId="ADAL" clId="{27A2FABC-AC00-4E0D-BE8A-9D5B61010432}" dt="2021-09-26T09:57:41.595" v="3359"/>
        <pc:sldMkLst>
          <pc:docMk/>
          <pc:sldMk cId="0" sldId="646"/>
        </pc:sldMkLst>
        <pc:spChg chg="mod ord">
          <ac:chgData name="Nguyen Duc Tien" userId="1d425f06-52f5-490b-9f00-5a0d395ba4e9" providerId="ADAL" clId="{27A2FABC-AC00-4E0D-BE8A-9D5B61010432}" dt="2021-09-26T09:10:48.687" v="1264" actId="700"/>
          <ac:spMkLst>
            <pc:docMk/>
            <pc:sldMk cId="0" sldId="646"/>
            <ac:spMk id="50178" creationId="{00000000-0000-0000-0000-000000000000}"/>
          </ac:spMkLst>
        </pc:spChg>
        <pc:spChg chg="mod ord">
          <ac:chgData name="Nguyen Duc Tien" userId="1d425f06-52f5-490b-9f00-5a0d395ba4e9" providerId="ADAL" clId="{27A2FABC-AC00-4E0D-BE8A-9D5B61010432}" dt="2021-09-26T09:37:08.490" v="2669" actId="404"/>
          <ac:spMkLst>
            <pc:docMk/>
            <pc:sldMk cId="0" sldId="646"/>
            <ac:spMk id="50179" creationId="{00000000-0000-0000-0000-000000000000}"/>
          </ac:spMkLst>
        </pc:spChg>
        <pc:inkChg chg="add del mod">
          <ac:chgData name="Nguyen Duc Tien" userId="1d425f06-52f5-490b-9f00-5a0d395ba4e9" providerId="ADAL" clId="{27A2FABC-AC00-4E0D-BE8A-9D5B61010432}" dt="2021-09-26T09:37:24.016" v="2671" actId="478"/>
          <ac:inkMkLst>
            <pc:docMk/>
            <pc:sldMk cId="0" sldId="646"/>
            <ac:inkMk id="2" creationId="{BBBC70AA-415D-446E-8137-B41382C6F36C}"/>
          </ac:inkMkLst>
        </pc:inkChg>
      </pc:sldChg>
      <pc:sldChg chg="modSp mod modClrScheme chgLayout modNotes">
        <pc:chgData name="Nguyen Duc Tien" userId="1d425f06-52f5-490b-9f00-5a0d395ba4e9" providerId="ADAL" clId="{27A2FABC-AC00-4E0D-BE8A-9D5B61010432}" dt="2021-09-26T09:57:41.595" v="3359"/>
        <pc:sldMkLst>
          <pc:docMk/>
          <pc:sldMk cId="0" sldId="648"/>
        </pc:sldMkLst>
        <pc:spChg chg="mod ord">
          <ac:chgData name="Nguyen Duc Tien" userId="1d425f06-52f5-490b-9f00-5a0d395ba4e9" providerId="ADAL" clId="{27A2FABC-AC00-4E0D-BE8A-9D5B61010432}" dt="2021-09-26T09:10:48.687" v="1264" actId="700"/>
          <ac:spMkLst>
            <pc:docMk/>
            <pc:sldMk cId="0" sldId="648"/>
            <ac:spMk id="51202" creationId="{00000000-0000-0000-0000-000000000000}"/>
          </ac:spMkLst>
        </pc:spChg>
        <pc:spChg chg="mod ord">
          <ac:chgData name="Nguyen Duc Tien" userId="1d425f06-52f5-490b-9f00-5a0d395ba4e9" providerId="ADAL" clId="{27A2FABC-AC00-4E0D-BE8A-9D5B61010432}" dt="2021-09-26T09:37:30.161" v="2672" actId="404"/>
          <ac:spMkLst>
            <pc:docMk/>
            <pc:sldMk cId="0" sldId="648"/>
            <ac:spMk id="51203" creationId="{00000000-0000-0000-0000-000000000000}"/>
          </ac:spMkLst>
        </pc:spChg>
      </pc:sldChg>
      <pc:sldChg chg="modSp mod modClrScheme chgLayout modNotes">
        <pc:chgData name="Nguyen Duc Tien" userId="1d425f06-52f5-490b-9f00-5a0d395ba4e9" providerId="ADAL" clId="{27A2FABC-AC00-4E0D-BE8A-9D5B61010432}" dt="2021-09-26T09:57:41.595" v="3359"/>
        <pc:sldMkLst>
          <pc:docMk/>
          <pc:sldMk cId="0" sldId="650"/>
        </pc:sldMkLst>
        <pc:spChg chg="mod ord">
          <ac:chgData name="Nguyen Duc Tien" userId="1d425f06-52f5-490b-9f00-5a0d395ba4e9" providerId="ADAL" clId="{27A2FABC-AC00-4E0D-BE8A-9D5B61010432}" dt="2021-09-26T09:10:48.687" v="1264" actId="700"/>
          <ac:spMkLst>
            <pc:docMk/>
            <pc:sldMk cId="0" sldId="650"/>
            <ac:spMk id="71682" creationId="{00000000-0000-0000-0000-000000000000}"/>
          </ac:spMkLst>
        </pc:spChg>
        <pc:spChg chg="mod ord">
          <ac:chgData name="Nguyen Duc Tien" userId="1d425f06-52f5-490b-9f00-5a0d395ba4e9" providerId="ADAL" clId="{27A2FABC-AC00-4E0D-BE8A-9D5B61010432}" dt="2021-09-26T09:47:45.333" v="2991" actId="20577"/>
          <ac:spMkLst>
            <pc:docMk/>
            <pc:sldMk cId="0" sldId="650"/>
            <ac:spMk id="71683" creationId="{00000000-0000-0000-0000-000000000000}"/>
          </ac:spMkLst>
        </pc:spChg>
        <pc:spChg chg="mod">
          <ac:chgData name="Nguyen Duc Tien" userId="1d425f06-52f5-490b-9f00-5a0d395ba4e9" providerId="ADAL" clId="{27A2FABC-AC00-4E0D-BE8A-9D5B61010432}" dt="2021-09-26T09:47:50.020" v="2994" actId="1035"/>
          <ac:spMkLst>
            <pc:docMk/>
            <pc:sldMk cId="0" sldId="650"/>
            <ac:spMk id="71684" creationId="{00000000-0000-0000-0000-000000000000}"/>
          </ac:spMkLst>
        </pc:spChg>
        <pc:spChg chg="mod">
          <ac:chgData name="Nguyen Duc Tien" userId="1d425f06-52f5-490b-9f00-5a0d395ba4e9" providerId="ADAL" clId="{27A2FABC-AC00-4E0D-BE8A-9D5B61010432}" dt="2021-09-26T09:47:50.020" v="2994" actId="1035"/>
          <ac:spMkLst>
            <pc:docMk/>
            <pc:sldMk cId="0" sldId="650"/>
            <ac:spMk id="71685" creationId="{00000000-0000-0000-0000-000000000000}"/>
          </ac:spMkLst>
        </pc:spChg>
        <pc:spChg chg="mod">
          <ac:chgData name="Nguyen Duc Tien" userId="1d425f06-52f5-490b-9f00-5a0d395ba4e9" providerId="ADAL" clId="{27A2FABC-AC00-4E0D-BE8A-9D5B61010432}" dt="2021-09-26T09:47:50.020" v="2994" actId="1035"/>
          <ac:spMkLst>
            <pc:docMk/>
            <pc:sldMk cId="0" sldId="650"/>
            <ac:spMk id="71686" creationId="{00000000-0000-0000-0000-000000000000}"/>
          </ac:spMkLst>
        </pc:spChg>
        <pc:spChg chg="mod">
          <ac:chgData name="Nguyen Duc Tien" userId="1d425f06-52f5-490b-9f00-5a0d395ba4e9" providerId="ADAL" clId="{27A2FABC-AC00-4E0D-BE8A-9D5B61010432}" dt="2021-09-26T09:47:50.020" v="2994" actId="1035"/>
          <ac:spMkLst>
            <pc:docMk/>
            <pc:sldMk cId="0" sldId="650"/>
            <ac:spMk id="71687" creationId="{00000000-0000-0000-0000-000000000000}"/>
          </ac:spMkLst>
        </pc:spChg>
        <pc:spChg chg="mod">
          <ac:chgData name="Nguyen Duc Tien" userId="1d425f06-52f5-490b-9f00-5a0d395ba4e9" providerId="ADAL" clId="{27A2FABC-AC00-4E0D-BE8A-9D5B61010432}" dt="2021-09-26T09:47:50.020" v="2994" actId="1035"/>
          <ac:spMkLst>
            <pc:docMk/>
            <pc:sldMk cId="0" sldId="650"/>
            <ac:spMk id="71688" creationId="{00000000-0000-0000-0000-000000000000}"/>
          </ac:spMkLst>
        </pc:spChg>
        <pc:spChg chg="mod">
          <ac:chgData name="Nguyen Duc Tien" userId="1d425f06-52f5-490b-9f00-5a0d395ba4e9" providerId="ADAL" clId="{27A2FABC-AC00-4E0D-BE8A-9D5B61010432}" dt="2021-09-26T09:47:50.020" v="2994" actId="1035"/>
          <ac:spMkLst>
            <pc:docMk/>
            <pc:sldMk cId="0" sldId="650"/>
            <ac:spMk id="71689" creationId="{00000000-0000-0000-0000-000000000000}"/>
          </ac:spMkLst>
        </pc:spChg>
        <pc:spChg chg="mod">
          <ac:chgData name="Nguyen Duc Tien" userId="1d425f06-52f5-490b-9f00-5a0d395ba4e9" providerId="ADAL" clId="{27A2FABC-AC00-4E0D-BE8A-9D5B61010432}" dt="2021-09-26T09:47:50.020" v="2994" actId="1035"/>
          <ac:spMkLst>
            <pc:docMk/>
            <pc:sldMk cId="0" sldId="650"/>
            <ac:spMk id="71690" creationId="{00000000-0000-0000-0000-000000000000}"/>
          </ac:spMkLst>
        </pc:spChg>
        <pc:spChg chg="mod">
          <ac:chgData name="Nguyen Duc Tien" userId="1d425f06-52f5-490b-9f00-5a0d395ba4e9" providerId="ADAL" clId="{27A2FABC-AC00-4E0D-BE8A-9D5B61010432}" dt="2021-09-26T09:47:50.020" v="2994" actId="1035"/>
          <ac:spMkLst>
            <pc:docMk/>
            <pc:sldMk cId="0" sldId="650"/>
            <ac:spMk id="71691" creationId="{00000000-0000-0000-0000-000000000000}"/>
          </ac:spMkLst>
        </pc:spChg>
        <pc:spChg chg="mod">
          <ac:chgData name="Nguyen Duc Tien" userId="1d425f06-52f5-490b-9f00-5a0d395ba4e9" providerId="ADAL" clId="{27A2FABC-AC00-4E0D-BE8A-9D5B61010432}" dt="2021-09-26T09:47:50.020" v="2994" actId="1035"/>
          <ac:spMkLst>
            <pc:docMk/>
            <pc:sldMk cId="0" sldId="650"/>
            <ac:spMk id="71692" creationId="{00000000-0000-0000-0000-000000000000}"/>
          </ac:spMkLst>
        </pc:spChg>
        <pc:spChg chg="mod">
          <ac:chgData name="Nguyen Duc Tien" userId="1d425f06-52f5-490b-9f00-5a0d395ba4e9" providerId="ADAL" clId="{27A2FABC-AC00-4E0D-BE8A-9D5B61010432}" dt="2021-09-26T09:47:50.020" v="2994" actId="1035"/>
          <ac:spMkLst>
            <pc:docMk/>
            <pc:sldMk cId="0" sldId="650"/>
            <ac:spMk id="71693" creationId="{00000000-0000-0000-0000-000000000000}"/>
          </ac:spMkLst>
        </pc:spChg>
        <pc:spChg chg="mod">
          <ac:chgData name="Nguyen Duc Tien" userId="1d425f06-52f5-490b-9f00-5a0d395ba4e9" providerId="ADAL" clId="{27A2FABC-AC00-4E0D-BE8A-9D5B61010432}" dt="2021-09-26T09:47:50.020" v="2994" actId="1035"/>
          <ac:spMkLst>
            <pc:docMk/>
            <pc:sldMk cId="0" sldId="650"/>
            <ac:spMk id="71694" creationId="{00000000-0000-0000-0000-000000000000}"/>
          </ac:spMkLst>
        </pc:spChg>
        <pc:spChg chg="mod">
          <ac:chgData name="Nguyen Duc Tien" userId="1d425f06-52f5-490b-9f00-5a0d395ba4e9" providerId="ADAL" clId="{27A2FABC-AC00-4E0D-BE8A-9D5B61010432}" dt="2021-09-26T09:47:50.020" v="2994" actId="1035"/>
          <ac:spMkLst>
            <pc:docMk/>
            <pc:sldMk cId="0" sldId="650"/>
            <ac:spMk id="71695" creationId="{00000000-0000-0000-0000-000000000000}"/>
          </ac:spMkLst>
        </pc:spChg>
        <pc:spChg chg="mod">
          <ac:chgData name="Nguyen Duc Tien" userId="1d425f06-52f5-490b-9f00-5a0d395ba4e9" providerId="ADAL" clId="{27A2FABC-AC00-4E0D-BE8A-9D5B61010432}" dt="2021-09-26T09:47:50.020" v="2994" actId="1035"/>
          <ac:spMkLst>
            <pc:docMk/>
            <pc:sldMk cId="0" sldId="650"/>
            <ac:spMk id="71696" creationId="{00000000-0000-0000-0000-000000000000}"/>
          </ac:spMkLst>
        </pc:spChg>
        <pc:spChg chg="mod">
          <ac:chgData name="Nguyen Duc Tien" userId="1d425f06-52f5-490b-9f00-5a0d395ba4e9" providerId="ADAL" clId="{27A2FABC-AC00-4E0D-BE8A-9D5B61010432}" dt="2021-09-26T09:47:50.020" v="2994" actId="1035"/>
          <ac:spMkLst>
            <pc:docMk/>
            <pc:sldMk cId="0" sldId="650"/>
            <ac:spMk id="71697" creationId="{00000000-0000-0000-0000-000000000000}"/>
          </ac:spMkLst>
        </pc:spChg>
        <pc:spChg chg="mod">
          <ac:chgData name="Nguyen Duc Tien" userId="1d425f06-52f5-490b-9f00-5a0d395ba4e9" providerId="ADAL" clId="{27A2FABC-AC00-4E0D-BE8A-9D5B61010432}" dt="2021-09-26T09:47:50.020" v="2994" actId="1035"/>
          <ac:spMkLst>
            <pc:docMk/>
            <pc:sldMk cId="0" sldId="650"/>
            <ac:spMk id="71698" creationId="{00000000-0000-0000-0000-000000000000}"/>
          </ac:spMkLst>
        </pc:spChg>
        <pc:spChg chg="mod">
          <ac:chgData name="Nguyen Duc Tien" userId="1d425f06-52f5-490b-9f00-5a0d395ba4e9" providerId="ADAL" clId="{27A2FABC-AC00-4E0D-BE8A-9D5B61010432}" dt="2021-09-26T09:47:50.020" v="2994" actId="1035"/>
          <ac:spMkLst>
            <pc:docMk/>
            <pc:sldMk cId="0" sldId="650"/>
            <ac:spMk id="71699" creationId="{00000000-0000-0000-0000-000000000000}"/>
          </ac:spMkLst>
        </pc:spChg>
        <pc:spChg chg="mod">
          <ac:chgData name="Nguyen Duc Tien" userId="1d425f06-52f5-490b-9f00-5a0d395ba4e9" providerId="ADAL" clId="{27A2FABC-AC00-4E0D-BE8A-9D5B61010432}" dt="2021-09-26T09:47:50.020" v="2994" actId="1035"/>
          <ac:spMkLst>
            <pc:docMk/>
            <pc:sldMk cId="0" sldId="650"/>
            <ac:spMk id="71700" creationId="{00000000-0000-0000-0000-000000000000}"/>
          </ac:spMkLst>
        </pc:spChg>
        <pc:spChg chg="mod">
          <ac:chgData name="Nguyen Duc Tien" userId="1d425f06-52f5-490b-9f00-5a0d395ba4e9" providerId="ADAL" clId="{27A2FABC-AC00-4E0D-BE8A-9D5B61010432}" dt="2021-09-26T09:47:50.020" v="2994" actId="1035"/>
          <ac:spMkLst>
            <pc:docMk/>
            <pc:sldMk cId="0" sldId="650"/>
            <ac:spMk id="71701" creationId="{00000000-0000-0000-0000-000000000000}"/>
          </ac:spMkLst>
        </pc:spChg>
        <pc:spChg chg="mod">
          <ac:chgData name="Nguyen Duc Tien" userId="1d425f06-52f5-490b-9f00-5a0d395ba4e9" providerId="ADAL" clId="{27A2FABC-AC00-4E0D-BE8A-9D5B61010432}" dt="2021-09-26T09:47:50.020" v="2994" actId="1035"/>
          <ac:spMkLst>
            <pc:docMk/>
            <pc:sldMk cId="0" sldId="650"/>
            <ac:spMk id="71702" creationId="{00000000-0000-0000-0000-000000000000}"/>
          </ac:spMkLst>
        </pc:spChg>
        <pc:spChg chg="mod">
          <ac:chgData name="Nguyen Duc Tien" userId="1d425f06-52f5-490b-9f00-5a0d395ba4e9" providerId="ADAL" clId="{27A2FABC-AC00-4E0D-BE8A-9D5B61010432}" dt="2021-09-26T09:47:50.020" v="2994" actId="1035"/>
          <ac:spMkLst>
            <pc:docMk/>
            <pc:sldMk cId="0" sldId="650"/>
            <ac:spMk id="71703" creationId="{00000000-0000-0000-0000-000000000000}"/>
          </ac:spMkLst>
        </pc:spChg>
        <pc:picChg chg="mod">
          <ac:chgData name="Nguyen Duc Tien" userId="1d425f06-52f5-490b-9f00-5a0d395ba4e9" providerId="ADAL" clId="{27A2FABC-AC00-4E0D-BE8A-9D5B61010432}" dt="2021-09-26T09:47:50.020" v="2994" actId="1035"/>
          <ac:picMkLst>
            <pc:docMk/>
            <pc:sldMk cId="0" sldId="650"/>
            <ac:picMk id="71704" creationId="{00000000-0000-0000-0000-000000000000}"/>
          </ac:picMkLst>
        </pc:picChg>
      </pc:sldChg>
      <pc:sldChg chg="modSp mod modClrScheme chgLayout">
        <pc:chgData name="Nguyen Duc Tien" userId="1d425f06-52f5-490b-9f00-5a0d395ba4e9" providerId="ADAL" clId="{27A2FABC-AC00-4E0D-BE8A-9D5B61010432}" dt="2021-09-26T09:52:25.637" v="3164" actId="1037"/>
        <pc:sldMkLst>
          <pc:docMk/>
          <pc:sldMk cId="0" sldId="655"/>
        </pc:sldMkLst>
        <pc:spChg chg="mod ord">
          <ac:chgData name="Nguyen Duc Tien" userId="1d425f06-52f5-490b-9f00-5a0d395ba4e9" providerId="ADAL" clId="{27A2FABC-AC00-4E0D-BE8A-9D5B61010432}" dt="2021-09-26T09:10:48.687" v="1264" actId="700"/>
          <ac:spMkLst>
            <pc:docMk/>
            <pc:sldMk cId="0" sldId="655"/>
            <ac:spMk id="82946" creationId="{00000000-0000-0000-0000-000000000000}"/>
          </ac:spMkLst>
        </pc:spChg>
        <pc:spChg chg="mod ord">
          <ac:chgData name="Nguyen Duc Tien" userId="1d425f06-52f5-490b-9f00-5a0d395ba4e9" providerId="ADAL" clId="{27A2FABC-AC00-4E0D-BE8A-9D5B61010432}" dt="2021-09-26T09:10:48.687" v="1264" actId="700"/>
          <ac:spMkLst>
            <pc:docMk/>
            <pc:sldMk cId="0" sldId="655"/>
            <ac:spMk id="82947" creationId="{00000000-0000-0000-0000-000000000000}"/>
          </ac:spMkLst>
        </pc:spChg>
        <pc:spChg chg="mod">
          <ac:chgData name="Nguyen Duc Tien" userId="1d425f06-52f5-490b-9f00-5a0d395ba4e9" providerId="ADAL" clId="{27A2FABC-AC00-4E0D-BE8A-9D5B61010432}" dt="2021-09-26T09:52:25.637" v="3164" actId="1037"/>
          <ac:spMkLst>
            <pc:docMk/>
            <pc:sldMk cId="0" sldId="655"/>
            <ac:spMk id="82948" creationId="{00000000-0000-0000-0000-000000000000}"/>
          </ac:spMkLst>
        </pc:spChg>
        <pc:spChg chg="mod">
          <ac:chgData name="Nguyen Duc Tien" userId="1d425f06-52f5-490b-9f00-5a0d395ba4e9" providerId="ADAL" clId="{27A2FABC-AC00-4E0D-BE8A-9D5B61010432}" dt="2021-09-26T09:52:25.637" v="3164" actId="1037"/>
          <ac:spMkLst>
            <pc:docMk/>
            <pc:sldMk cId="0" sldId="655"/>
            <ac:spMk id="82949" creationId="{00000000-0000-0000-0000-000000000000}"/>
          </ac:spMkLst>
        </pc:spChg>
        <pc:spChg chg="mod">
          <ac:chgData name="Nguyen Duc Tien" userId="1d425f06-52f5-490b-9f00-5a0d395ba4e9" providerId="ADAL" clId="{27A2FABC-AC00-4E0D-BE8A-9D5B61010432}" dt="2021-09-26T09:52:25.637" v="3164" actId="1037"/>
          <ac:spMkLst>
            <pc:docMk/>
            <pc:sldMk cId="0" sldId="655"/>
            <ac:spMk id="82950" creationId="{00000000-0000-0000-0000-000000000000}"/>
          </ac:spMkLst>
        </pc:spChg>
        <pc:spChg chg="mod">
          <ac:chgData name="Nguyen Duc Tien" userId="1d425f06-52f5-490b-9f00-5a0d395ba4e9" providerId="ADAL" clId="{27A2FABC-AC00-4E0D-BE8A-9D5B61010432}" dt="2021-09-26T09:52:25.637" v="3164" actId="1037"/>
          <ac:spMkLst>
            <pc:docMk/>
            <pc:sldMk cId="0" sldId="655"/>
            <ac:spMk id="82951" creationId="{00000000-0000-0000-0000-000000000000}"/>
          </ac:spMkLst>
        </pc:spChg>
        <pc:spChg chg="mod">
          <ac:chgData name="Nguyen Duc Tien" userId="1d425f06-52f5-490b-9f00-5a0d395ba4e9" providerId="ADAL" clId="{27A2FABC-AC00-4E0D-BE8A-9D5B61010432}" dt="2021-09-26T09:52:25.637" v="3164" actId="1037"/>
          <ac:spMkLst>
            <pc:docMk/>
            <pc:sldMk cId="0" sldId="655"/>
            <ac:spMk id="82952" creationId="{00000000-0000-0000-0000-000000000000}"/>
          </ac:spMkLst>
        </pc:spChg>
        <pc:spChg chg="mod">
          <ac:chgData name="Nguyen Duc Tien" userId="1d425f06-52f5-490b-9f00-5a0d395ba4e9" providerId="ADAL" clId="{27A2FABC-AC00-4E0D-BE8A-9D5B61010432}" dt="2021-09-26T09:52:25.637" v="3164" actId="1037"/>
          <ac:spMkLst>
            <pc:docMk/>
            <pc:sldMk cId="0" sldId="655"/>
            <ac:spMk id="82953" creationId="{00000000-0000-0000-0000-000000000000}"/>
          </ac:spMkLst>
        </pc:spChg>
        <pc:spChg chg="mod">
          <ac:chgData name="Nguyen Duc Tien" userId="1d425f06-52f5-490b-9f00-5a0d395ba4e9" providerId="ADAL" clId="{27A2FABC-AC00-4E0D-BE8A-9D5B61010432}" dt="2021-09-26T09:52:25.637" v="3164" actId="1037"/>
          <ac:spMkLst>
            <pc:docMk/>
            <pc:sldMk cId="0" sldId="655"/>
            <ac:spMk id="82954" creationId="{00000000-0000-0000-0000-000000000000}"/>
          </ac:spMkLst>
        </pc:spChg>
        <pc:spChg chg="mod">
          <ac:chgData name="Nguyen Duc Tien" userId="1d425f06-52f5-490b-9f00-5a0d395ba4e9" providerId="ADAL" clId="{27A2FABC-AC00-4E0D-BE8A-9D5B61010432}" dt="2021-09-26T09:52:25.637" v="3164" actId="1037"/>
          <ac:spMkLst>
            <pc:docMk/>
            <pc:sldMk cId="0" sldId="655"/>
            <ac:spMk id="82955" creationId="{00000000-0000-0000-0000-000000000000}"/>
          </ac:spMkLst>
        </pc:spChg>
        <pc:spChg chg="mod">
          <ac:chgData name="Nguyen Duc Tien" userId="1d425f06-52f5-490b-9f00-5a0d395ba4e9" providerId="ADAL" clId="{27A2FABC-AC00-4E0D-BE8A-9D5B61010432}" dt="2021-09-26T09:52:25.637" v="3164" actId="1037"/>
          <ac:spMkLst>
            <pc:docMk/>
            <pc:sldMk cId="0" sldId="655"/>
            <ac:spMk id="82956" creationId="{00000000-0000-0000-0000-000000000000}"/>
          </ac:spMkLst>
        </pc:spChg>
        <pc:spChg chg="mod">
          <ac:chgData name="Nguyen Duc Tien" userId="1d425f06-52f5-490b-9f00-5a0d395ba4e9" providerId="ADAL" clId="{27A2FABC-AC00-4E0D-BE8A-9D5B61010432}" dt="2021-09-26T09:52:25.637" v="3164" actId="1037"/>
          <ac:spMkLst>
            <pc:docMk/>
            <pc:sldMk cId="0" sldId="655"/>
            <ac:spMk id="82957" creationId="{00000000-0000-0000-0000-000000000000}"/>
          </ac:spMkLst>
        </pc:spChg>
        <pc:spChg chg="mod">
          <ac:chgData name="Nguyen Duc Tien" userId="1d425f06-52f5-490b-9f00-5a0d395ba4e9" providerId="ADAL" clId="{27A2FABC-AC00-4E0D-BE8A-9D5B61010432}" dt="2021-09-26T09:52:25.637" v="3164" actId="1037"/>
          <ac:spMkLst>
            <pc:docMk/>
            <pc:sldMk cId="0" sldId="655"/>
            <ac:spMk id="82958" creationId="{00000000-0000-0000-0000-000000000000}"/>
          </ac:spMkLst>
        </pc:spChg>
        <pc:picChg chg="mod">
          <ac:chgData name="Nguyen Duc Tien" userId="1d425f06-52f5-490b-9f00-5a0d395ba4e9" providerId="ADAL" clId="{27A2FABC-AC00-4E0D-BE8A-9D5B61010432}" dt="2021-09-26T09:52:25.637" v="3164" actId="1037"/>
          <ac:picMkLst>
            <pc:docMk/>
            <pc:sldMk cId="0" sldId="655"/>
            <ac:picMk id="82959" creationId="{00000000-0000-0000-0000-000000000000}"/>
          </ac:picMkLst>
        </pc:picChg>
        <pc:picChg chg="mod">
          <ac:chgData name="Nguyen Duc Tien" userId="1d425f06-52f5-490b-9f00-5a0d395ba4e9" providerId="ADAL" clId="{27A2FABC-AC00-4E0D-BE8A-9D5B61010432}" dt="2021-09-26T09:52:25.637" v="3164" actId="1037"/>
          <ac:picMkLst>
            <pc:docMk/>
            <pc:sldMk cId="0" sldId="655"/>
            <ac:picMk id="82960" creationId="{00000000-0000-0000-0000-000000000000}"/>
          </ac:picMkLst>
        </pc:picChg>
        <pc:picChg chg="mod">
          <ac:chgData name="Nguyen Duc Tien" userId="1d425f06-52f5-490b-9f00-5a0d395ba4e9" providerId="ADAL" clId="{27A2FABC-AC00-4E0D-BE8A-9D5B61010432}" dt="2021-09-26T09:52:25.637" v="3164" actId="1037"/>
          <ac:picMkLst>
            <pc:docMk/>
            <pc:sldMk cId="0" sldId="655"/>
            <ac:picMk id="82961" creationId="{00000000-0000-0000-0000-000000000000}"/>
          </ac:picMkLst>
        </pc:picChg>
        <pc:picChg chg="mod">
          <ac:chgData name="Nguyen Duc Tien" userId="1d425f06-52f5-490b-9f00-5a0d395ba4e9" providerId="ADAL" clId="{27A2FABC-AC00-4E0D-BE8A-9D5B61010432}" dt="2021-09-26T09:52:25.637" v="3164" actId="1037"/>
          <ac:picMkLst>
            <pc:docMk/>
            <pc:sldMk cId="0" sldId="655"/>
            <ac:picMk id="82962" creationId="{00000000-0000-0000-0000-000000000000}"/>
          </ac:picMkLst>
        </pc:picChg>
      </pc:sldChg>
      <pc:sldChg chg="addSp delSp modSp mod modClrScheme chgLayout">
        <pc:chgData name="Nguyen Duc Tien" userId="1d425f06-52f5-490b-9f00-5a0d395ba4e9" providerId="ADAL" clId="{27A2FABC-AC00-4E0D-BE8A-9D5B61010432}" dt="2021-09-26T08:54:21.080" v="595" actId="14100"/>
        <pc:sldMkLst>
          <pc:docMk/>
          <pc:sldMk cId="0" sldId="659"/>
        </pc:sldMkLst>
        <pc:spChg chg="mod">
          <ac:chgData name="Nguyen Duc Tien" userId="1d425f06-52f5-490b-9f00-5a0d395ba4e9" providerId="ADAL" clId="{27A2FABC-AC00-4E0D-BE8A-9D5B61010432}" dt="2021-09-26T08:50:16.263" v="544" actId="1035"/>
          <ac:spMkLst>
            <pc:docMk/>
            <pc:sldMk cId="0" sldId="659"/>
            <ac:spMk id="3" creationId="{A0AEB32B-6BFB-4B44-AD35-29B35476BCD8}"/>
          </ac:spMkLst>
        </pc:spChg>
        <pc:spChg chg="add del mod ord">
          <ac:chgData name="Nguyen Duc Tien" userId="1d425f06-52f5-490b-9f00-5a0d395ba4e9" providerId="ADAL" clId="{27A2FABC-AC00-4E0D-BE8A-9D5B61010432}" dt="2021-09-26T08:54:21.080" v="595" actId="14100"/>
          <ac:spMkLst>
            <pc:docMk/>
            <pc:sldMk cId="0" sldId="659"/>
            <ac:spMk id="4" creationId="{7168C360-CBB7-4295-9116-860E722EE446}"/>
          </ac:spMkLst>
        </pc:spChg>
        <pc:spChg chg="mod">
          <ac:chgData name="Nguyen Duc Tien" userId="1d425f06-52f5-490b-9f00-5a0d395ba4e9" providerId="ADAL" clId="{27A2FABC-AC00-4E0D-BE8A-9D5B61010432}" dt="2021-09-26T08:51:30.503" v="559" actId="1036"/>
          <ac:spMkLst>
            <pc:docMk/>
            <pc:sldMk cId="0" sldId="659"/>
            <ac:spMk id="32770" creationId="{00000000-0000-0000-0000-000000000000}"/>
          </ac:spMkLst>
        </pc:spChg>
        <pc:spChg chg="mod ord">
          <ac:chgData name="Nguyen Duc Tien" userId="1d425f06-52f5-490b-9f00-5a0d395ba4e9" providerId="ADAL" clId="{27A2FABC-AC00-4E0D-BE8A-9D5B61010432}" dt="2021-09-26T08:49:43.713" v="529" actId="20577"/>
          <ac:spMkLst>
            <pc:docMk/>
            <pc:sldMk cId="0" sldId="659"/>
            <ac:spMk id="32771" creationId="{00000000-0000-0000-0000-000000000000}"/>
          </ac:spMkLst>
        </pc:spChg>
        <pc:spChg chg="del mod">
          <ac:chgData name="Nguyen Duc Tien" userId="1d425f06-52f5-490b-9f00-5a0d395ba4e9" providerId="ADAL" clId="{27A2FABC-AC00-4E0D-BE8A-9D5B61010432}" dt="2021-09-26T08:50:09.870" v="535" actId="478"/>
          <ac:spMkLst>
            <pc:docMk/>
            <pc:sldMk cId="0" sldId="659"/>
            <ac:spMk id="32772" creationId="{00000000-0000-0000-0000-000000000000}"/>
          </ac:spMkLst>
        </pc:spChg>
        <pc:spChg chg="mod">
          <ac:chgData name="Nguyen Duc Tien" userId="1d425f06-52f5-490b-9f00-5a0d395ba4e9" providerId="ADAL" clId="{27A2FABC-AC00-4E0D-BE8A-9D5B61010432}" dt="2021-09-26T08:51:30.503" v="559" actId="1036"/>
          <ac:spMkLst>
            <pc:docMk/>
            <pc:sldMk cId="0" sldId="659"/>
            <ac:spMk id="32773" creationId="{00000000-0000-0000-0000-000000000000}"/>
          </ac:spMkLst>
        </pc:spChg>
        <pc:spChg chg="mod">
          <ac:chgData name="Nguyen Duc Tien" userId="1d425f06-52f5-490b-9f00-5a0d395ba4e9" providerId="ADAL" clId="{27A2FABC-AC00-4E0D-BE8A-9D5B61010432}" dt="2021-09-26T08:51:30.503" v="559" actId="1036"/>
          <ac:spMkLst>
            <pc:docMk/>
            <pc:sldMk cId="0" sldId="659"/>
            <ac:spMk id="32774" creationId="{00000000-0000-0000-0000-000000000000}"/>
          </ac:spMkLst>
        </pc:spChg>
        <pc:spChg chg="mod">
          <ac:chgData name="Nguyen Duc Tien" userId="1d425f06-52f5-490b-9f00-5a0d395ba4e9" providerId="ADAL" clId="{27A2FABC-AC00-4E0D-BE8A-9D5B61010432}" dt="2021-09-26T08:51:30.503" v="559" actId="1036"/>
          <ac:spMkLst>
            <pc:docMk/>
            <pc:sldMk cId="0" sldId="659"/>
            <ac:spMk id="32775" creationId="{00000000-0000-0000-0000-000000000000}"/>
          </ac:spMkLst>
        </pc:spChg>
        <pc:spChg chg="mod">
          <ac:chgData name="Nguyen Duc Tien" userId="1d425f06-52f5-490b-9f00-5a0d395ba4e9" providerId="ADAL" clId="{27A2FABC-AC00-4E0D-BE8A-9D5B61010432}" dt="2021-09-26T08:51:30.503" v="559" actId="1036"/>
          <ac:spMkLst>
            <pc:docMk/>
            <pc:sldMk cId="0" sldId="659"/>
            <ac:spMk id="32776" creationId="{00000000-0000-0000-0000-000000000000}"/>
          </ac:spMkLst>
        </pc:spChg>
        <pc:spChg chg="mod">
          <ac:chgData name="Nguyen Duc Tien" userId="1d425f06-52f5-490b-9f00-5a0d395ba4e9" providerId="ADAL" clId="{27A2FABC-AC00-4E0D-BE8A-9D5B61010432}" dt="2021-09-26T08:51:30.503" v="559" actId="1036"/>
          <ac:spMkLst>
            <pc:docMk/>
            <pc:sldMk cId="0" sldId="659"/>
            <ac:spMk id="32777" creationId="{00000000-0000-0000-0000-000000000000}"/>
          </ac:spMkLst>
        </pc:spChg>
        <pc:spChg chg="mod">
          <ac:chgData name="Nguyen Duc Tien" userId="1d425f06-52f5-490b-9f00-5a0d395ba4e9" providerId="ADAL" clId="{27A2FABC-AC00-4E0D-BE8A-9D5B61010432}" dt="2021-09-26T08:51:30.503" v="559" actId="1036"/>
          <ac:spMkLst>
            <pc:docMk/>
            <pc:sldMk cId="0" sldId="659"/>
            <ac:spMk id="32778" creationId="{00000000-0000-0000-0000-000000000000}"/>
          </ac:spMkLst>
        </pc:spChg>
        <pc:spChg chg="mod">
          <ac:chgData name="Nguyen Duc Tien" userId="1d425f06-52f5-490b-9f00-5a0d395ba4e9" providerId="ADAL" clId="{27A2FABC-AC00-4E0D-BE8A-9D5B61010432}" dt="2021-09-26T08:51:30.503" v="559" actId="1036"/>
          <ac:spMkLst>
            <pc:docMk/>
            <pc:sldMk cId="0" sldId="659"/>
            <ac:spMk id="32779" creationId="{00000000-0000-0000-0000-000000000000}"/>
          </ac:spMkLst>
        </pc:spChg>
        <pc:spChg chg="mod">
          <ac:chgData name="Nguyen Duc Tien" userId="1d425f06-52f5-490b-9f00-5a0d395ba4e9" providerId="ADAL" clId="{27A2FABC-AC00-4E0D-BE8A-9D5B61010432}" dt="2021-09-26T08:51:30.503" v="559" actId="1036"/>
          <ac:spMkLst>
            <pc:docMk/>
            <pc:sldMk cId="0" sldId="659"/>
            <ac:spMk id="32780" creationId="{00000000-0000-0000-0000-000000000000}"/>
          </ac:spMkLst>
        </pc:spChg>
        <pc:spChg chg="mod">
          <ac:chgData name="Nguyen Duc Tien" userId="1d425f06-52f5-490b-9f00-5a0d395ba4e9" providerId="ADAL" clId="{27A2FABC-AC00-4E0D-BE8A-9D5B61010432}" dt="2021-09-26T08:51:30.503" v="559" actId="1036"/>
          <ac:spMkLst>
            <pc:docMk/>
            <pc:sldMk cId="0" sldId="659"/>
            <ac:spMk id="32781" creationId="{00000000-0000-0000-0000-000000000000}"/>
          </ac:spMkLst>
        </pc:spChg>
        <pc:spChg chg="mod">
          <ac:chgData name="Nguyen Duc Tien" userId="1d425f06-52f5-490b-9f00-5a0d395ba4e9" providerId="ADAL" clId="{27A2FABC-AC00-4E0D-BE8A-9D5B61010432}" dt="2021-09-26T08:51:30.503" v="559" actId="1036"/>
          <ac:spMkLst>
            <pc:docMk/>
            <pc:sldMk cId="0" sldId="659"/>
            <ac:spMk id="32782" creationId="{00000000-0000-0000-0000-000000000000}"/>
          </ac:spMkLst>
        </pc:spChg>
        <pc:graphicFrameChg chg="mod">
          <ac:chgData name="Nguyen Duc Tien" userId="1d425f06-52f5-490b-9f00-5a0d395ba4e9" providerId="ADAL" clId="{27A2FABC-AC00-4E0D-BE8A-9D5B61010432}" dt="2021-09-26T08:51:26.950" v="556" actId="1076"/>
          <ac:graphicFrameMkLst>
            <pc:docMk/>
            <pc:sldMk cId="0" sldId="659"/>
            <ac:graphicFrameMk id="2" creationId="{A3F0DCA1-2F27-4ADC-8A30-074D8D032F32}"/>
          </ac:graphicFrameMkLst>
        </pc:graphicFrameChg>
      </pc:sldChg>
      <pc:sldChg chg="addSp delSp modSp mod modClrScheme chgLayout modNotes">
        <pc:chgData name="Nguyen Duc Tien" userId="1d425f06-52f5-490b-9f00-5a0d395ba4e9" providerId="ADAL" clId="{27A2FABC-AC00-4E0D-BE8A-9D5B61010432}" dt="2021-09-26T09:57:41.595" v="3359"/>
        <pc:sldMkLst>
          <pc:docMk/>
          <pc:sldMk cId="0" sldId="660"/>
        </pc:sldMkLst>
        <pc:spChg chg="add mod ord">
          <ac:chgData name="Nguyen Duc Tien" userId="1d425f06-52f5-490b-9f00-5a0d395ba4e9" providerId="ADAL" clId="{27A2FABC-AC00-4E0D-BE8A-9D5B61010432}" dt="2021-09-26T09:43:07.998" v="2762" actId="20577"/>
          <ac:spMkLst>
            <pc:docMk/>
            <pc:sldMk cId="0" sldId="660"/>
            <ac:spMk id="2" creationId="{AFC1D206-79DC-4F07-8A49-216FE819FFE7}"/>
          </ac:spMkLst>
        </pc:spChg>
        <pc:spChg chg="add del mod ord">
          <ac:chgData name="Nguyen Duc Tien" userId="1d425f06-52f5-490b-9f00-5a0d395ba4e9" providerId="ADAL" clId="{27A2FABC-AC00-4E0D-BE8A-9D5B61010432}" dt="2021-09-26T09:43:14.348" v="2764" actId="478"/>
          <ac:spMkLst>
            <pc:docMk/>
            <pc:sldMk cId="0" sldId="660"/>
            <ac:spMk id="3" creationId="{4936D220-6F4F-48E4-8261-B83CE2C49E48}"/>
          </ac:spMkLst>
        </pc:spChg>
        <pc:spChg chg="mod">
          <ac:chgData name="Nguyen Duc Tien" userId="1d425f06-52f5-490b-9f00-5a0d395ba4e9" providerId="ADAL" clId="{27A2FABC-AC00-4E0D-BE8A-9D5B61010432}" dt="2021-09-26T09:43:17.414" v="2768" actId="1035"/>
          <ac:spMkLst>
            <pc:docMk/>
            <pc:sldMk cId="0" sldId="660"/>
            <ac:spMk id="56322" creationId="{00000000-0000-0000-0000-000000000000}"/>
          </ac:spMkLst>
        </pc:spChg>
        <pc:spChg chg="mod">
          <ac:chgData name="Nguyen Duc Tien" userId="1d425f06-52f5-490b-9f00-5a0d395ba4e9" providerId="ADAL" clId="{27A2FABC-AC00-4E0D-BE8A-9D5B61010432}" dt="2021-09-26T09:43:17.414" v="2768" actId="1035"/>
          <ac:spMkLst>
            <pc:docMk/>
            <pc:sldMk cId="0" sldId="660"/>
            <ac:spMk id="56323" creationId="{00000000-0000-0000-0000-000000000000}"/>
          </ac:spMkLst>
        </pc:spChg>
        <pc:spChg chg="mod">
          <ac:chgData name="Nguyen Duc Tien" userId="1d425f06-52f5-490b-9f00-5a0d395ba4e9" providerId="ADAL" clId="{27A2FABC-AC00-4E0D-BE8A-9D5B61010432}" dt="2021-09-26T09:43:17.414" v="2768" actId="1035"/>
          <ac:spMkLst>
            <pc:docMk/>
            <pc:sldMk cId="0" sldId="660"/>
            <ac:spMk id="56324" creationId="{00000000-0000-0000-0000-000000000000}"/>
          </ac:spMkLst>
        </pc:spChg>
        <pc:spChg chg="mod">
          <ac:chgData name="Nguyen Duc Tien" userId="1d425f06-52f5-490b-9f00-5a0d395ba4e9" providerId="ADAL" clId="{27A2FABC-AC00-4E0D-BE8A-9D5B61010432}" dt="2021-09-26T09:43:17.414" v="2768" actId="1035"/>
          <ac:spMkLst>
            <pc:docMk/>
            <pc:sldMk cId="0" sldId="660"/>
            <ac:spMk id="56325" creationId="{00000000-0000-0000-0000-000000000000}"/>
          </ac:spMkLst>
        </pc:spChg>
        <pc:spChg chg="mod">
          <ac:chgData name="Nguyen Duc Tien" userId="1d425f06-52f5-490b-9f00-5a0d395ba4e9" providerId="ADAL" clId="{27A2FABC-AC00-4E0D-BE8A-9D5B61010432}" dt="2021-09-26T09:43:17.414" v="2768" actId="1035"/>
          <ac:spMkLst>
            <pc:docMk/>
            <pc:sldMk cId="0" sldId="660"/>
            <ac:spMk id="56326" creationId="{00000000-0000-0000-0000-000000000000}"/>
          </ac:spMkLst>
        </pc:spChg>
        <pc:spChg chg="mod">
          <ac:chgData name="Nguyen Duc Tien" userId="1d425f06-52f5-490b-9f00-5a0d395ba4e9" providerId="ADAL" clId="{27A2FABC-AC00-4E0D-BE8A-9D5B61010432}" dt="2021-09-26T09:43:17.414" v="2768" actId="1035"/>
          <ac:spMkLst>
            <pc:docMk/>
            <pc:sldMk cId="0" sldId="660"/>
            <ac:spMk id="56327" creationId="{00000000-0000-0000-0000-000000000000}"/>
          </ac:spMkLst>
        </pc:spChg>
        <pc:spChg chg="mod">
          <ac:chgData name="Nguyen Duc Tien" userId="1d425f06-52f5-490b-9f00-5a0d395ba4e9" providerId="ADAL" clId="{27A2FABC-AC00-4E0D-BE8A-9D5B61010432}" dt="2021-09-26T09:43:17.414" v="2768" actId="1035"/>
          <ac:spMkLst>
            <pc:docMk/>
            <pc:sldMk cId="0" sldId="660"/>
            <ac:spMk id="56328" creationId="{00000000-0000-0000-0000-000000000000}"/>
          </ac:spMkLst>
        </pc:spChg>
        <pc:spChg chg="mod">
          <ac:chgData name="Nguyen Duc Tien" userId="1d425f06-52f5-490b-9f00-5a0d395ba4e9" providerId="ADAL" clId="{27A2FABC-AC00-4E0D-BE8A-9D5B61010432}" dt="2021-09-26T09:43:17.414" v="2768" actId="1035"/>
          <ac:spMkLst>
            <pc:docMk/>
            <pc:sldMk cId="0" sldId="660"/>
            <ac:spMk id="56329" creationId="{00000000-0000-0000-0000-000000000000}"/>
          </ac:spMkLst>
        </pc:spChg>
        <pc:spChg chg="mod">
          <ac:chgData name="Nguyen Duc Tien" userId="1d425f06-52f5-490b-9f00-5a0d395ba4e9" providerId="ADAL" clId="{27A2FABC-AC00-4E0D-BE8A-9D5B61010432}" dt="2021-09-26T09:43:17.414" v="2768" actId="1035"/>
          <ac:spMkLst>
            <pc:docMk/>
            <pc:sldMk cId="0" sldId="660"/>
            <ac:spMk id="56330" creationId="{00000000-0000-0000-0000-000000000000}"/>
          </ac:spMkLst>
        </pc:spChg>
        <pc:spChg chg="mod">
          <ac:chgData name="Nguyen Duc Tien" userId="1d425f06-52f5-490b-9f00-5a0d395ba4e9" providerId="ADAL" clId="{27A2FABC-AC00-4E0D-BE8A-9D5B61010432}" dt="2021-09-26T09:43:17.414" v="2768" actId="1035"/>
          <ac:spMkLst>
            <pc:docMk/>
            <pc:sldMk cId="0" sldId="660"/>
            <ac:spMk id="56331" creationId="{00000000-0000-0000-0000-000000000000}"/>
          </ac:spMkLst>
        </pc:spChg>
        <pc:spChg chg="mod">
          <ac:chgData name="Nguyen Duc Tien" userId="1d425f06-52f5-490b-9f00-5a0d395ba4e9" providerId="ADAL" clId="{27A2FABC-AC00-4E0D-BE8A-9D5B61010432}" dt="2021-09-26T09:43:17.414" v="2768" actId="1035"/>
          <ac:spMkLst>
            <pc:docMk/>
            <pc:sldMk cId="0" sldId="660"/>
            <ac:spMk id="56332" creationId="{00000000-0000-0000-0000-000000000000}"/>
          </ac:spMkLst>
        </pc:spChg>
        <pc:spChg chg="mod">
          <ac:chgData name="Nguyen Duc Tien" userId="1d425f06-52f5-490b-9f00-5a0d395ba4e9" providerId="ADAL" clId="{27A2FABC-AC00-4E0D-BE8A-9D5B61010432}" dt="2021-09-26T09:43:17.414" v="2768" actId="1035"/>
          <ac:spMkLst>
            <pc:docMk/>
            <pc:sldMk cId="0" sldId="660"/>
            <ac:spMk id="56333" creationId="{00000000-0000-0000-0000-000000000000}"/>
          </ac:spMkLst>
        </pc:spChg>
        <pc:spChg chg="mod">
          <ac:chgData name="Nguyen Duc Tien" userId="1d425f06-52f5-490b-9f00-5a0d395ba4e9" providerId="ADAL" clId="{27A2FABC-AC00-4E0D-BE8A-9D5B61010432}" dt="2021-09-26T09:43:17.414" v="2768" actId="1035"/>
          <ac:spMkLst>
            <pc:docMk/>
            <pc:sldMk cId="0" sldId="660"/>
            <ac:spMk id="56334" creationId="{00000000-0000-0000-0000-000000000000}"/>
          </ac:spMkLst>
        </pc:spChg>
        <pc:spChg chg="mod">
          <ac:chgData name="Nguyen Duc Tien" userId="1d425f06-52f5-490b-9f00-5a0d395ba4e9" providerId="ADAL" clId="{27A2FABC-AC00-4E0D-BE8A-9D5B61010432}" dt="2021-09-26T09:43:17.414" v="2768" actId="1035"/>
          <ac:spMkLst>
            <pc:docMk/>
            <pc:sldMk cId="0" sldId="660"/>
            <ac:spMk id="56335" creationId="{00000000-0000-0000-0000-000000000000}"/>
          </ac:spMkLst>
        </pc:spChg>
        <pc:spChg chg="mod">
          <ac:chgData name="Nguyen Duc Tien" userId="1d425f06-52f5-490b-9f00-5a0d395ba4e9" providerId="ADAL" clId="{27A2FABC-AC00-4E0D-BE8A-9D5B61010432}" dt="2021-09-26T09:43:17.414" v="2768" actId="1035"/>
          <ac:spMkLst>
            <pc:docMk/>
            <pc:sldMk cId="0" sldId="660"/>
            <ac:spMk id="56336" creationId="{00000000-0000-0000-0000-000000000000}"/>
          </ac:spMkLst>
        </pc:spChg>
        <pc:spChg chg="mod">
          <ac:chgData name="Nguyen Duc Tien" userId="1d425f06-52f5-490b-9f00-5a0d395ba4e9" providerId="ADAL" clId="{27A2FABC-AC00-4E0D-BE8A-9D5B61010432}" dt="2021-09-26T09:43:17.414" v="2768" actId="1035"/>
          <ac:spMkLst>
            <pc:docMk/>
            <pc:sldMk cId="0" sldId="660"/>
            <ac:spMk id="56337" creationId="{00000000-0000-0000-0000-000000000000}"/>
          </ac:spMkLst>
        </pc:spChg>
        <pc:spChg chg="mod">
          <ac:chgData name="Nguyen Duc Tien" userId="1d425f06-52f5-490b-9f00-5a0d395ba4e9" providerId="ADAL" clId="{27A2FABC-AC00-4E0D-BE8A-9D5B61010432}" dt="2021-09-26T09:43:17.414" v="2768" actId="1035"/>
          <ac:spMkLst>
            <pc:docMk/>
            <pc:sldMk cId="0" sldId="660"/>
            <ac:spMk id="56338" creationId="{00000000-0000-0000-0000-000000000000}"/>
          </ac:spMkLst>
        </pc:spChg>
        <pc:spChg chg="mod">
          <ac:chgData name="Nguyen Duc Tien" userId="1d425f06-52f5-490b-9f00-5a0d395ba4e9" providerId="ADAL" clId="{27A2FABC-AC00-4E0D-BE8A-9D5B61010432}" dt="2021-09-26T09:43:17.414" v="2768" actId="1035"/>
          <ac:spMkLst>
            <pc:docMk/>
            <pc:sldMk cId="0" sldId="660"/>
            <ac:spMk id="56339" creationId="{00000000-0000-0000-0000-000000000000}"/>
          </ac:spMkLst>
        </pc:spChg>
        <pc:spChg chg="mod">
          <ac:chgData name="Nguyen Duc Tien" userId="1d425f06-52f5-490b-9f00-5a0d395ba4e9" providerId="ADAL" clId="{27A2FABC-AC00-4E0D-BE8A-9D5B61010432}" dt="2021-09-26T09:43:17.414" v="2768" actId="1035"/>
          <ac:spMkLst>
            <pc:docMk/>
            <pc:sldMk cId="0" sldId="660"/>
            <ac:spMk id="56340" creationId="{00000000-0000-0000-0000-000000000000}"/>
          </ac:spMkLst>
        </pc:spChg>
        <pc:spChg chg="mod">
          <ac:chgData name="Nguyen Duc Tien" userId="1d425f06-52f5-490b-9f00-5a0d395ba4e9" providerId="ADAL" clId="{27A2FABC-AC00-4E0D-BE8A-9D5B61010432}" dt="2021-09-26T09:43:17.414" v="2768" actId="1035"/>
          <ac:spMkLst>
            <pc:docMk/>
            <pc:sldMk cId="0" sldId="660"/>
            <ac:spMk id="56341" creationId="{00000000-0000-0000-0000-000000000000}"/>
          </ac:spMkLst>
        </pc:spChg>
        <pc:spChg chg="mod">
          <ac:chgData name="Nguyen Duc Tien" userId="1d425f06-52f5-490b-9f00-5a0d395ba4e9" providerId="ADAL" clId="{27A2FABC-AC00-4E0D-BE8A-9D5B61010432}" dt="2021-09-26T09:43:17.414" v="2768" actId="1035"/>
          <ac:spMkLst>
            <pc:docMk/>
            <pc:sldMk cId="0" sldId="660"/>
            <ac:spMk id="56342" creationId="{00000000-0000-0000-0000-000000000000}"/>
          </ac:spMkLst>
        </pc:spChg>
        <pc:spChg chg="mod">
          <ac:chgData name="Nguyen Duc Tien" userId="1d425f06-52f5-490b-9f00-5a0d395ba4e9" providerId="ADAL" clId="{27A2FABC-AC00-4E0D-BE8A-9D5B61010432}" dt="2021-09-26T09:43:17.414" v="2768" actId="1035"/>
          <ac:spMkLst>
            <pc:docMk/>
            <pc:sldMk cId="0" sldId="660"/>
            <ac:spMk id="56343" creationId="{00000000-0000-0000-0000-000000000000}"/>
          </ac:spMkLst>
        </pc:spChg>
        <pc:spChg chg="mod">
          <ac:chgData name="Nguyen Duc Tien" userId="1d425f06-52f5-490b-9f00-5a0d395ba4e9" providerId="ADAL" clId="{27A2FABC-AC00-4E0D-BE8A-9D5B61010432}" dt="2021-09-26T09:43:17.414" v="2768" actId="1035"/>
          <ac:spMkLst>
            <pc:docMk/>
            <pc:sldMk cId="0" sldId="660"/>
            <ac:spMk id="56344" creationId="{00000000-0000-0000-0000-000000000000}"/>
          </ac:spMkLst>
        </pc:spChg>
        <pc:spChg chg="mod">
          <ac:chgData name="Nguyen Duc Tien" userId="1d425f06-52f5-490b-9f00-5a0d395ba4e9" providerId="ADAL" clId="{27A2FABC-AC00-4E0D-BE8A-9D5B61010432}" dt="2021-09-26T09:43:17.414" v="2768" actId="1035"/>
          <ac:spMkLst>
            <pc:docMk/>
            <pc:sldMk cId="0" sldId="660"/>
            <ac:spMk id="56345" creationId="{00000000-0000-0000-0000-000000000000}"/>
          </ac:spMkLst>
        </pc:spChg>
        <pc:spChg chg="mod">
          <ac:chgData name="Nguyen Duc Tien" userId="1d425f06-52f5-490b-9f00-5a0d395ba4e9" providerId="ADAL" clId="{27A2FABC-AC00-4E0D-BE8A-9D5B61010432}" dt="2021-09-26T09:43:17.414" v="2768" actId="1035"/>
          <ac:spMkLst>
            <pc:docMk/>
            <pc:sldMk cId="0" sldId="660"/>
            <ac:spMk id="56346" creationId="{00000000-0000-0000-0000-000000000000}"/>
          </ac:spMkLst>
        </pc:spChg>
        <pc:spChg chg="mod">
          <ac:chgData name="Nguyen Duc Tien" userId="1d425f06-52f5-490b-9f00-5a0d395ba4e9" providerId="ADAL" clId="{27A2FABC-AC00-4E0D-BE8A-9D5B61010432}" dt="2021-09-26T09:43:17.414" v="2768" actId="1035"/>
          <ac:spMkLst>
            <pc:docMk/>
            <pc:sldMk cId="0" sldId="660"/>
            <ac:spMk id="56347" creationId="{00000000-0000-0000-0000-000000000000}"/>
          </ac:spMkLst>
        </pc:spChg>
        <pc:spChg chg="mod">
          <ac:chgData name="Nguyen Duc Tien" userId="1d425f06-52f5-490b-9f00-5a0d395ba4e9" providerId="ADAL" clId="{27A2FABC-AC00-4E0D-BE8A-9D5B61010432}" dt="2021-09-26T09:43:17.414" v="2768" actId="1035"/>
          <ac:spMkLst>
            <pc:docMk/>
            <pc:sldMk cId="0" sldId="660"/>
            <ac:spMk id="56348" creationId="{00000000-0000-0000-0000-000000000000}"/>
          </ac:spMkLst>
        </pc:spChg>
        <pc:spChg chg="mod">
          <ac:chgData name="Nguyen Duc Tien" userId="1d425f06-52f5-490b-9f00-5a0d395ba4e9" providerId="ADAL" clId="{27A2FABC-AC00-4E0D-BE8A-9D5B61010432}" dt="2021-09-26T09:43:17.414" v="2768" actId="1035"/>
          <ac:spMkLst>
            <pc:docMk/>
            <pc:sldMk cId="0" sldId="660"/>
            <ac:spMk id="56349" creationId="{00000000-0000-0000-0000-000000000000}"/>
          </ac:spMkLst>
        </pc:spChg>
        <pc:spChg chg="mod">
          <ac:chgData name="Nguyen Duc Tien" userId="1d425f06-52f5-490b-9f00-5a0d395ba4e9" providerId="ADAL" clId="{27A2FABC-AC00-4E0D-BE8A-9D5B61010432}" dt="2021-09-26T09:43:17.414" v="2768" actId="1035"/>
          <ac:spMkLst>
            <pc:docMk/>
            <pc:sldMk cId="0" sldId="660"/>
            <ac:spMk id="56350" creationId="{00000000-0000-0000-0000-000000000000}"/>
          </ac:spMkLst>
        </pc:spChg>
        <pc:spChg chg="mod">
          <ac:chgData name="Nguyen Duc Tien" userId="1d425f06-52f5-490b-9f00-5a0d395ba4e9" providerId="ADAL" clId="{27A2FABC-AC00-4E0D-BE8A-9D5B61010432}" dt="2021-09-26T09:43:17.414" v="2768" actId="1035"/>
          <ac:spMkLst>
            <pc:docMk/>
            <pc:sldMk cId="0" sldId="660"/>
            <ac:spMk id="56351" creationId="{00000000-0000-0000-0000-000000000000}"/>
          </ac:spMkLst>
        </pc:spChg>
        <pc:spChg chg="mod">
          <ac:chgData name="Nguyen Duc Tien" userId="1d425f06-52f5-490b-9f00-5a0d395ba4e9" providerId="ADAL" clId="{27A2FABC-AC00-4E0D-BE8A-9D5B61010432}" dt="2021-09-26T09:43:17.414" v="2768" actId="1035"/>
          <ac:spMkLst>
            <pc:docMk/>
            <pc:sldMk cId="0" sldId="660"/>
            <ac:spMk id="56352" creationId="{00000000-0000-0000-0000-000000000000}"/>
          </ac:spMkLst>
        </pc:spChg>
        <pc:spChg chg="mod">
          <ac:chgData name="Nguyen Duc Tien" userId="1d425f06-52f5-490b-9f00-5a0d395ba4e9" providerId="ADAL" clId="{27A2FABC-AC00-4E0D-BE8A-9D5B61010432}" dt="2021-09-26T09:43:17.414" v="2768" actId="1035"/>
          <ac:spMkLst>
            <pc:docMk/>
            <pc:sldMk cId="0" sldId="660"/>
            <ac:spMk id="56353" creationId="{00000000-0000-0000-0000-000000000000}"/>
          </ac:spMkLst>
        </pc:spChg>
        <pc:spChg chg="mod">
          <ac:chgData name="Nguyen Duc Tien" userId="1d425f06-52f5-490b-9f00-5a0d395ba4e9" providerId="ADAL" clId="{27A2FABC-AC00-4E0D-BE8A-9D5B61010432}" dt="2021-09-26T09:43:17.414" v="2768" actId="1035"/>
          <ac:spMkLst>
            <pc:docMk/>
            <pc:sldMk cId="0" sldId="660"/>
            <ac:spMk id="56354" creationId="{00000000-0000-0000-0000-000000000000}"/>
          </ac:spMkLst>
        </pc:spChg>
        <pc:spChg chg="mod">
          <ac:chgData name="Nguyen Duc Tien" userId="1d425f06-52f5-490b-9f00-5a0d395ba4e9" providerId="ADAL" clId="{27A2FABC-AC00-4E0D-BE8A-9D5B61010432}" dt="2021-09-26T09:43:17.414" v="2768" actId="1035"/>
          <ac:spMkLst>
            <pc:docMk/>
            <pc:sldMk cId="0" sldId="660"/>
            <ac:spMk id="56355" creationId="{00000000-0000-0000-0000-000000000000}"/>
          </ac:spMkLst>
        </pc:spChg>
        <pc:spChg chg="mod">
          <ac:chgData name="Nguyen Duc Tien" userId="1d425f06-52f5-490b-9f00-5a0d395ba4e9" providerId="ADAL" clId="{27A2FABC-AC00-4E0D-BE8A-9D5B61010432}" dt="2021-09-26T09:43:17.414" v="2768" actId="1035"/>
          <ac:spMkLst>
            <pc:docMk/>
            <pc:sldMk cId="0" sldId="660"/>
            <ac:spMk id="56356" creationId="{00000000-0000-0000-0000-000000000000}"/>
          </ac:spMkLst>
        </pc:spChg>
        <pc:spChg chg="mod">
          <ac:chgData name="Nguyen Duc Tien" userId="1d425f06-52f5-490b-9f00-5a0d395ba4e9" providerId="ADAL" clId="{27A2FABC-AC00-4E0D-BE8A-9D5B61010432}" dt="2021-09-26T09:43:17.414" v="2768" actId="1035"/>
          <ac:spMkLst>
            <pc:docMk/>
            <pc:sldMk cId="0" sldId="660"/>
            <ac:spMk id="56357" creationId="{00000000-0000-0000-0000-000000000000}"/>
          </ac:spMkLst>
        </pc:spChg>
        <pc:spChg chg="del">
          <ac:chgData name="Nguyen Duc Tien" userId="1d425f06-52f5-490b-9f00-5a0d395ba4e9" providerId="ADAL" clId="{27A2FABC-AC00-4E0D-BE8A-9D5B61010432}" dt="2021-09-26T09:43:12.435" v="2763" actId="478"/>
          <ac:spMkLst>
            <pc:docMk/>
            <pc:sldMk cId="0" sldId="660"/>
            <ac:spMk id="56358" creationId="{00000000-0000-0000-0000-000000000000}"/>
          </ac:spMkLst>
        </pc:spChg>
      </pc:sldChg>
      <pc:sldChg chg="addSp delSp modSp mod modClrScheme chgLayout modNotes">
        <pc:chgData name="Nguyen Duc Tien" userId="1d425f06-52f5-490b-9f00-5a0d395ba4e9" providerId="ADAL" clId="{27A2FABC-AC00-4E0D-BE8A-9D5B61010432}" dt="2021-09-26T09:57:41.595" v="3359"/>
        <pc:sldMkLst>
          <pc:docMk/>
          <pc:sldMk cId="0" sldId="668"/>
        </pc:sldMkLst>
        <pc:spChg chg="add del mod ord">
          <ac:chgData name="Nguyen Duc Tien" userId="1d425f06-52f5-490b-9f00-5a0d395ba4e9" providerId="ADAL" clId="{27A2FABC-AC00-4E0D-BE8A-9D5B61010432}" dt="2021-09-26T09:49:53.010" v="3139" actId="478"/>
          <ac:spMkLst>
            <pc:docMk/>
            <pc:sldMk cId="0" sldId="668"/>
            <ac:spMk id="2" creationId="{E29DD0CF-11E0-4568-9D93-69A479994C30}"/>
          </ac:spMkLst>
        </pc:spChg>
        <pc:spChg chg="mod ord">
          <ac:chgData name="Nguyen Duc Tien" userId="1d425f06-52f5-490b-9f00-5a0d395ba4e9" providerId="ADAL" clId="{27A2FABC-AC00-4E0D-BE8A-9D5B61010432}" dt="2021-09-26T09:10:48.687" v="1264" actId="700"/>
          <ac:spMkLst>
            <pc:docMk/>
            <pc:sldMk cId="0" sldId="668"/>
            <ac:spMk id="78850" creationId="{00000000-0000-0000-0000-000000000000}"/>
          </ac:spMkLst>
        </pc:spChg>
        <pc:picChg chg="mod">
          <ac:chgData name="Nguyen Duc Tien" userId="1d425f06-52f5-490b-9f00-5a0d395ba4e9" providerId="ADAL" clId="{27A2FABC-AC00-4E0D-BE8A-9D5B61010432}" dt="2021-09-26T09:50:04.981" v="3141" actId="1076"/>
          <ac:picMkLst>
            <pc:docMk/>
            <pc:sldMk cId="0" sldId="668"/>
            <ac:picMk id="78851" creationId="{00000000-0000-0000-0000-000000000000}"/>
          </ac:picMkLst>
        </pc:picChg>
      </pc:sldChg>
      <pc:sldChg chg="addSp delSp modSp mod modClrScheme chgLayout">
        <pc:chgData name="Nguyen Duc Tien" userId="1d425f06-52f5-490b-9f00-5a0d395ba4e9" providerId="ADAL" clId="{27A2FABC-AC00-4E0D-BE8A-9D5B61010432}" dt="2021-09-26T09:51:45.835" v="3154" actId="1076"/>
        <pc:sldMkLst>
          <pc:docMk/>
          <pc:sldMk cId="0" sldId="683"/>
        </pc:sldMkLst>
        <pc:spChg chg="add del mod ord">
          <ac:chgData name="Nguyen Duc Tien" userId="1d425f06-52f5-490b-9f00-5a0d395ba4e9" providerId="ADAL" clId="{27A2FABC-AC00-4E0D-BE8A-9D5B61010432}" dt="2021-09-26T09:50:46.521" v="3146" actId="478"/>
          <ac:spMkLst>
            <pc:docMk/>
            <pc:sldMk cId="0" sldId="683"/>
            <ac:spMk id="2" creationId="{D1A093E4-25A8-4317-BAA8-81FEB01E3C78}"/>
          </ac:spMkLst>
        </pc:spChg>
        <pc:spChg chg="mod ord">
          <ac:chgData name="Nguyen Duc Tien" userId="1d425f06-52f5-490b-9f00-5a0d395ba4e9" providerId="ADAL" clId="{27A2FABC-AC00-4E0D-BE8A-9D5B61010432}" dt="2021-09-26T09:50:44.294" v="3145" actId="1076"/>
          <ac:spMkLst>
            <pc:docMk/>
            <pc:sldMk cId="0" sldId="683"/>
            <ac:spMk id="80898" creationId="{00000000-0000-0000-0000-000000000000}"/>
          </ac:spMkLst>
        </pc:spChg>
        <pc:spChg chg="mod">
          <ac:chgData name="Nguyen Duc Tien" userId="1d425f06-52f5-490b-9f00-5a0d395ba4e9" providerId="ADAL" clId="{27A2FABC-AC00-4E0D-BE8A-9D5B61010432}" dt="2021-09-26T09:51:40.931" v="3151" actId="1076"/>
          <ac:spMkLst>
            <pc:docMk/>
            <pc:sldMk cId="0" sldId="683"/>
            <ac:spMk id="80900" creationId="{00000000-0000-0000-0000-000000000000}"/>
          </ac:spMkLst>
        </pc:spChg>
        <pc:picChg chg="mod ord">
          <ac:chgData name="Nguyen Duc Tien" userId="1d425f06-52f5-490b-9f00-5a0d395ba4e9" providerId="ADAL" clId="{27A2FABC-AC00-4E0D-BE8A-9D5B61010432}" dt="2021-09-26T09:10:48.687" v="1264" actId="700"/>
          <ac:picMkLst>
            <pc:docMk/>
            <pc:sldMk cId="0" sldId="683"/>
            <ac:picMk id="4" creationId="{00000000-0000-0000-0000-000000000000}"/>
          </ac:picMkLst>
        </pc:picChg>
        <pc:picChg chg="add mod">
          <ac:chgData name="Nguyen Duc Tien" userId="1d425f06-52f5-490b-9f00-5a0d395ba4e9" providerId="ADAL" clId="{27A2FABC-AC00-4E0D-BE8A-9D5B61010432}" dt="2021-09-26T09:51:45.835" v="3154" actId="1076"/>
          <ac:picMkLst>
            <pc:docMk/>
            <pc:sldMk cId="0" sldId="683"/>
            <ac:picMk id="6" creationId="{995F597F-F696-4DFB-B126-F355B1F3D12E}"/>
          </ac:picMkLst>
        </pc:picChg>
      </pc:sldChg>
      <pc:sldChg chg="addSp delSp modSp mod modClrScheme chgLayout">
        <pc:chgData name="Nguyen Duc Tien" userId="1d425f06-52f5-490b-9f00-5a0d395ba4e9" providerId="ADAL" clId="{27A2FABC-AC00-4E0D-BE8A-9D5B61010432}" dt="2021-09-26T09:13:09.989" v="1281" actId="14100"/>
        <pc:sldMkLst>
          <pc:docMk/>
          <pc:sldMk cId="3871539254" sldId="684"/>
        </pc:sldMkLst>
        <pc:spChg chg="add mod ord">
          <ac:chgData name="Nguyen Duc Tien" userId="1d425f06-52f5-490b-9f00-5a0d395ba4e9" providerId="ADAL" clId="{27A2FABC-AC00-4E0D-BE8A-9D5B61010432}" dt="2021-09-26T09:12:48.369" v="1276" actId="20577"/>
          <ac:spMkLst>
            <pc:docMk/>
            <pc:sldMk cId="3871539254" sldId="684"/>
            <ac:spMk id="2" creationId="{5E27A492-9EFE-46D8-B4EE-EA65004C179A}"/>
          </ac:spMkLst>
        </pc:spChg>
        <pc:spChg chg="add del mod ord">
          <ac:chgData name="Nguyen Duc Tien" userId="1d425f06-52f5-490b-9f00-5a0d395ba4e9" providerId="ADAL" clId="{27A2FABC-AC00-4E0D-BE8A-9D5B61010432}" dt="2021-09-26T09:12:59.213" v="1277" actId="478"/>
          <ac:spMkLst>
            <pc:docMk/>
            <pc:sldMk cId="3871539254" sldId="684"/>
            <ac:spMk id="3" creationId="{B8895F9A-B46B-438C-AED2-C7449A9CEC62}"/>
          </ac:spMkLst>
        </pc:spChg>
        <pc:spChg chg="del">
          <ac:chgData name="Nguyen Duc Tien" userId="1d425f06-52f5-490b-9f00-5a0d395ba4e9" providerId="ADAL" clId="{27A2FABC-AC00-4E0D-BE8A-9D5B61010432}" dt="2021-09-26T09:12:44.472" v="1265" actId="478"/>
          <ac:spMkLst>
            <pc:docMk/>
            <pc:sldMk cId="3871539254" sldId="684"/>
            <ac:spMk id="6" creationId="{3FA44C78-B4D0-4665-925C-312EDF8AF5E3}"/>
          </ac:spMkLst>
        </pc:spChg>
        <pc:graphicFrameChg chg="mod modGraphic">
          <ac:chgData name="Nguyen Duc Tien" userId="1d425f06-52f5-490b-9f00-5a0d395ba4e9" providerId="ADAL" clId="{27A2FABC-AC00-4E0D-BE8A-9D5B61010432}" dt="2021-09-26T09:13:09.989" v="1281" actId="14100"/>
          <ac:graphicFrameMkLst>
            <pc:docMk/>
            <pc:sldMk cId="3871539254" sldId="684"/>
            <ac:graphicFrameMk id="5" creationId="{DE51AFFC-ED98-468A-9699-3AAE3FB5C3A0}"/>
          </ac:graphicFrameMkLst>
        </pc:graphicFrameChg>
      </pc:sldChg>
      <pc:sldChg chg="addSp delSp modSp mod modClrScheme chgLayout">
        <pc:chgData name="Nguyen Duc Tien" userId="1d425f06-52f5-490b-9f00-5a0d395ba4e9" providerId="ADAL" clId="{27A2FABC-AC00-4E0D-BE8A-9D5B61010432}" dt="2021-09-26T09:49:29.294" v="3133" actId="12100"/>
        <pc:sldMkLst>
          <pc:docMk/>
          <pc:sldMk cId="924705537" sldId="685"/>
        </pc:sldMkLst>
        <pc:spChg chg="mod ord">
          <ac:chgData name="Nguyen Duc Tien" userId="1d425f06-52f5-490b-9f00-5a0d395ba4e9" providerId="ADAL" clId="{27A2FABC-AC00-4E0D-BE8A-9D5B61010432}" dt="2021-09-26T09:10:48.687" v="1264" actId="700"/>
          <ac:spMkLst>
            <pc:docMk/>
            <pc:sldMk cId="924705537" sldId="685"/>
            <ac:spMk id="2" creationId="{34A184AF-8CF2-4965-9ED1-F8549CA8199A}"/>
          </ac:spMkLst>
        </pc:spChg>
        <pc:spChg chg="add del mod ord">
          <ac:chgData name="Nguyen Duc Tien" userId="1d425f06-52f5-490b-9f00-5a0d395ba4e9" providerId="ADAL" clId="{27A2FABC-AC00-4E0D-BE8A-9D5B61010432}" dt="2021-09-26T09:49:20.231" v="3131" actId="478"/>
          <ac:spMkLst>
            <pc:docMk/>
            <pc:sldMk cId="924705537" sldId="685"/>
            <ac:spMk id="3" creationId="{46B0A3CC-8B3A-4584-9812-57948851FAEE}"/>
          </ac:spMkLst>
        </pc:spChg>
        <pc:graphicFrameChg chg="mod">
          <ac:chgData name="Nguyen Duc Tien" userId="1d425f06-52f5-490b-9f00-5a0d395ba4e9" providerId="ADAL" clId="{27A2FABC-AC00-4E0D-BE8A-9D5B61010432}" dt="2021-09-26T09:49:29.294" v="3133" actId="12100"/>
          <ac:graphicFrameMkLst>
            <pc:docMk/>
            <pc:sldMk cId="924705537" sldId="685"/>
            <ac:graphicFrameMk id="6" creationId="{731E2D75-466E-49A4-9ACE-AA136968B8B8}"/>
          </ac:graphicFrameMkLst>
        </pc:graphicFrameChg>
      </pc:sldChg>
      <pc:sldChg chg="delSp modSp mod modClrScheme chgLayout">
        <pc:chgData name="Nguyen Duc Tien" userId="1d425f06-52f5-490b-9f00-5a0d395ba4e9" providerId="ADAL" clId="{27A2FABC-AC00-4E0D-BE8A-9D5B61010432}" dt="2021-09-26T09:35:39.656" v="2667" actId="478"/>
        <pc:sldMkLst>
          <pc:docMk/>
          <pc:sldMk cId="2374598639" sldId="686"/>
        </pc:sldMkLst>
        <pc:spChg chg="mod ord">
          <ac:chgData name="Nguyen Duc Tien" userId="1d425f06-52f5-490b-9f00-5a0d395ba4e9" providerId="ADAL" clId="{27A2FABC-AC00-4E0D-BE8A-9D5B61010432}" dt="2021-09-26T09:10:48.687" v="1264" actId="700"/>
          <ac:spMkLst>
            <pc:docMk/>
            <pc:sldMk cId="2374598639" sldId="686"/>
            <ac:spMk id="3" creationId="{C068161C-3A39-4F6C-93BC-6A2F6318324E}"/>
          </ac:spMkLst>
        </pc:spChg>
        <pc:spChg chg="del mod ord">
          <ac:chgData name="Nguyen Duc Tien" userId="1d425f06-52f5-490b-9f00-5a0d395ba4e9" providerId="ADAL" clId="{27A2FABC-AC00-4E0D-BE8A-9D5B61010432}" dt="2021-09-26T09:34:33.520" v="2633" actId="478"/>
          <ac:spMkLst>
            <pc:docMk/>
            <pc:sldMk cId="2374598639" sldId="686"/>
            <ac:spMk id="4" creationId="{58416544-8233-4892-9914-4A3F06841D77}"/>
          </ac:spMkLst>
        </pc:spChg>
        <pc:spChg chg="mod ord">
          <ac:chgData name="Nguyen Duc Tien" userId="1d425f06-52f5-490b-9f00-5a0d395ba4e9" providerId="ADAL" clId="{27A2FABC-AC00-4E0D-BE8A-9D5B61010432}" dt="2021-09-26T09:35:13.233" v="2665" actId="1076"/>
          <ac:spMkLst>
            <pc:docMk/>
            <pc:sldMk cId="2374598639" sldId="686"/>
            <ac:spMk id="5" creationId="{1BD03940-71FD-486B-8CC1-D5C382A2BA76}"/>
          </ac:spMkLst>
        </pc:spChg>
        <pc:spChg chg="del mod ord">
          <ac:chgData name="Nguyen Duc Tien" userId="1d425f06-52f5-490b-9f00-5a0d395ba4e9" providerId="ADAL" clId="{27A2FABC-AC00-4E0D-BE8A-9D5B61010432}" dt="2021-09-26T09:35:04.341" v="2662" actId="478"/>
          <ac:spMkLst>
            <pc:docMk/>
            <pc:sldMk cId="2374598639" sldId="686"/>
            <ac:spMk id="6" creationId="{1E5AB1A2-504E-4700-B12B-966416988C2B}"/>
          </ac:spMkLst>
        </pc:spChg>
        <pc:spChg chg="mod ord">
          <ac:chgData name="Nguyen Duc Tien" userId="1d425f06-52f5-490b-9f00-5a0d395ba4e9" providerId="ADAL" clId="{27A2FABC-AC00-4E0D-BE8A-9D5B61010432}" dt="2021-09-26T09:35:08.163" v="2664" actId="404"/>
          <ac:spMkLst>
            <pc:docMk/>
            <pc:sldMk cId="2374598639" sldId="686"/>
            <ac:spMk id="7" creationId="{DE96C45F-8F38-4E8F-9F68-13DE42E5AA94}"/>
          </ac:spMkLst>
        </pc:spChg>
        <pc:spChg chg="mod">
          <ac:chgData name="Nguyen Duc Tien" userId="1d425f06-52f5-490b-9f00-5a0d395ba4e9" providerId="ADAL" clId="{27A2FABC-AC00-4E0D-BE8A-9D5B61010432}" dt="2021-09-26T09:35:18.952" v="2666" actId="1076"/>
          <ac:spMkLst>
            <pc:docMk/>
            <pc:sldMk cId="2374598639" sldId="686"/>
            <ac:spMk id="10" creationId="{8492F148-9FAD-4D8C-99FA-71A503EEF571}"/>
          </ac:spMkLst>
        </pc:spChg>
        <pc:inkChg chg="del">
          <ac:chgData name="Nguyen Duc Tien" userId="1d425f06-52f5-490b-9f00-5a0d395ba4e9" providerId="ADAL" clId="{27A2FABC-AC00-4E0D-BE8A-9D5B61010432}" dt="2021-09-26T09:35:39.656" v="2667" actId="478"/>
          <ac:inkMkLst>
            <pc:docMk/>
            <pc:sldMk cId="2374598639" sldId="686"/>
            <ac:inkMk id="9" creationId="{ADB7472E-7633-4200-8CF2-020A1BF17A8D}"/>
          </ac:inkMkLst>
        </pc:inkChg>
      </pc:sldChg>
      <pc:sldChg chg="addSp delSp modSp mod modClrScheme chgLayout">
        <pc:chgData name="Nguyen Duc Tien" userId="1d425f06-52f5-490b-9f00-5a0d395ba4e9" providerId="ADAL" clId="{27A2FABC-AC00-4E0D-BE8A-9D5B61010432}" dt="2021-09-26T09:42:06.958" v="2734" actId="20577"/>
        <pc:sldMkLst>
          <pc:docMk/>
          <pc:sldMk cId="392715402" sldId="687"/>
        </pc:sldMkLst>
        <pc:spChg chg="add mod ord">
          <ac:chgData name="Nguyen Duc Tien" userId="1d425f06-52f5-490b-9f00-5a0d395ba4e9" providerId="ADAL" clId="{27A2FABC-AC00-4E0D-BE8A-9D5B61010432}" dt="2021-09-26T09:42:06.958" v="2734" actId="20577"/>
          <ac:spMkLst>
            <pc:docMk/>
            <pc:sldMk cId="392715402" sldId="687"/>
            <ac:spMk id="3" creationId="{22BEAF63-F2B1-48B9-B547-A70D1C27A9E8}"/>
          </ac:spMkLst>
        </pc:spChg>
        <pc:spChg chg="add del mod ord">
          <ac:chgData name="Nguyen Duc Tien" userId="1d425f06-52f5-490b-9f00-5a0d395ba4e9" providerId="ADAL" clId="{27A2FABC-AC00-4E0D-BE8A-9D5B61010432}" dt="2021-09-26T09:38:42.132" v="2673" actId="478"/>
          <ac:spMkLst>
            <pc:docMk/>
            <pc:sldMk cId="392715402" sldId="687"/>
            <ac:spMk id="4" creationId="{622D03C2-D6D5-41E9-8855-B800A2C97B5B}"/>
          </ac:spMkLst>
        </pc:spChg>
        <pc:spChg chg="add mod">
          <ac:chgData name="Nguyen Duc Tien" userId="1d425f06-52f5-490b-9f00-5a0d395ba4e9" providerId="ADAL" clId="{27A2FABC-AC00-4E0D-BE8A-9D5B61010432}" dt="2021-09-26T09:39:30.041" v="2691" actId="1076"/>
          <ac:spMkLst>
            <pc:docMk/>
            <pc:sldMk cId="392715402" sldId="687"/>
            <ac:spMk id="5" creationId="{B87E64AC-BEDE-4865-A946-3E50B08E452E}"/>
          </ac:spMkLst>
        </pc:spChg>
        <pc:picChg chg="del">
          <ac:chgData name="Nguyen Duc Tien" userId="1d425f06-52f5-490b-9f00-5a0d395ba4e9" providerId="ADAL" clId="{27A2FABC-AC00-4E0D-BE8A-9D5B61010432}" dt="2021-09-26T09:38:43.522" v="2674" actId="478"/>
          <ac:picMkLst>
            <pc:docMk/>
            <pc:sldMk cId="392715402" sldId="687"/>
            <ac:picMk id="2" creationId="{49B3BCC1-2FB1-4368-9429-A77842BC8638}"/>
          </ac:picMkLst>
        </pc:picChg>
        <pc:picChg chg="add mod">
          <ac:chgData name="Nguyen Duc Tien" userId="1d425f06-52f5-490b-9f00-5a0d395ba4e9" providerId="ADAL" clId="{27A2FABC-AC00-4E0D-BE8A-9D5B61010432}" dt="2021-09-26T09:41:49.501" v="2693" actId="1076"/>
          <ac:picMkLst>
            <pc:docMk/>
            <pc:sldMk cId="392715402" sldId="687"/>
            <ac:picMk id="3074" creationId="{8B1C00C9-F964-4227-AA87-E1D70C7410BC}"/>
          </ac:picMkLst>
        </pc:picChg>
      </pc:sldChg>
      <pc:sldChg chg="addSp delSp modSp mod modClrScheme chgLayout">
        <pc:chgData name="Nguyen Duc Tien" userId="1d425f06-52f5-490b-9f00-5a0d395ba4e9" providerId="ADAL" clId="{27A2FABC-AC00-4E0D-BE8A-9D5B61010432}" dt="2021-09-26T09:44:47.829" v="2817" actId="13822"/>
        <pc:sldMkLst>
          <pc:docMk/>
          <pc:sldMk cId="3233639819" sldId="688"/>
        </pc:sldMkLst>
        <pc:spChg chg="add del mod ord">
          <ac:chgData name="Nguyen Duc Tien" userId="1d425f06-52f5-490b-9f00-5a0d395ba4e9" providerId="ADAL" clId="{27A2FABC-AC00-4E0D-BE8A-9D5B61010432}" dt="2021-09-26T09:44:28.544" v="2814" actId="478"/>
          <ac:spMkLst>
            <pc:docMk/>
            <pc:sldMk cId="3233639819" sldId="688"/>
            <ac:spMk id="2" creationId="{AEBD0E11-1A09-406C-B4FB-AF89A5A9124B}"/>
          </ac:spMkLst>
        </pc:spChg>
        <pc:spChg chg="add del mod ord">
          <ac:chgData name="Nguyen Duc Tien" userId="1d425f06-52f5-490b-9f00-5a0d395ba4e9" providerId="ADAL" clId="{27A2FABC-AC00-4E0D-BE8A-9D5B61010432}" dt="2021-09-26T09:44:37.055" v="2815" actId="478"/>
          <ac:spMkLst>
            <pc:docMk/>
            <pc:sldMk cId="3233639819" sldId="688"/>
            <ac:spMk id="3" creationId="{F15E3613-E9E1-431B-92C6-4DC941336A17}"/>
          </ac:spMkLst>
        </pc:spChg>
        <pc:spChg chg="mod">
          <ac:chgData name="Nguyen Duc Tien" userId="1d425f06-52f5-490b-9f00-5a0d395ba4e9" providerId="ADAL" clId="{27A2FABC-AC00-4E0D-BE8A-9D5B61010432}" dt="2021-09-26T09:44:47.829" v="2817" actId="13822"/>
          <ac:spMkLst>
            <pc:docMk/>
            <pc:sldMk cId="3233639819" sldId="688"/>
            <ac:spMk id="4" creationId="{4C0A6F98-FEC3-441F-B8D4-C178F5444905}"/>
          </ac:spMkLst>
        </pc:spChg>
        <pc:spChg chg="mod">
          <ac:chgData name="Nguyen Duc Tien" userId="1d425f06-52f5-490b-9f00-5a0d395ba4e9" providerId="ADAL" clId="{27A2FABC-AC00-4E0D-BE8A-9D5B61010432}" dt="2021-09-26T09:44:47.829" v="2817" actId="13822"/>
          <ac:spMkLst>
            <pc:docMk/>
            <pc:sldMk cId="3233639819" sldId="688"/>
            <ac:spMk id="6" creationId="{3019763E-F494-454A-AB2A-854546653ABB}"/>
          </ac:spMkLst>
        </pc:spChg>
        <pc:spChg chg="mod">
          <ac:chgData name="Nguyen Duc Tien" userId="1d425f06-52f5-490b-9f00-5a0d395ba4e9" providerId="ADAL" clId="{27A2FABC-AC00-4E0D-BE8A-9D5B61010432}" dt="2021-09-26T09:44:47.829" v="2817" actId="13822"/>
          <ac:spMkLst>
            <pc:docMk/>
            <pc:sldMk cId="3233639819" sldId="688"/>
            <ac:spMk id="7" creationId="{416EA66B-4136-45A2-8B70-16FBBE8C6BF4}"/>
          </ac:spMkLst>
        </pc:spChg>
        <pc:spChg chg="mod">
          <ac:chgData name="Nguyen Duc Tien" userId="1d425f06-52f5-490b-9f00-5a0d395ba4e9" providerId="ADAL" clId="{27A2FABC-AC00-4E0D-BE8A-9D5B61010432}" dt="2021-09-26T09:44:47.829" v="2817" actId="13822"/>
          <ac:spMkLst>
            <pc:docMk/>
            <pc:sldMk cId="3233639819" sldId="688"/>
            <ac:spMk id="8" creationId="{00373041-1F93-46A1-8B39-61F1CD49416E}"/>
          </ac:spMkLst>
        </pc:spChg>
      </pc:sldChg>
      <pc:sldChg chg="modSp mod modClrScheme chgLayout">
        <pc:chgData name="Nguyen Duc Tien" userId="1d425f06-52f5-490b-9f00-5a0d395ba4e9" providerId="ADAL" clId="{27A2FABC-AC00-4E0D-BE8A-9D5B61010432}" dt="2021-09-26T09:10:48.687" v="1264" actId="700"/>
        <pc:sldMkLst>
          <pc:docMk/>
          <pc:sldMk cId="191198380" sldId="689"/>
        </pc:sldMkLst>
        <pc:spChg chg="mod ord">
          <ac:chgData name="Nguyen Duc Tien" userId="1d425f06-52f5-490b-9f00-5a0d395ba4e9" providerId="ADAL" clId="{27A2FABC-AC00-4E0D-BE8A-9D5B61010432}" dt="2021-09-26T09:10:48.687" v="1264" actId="700"/>
          <ac:spMkLst>
            <pc:docMk/>
            <pc:sldMk cId="191198380" sldId="689"/>
            <ac:spMk id="2" creationId="{FAC5FBB5-123D-432D-9B1B-4793B7272C46}"/>
          </ac:spMkLst>
        </pc:spChg>
        <pc:spChg chg="mod ord">
          <ac:chgData name="Nguyen Duc Tien" userId="1d425f06-52f5-490b-9f00-5a0d395ba4e9" providerId="ADAL" clId="{27A2FABC-AC00-4E0D-BE8A-9D5B61010432}" dt="2021-09-26T09:10:48.687" v="1264" actId="700"/>
          <ac:spMkLst>
            <pc:docMk/>
            <pc:sldMk cId="191198380" sldId="689"/>
            <ac:spMk id="5" creationId="{0763EB9D-6511-42B4-BB82-9F170D7300FB}"/>
          </ac:spMkLst>
        </pc:spChg>
      </pc:sldChg>
      <pc:sldChg chg="addSp modSp mod modClrScheme chgLayout">
        <pc:chgData name="Nguyen Duc Tien" userId="1d425f06-52f5-490b-9f00-5a0d395ba4e9" providerId="ADAL" clId="{27A2FABC-AC00-4E0D-BE8A-9D5B61010432}" dt="2021-09-26T09:46:41.705" v="2963" actId="20577"/>
        <pc:sldMkLst>
          <pc:docMk/>
          <pc:sldMk cId="1208243378" sldId="690"/>
        </pc:sldMkLst>
        <pc:spChg chg="add mod ord">
          <ac:chgData name="Nguyen Duc Tien" userId="1d425f06-52f5-490b-9f00-5a0d395ba4e9" providerId="ADAL" clId="{27A2FABC-AC00-4E0D-BE8A-9D5B61010432}" dt="2021-09-26T09:46:41.705" v="2963" actId="20577"/>
          <ac:spMkLst>
            <pc:docMk/>
            <pc:sldMk cId="1208243378" sldId="690"/>
            <ac:spMk id="2" creationId="{40952AA4-FD72-4D4B-BA21-ECD522507C79}"/>
          </ac:spMkLst>
        </pc:spChg>
        <pc:spChg chg="add mod ord">
          <ac:chgData name="Nguyen Duc Tien" userId="1d425f06-52f5-490b-9f00-5a0d395ba4e9" providerId="ADAL" clId="{27A2FABC-AC00-4E0D-BE8A-9D5B61010432}" dt="2021-09-26T09:10:48.687" v="1264" actId="700"/>
          <ac:spMkLst>
            <pc:docMk/>
            <pc:sldMk cId="1208243378" sldId="690"/>
            <ac:spMk id="3" creationId="{63BFE0A6-BDAF-4AD8-9B45-7DF9381C6742}"/>
          </ac:spMkLst>
        </pc:spChg>
      </pc:sldChg>
      <pc:sldChg chg="addSp delSp modSp mod modClrScheme chgLayout">
        <pc:chgData name="Nguyen Duc Tien" userId="1d425f06-52f5-490b-9f00-5a0d395ba4e9" providerId="ADAL" clId="{27A2FABC-AC00-4E0D-BE8A-9D5B61010432}" dt="2021-09-26T09:49:08.676" v="3127" actId="478"/>
        <pc:sldMkLst>
          <pc:docMk/>
          <pc:sldMk cId="1570968930" sldId="691"/>
        </pc:sldMkLst>
        <pc:spChg chg="mod ord">
          <ac:chgData name="Nguyen Duc Tien" userId="1d425f06-52f5-490b-9f00-5a0d395ba4e9" providerId="ADAL" clId="{27A2FABC-AC00-4E0D-BE8A-9D5B61010432}" dt="2021-09-26T09:10:48.687" v="1264" actId="700"/>
          <ac:spMkLst>
            <pc:docMk/>
            <pc:sldMk cId="1570968930" sldId="691"/>
            <ac:spMk id="2" creationId="{9A8CDC71-CF26-4ACA-B582-1DE91214471A}"/>
          </ac:spMkLst>
        </pc:spChg>
        <pc:spChg chg="add del mod ord">
          <ac:chgData name="Nguyen Duc Tien" userId="1d425f06-52f5-490b-9f00-5a0d395ba4e9" providerId="ADAL" clId="{27A2FABC-AC00-4E0D-BE8A-9D5B61010432}" dt="2021-09-26T09:49:08.676" v="3127" actId="478"/>
          <ac:spMkLst>
            <pc:docMk/>
            <pc:sldMk cId="1570968930" sldId="691"/>
            <ac:spMk id="3" creationId="{C984375F-8179-4096-B60C-C0C7EEF0AE3C}"/>
          </ac:spMkLst>
        </pc:spChg>
      </pc:sldChg>
      <pc:sldChg chg="addSp delSp modSp mod modClrScheme chgLayout">
        <pc:chgData name="Nguyen Duc Tien" userId="1d425f06-52f5-490b-9f00-5a0d395ba4e9" providerId="ADAL" clId="{27A2FABC-AC00-4E0D-BE8A-9D5B61010432}" dt="2021-09-26T09:56:42.454" v="3358" actId="20577"/>
        <pc:sldMkLst>
          <pc:docMk/>
          <pc:sldMk cId="3533267092" sldId="692"/>
        </pc:sldMkLst>
        <pc:spChg chg="mod ord">
          <ac:chgData name="Nguyen Duc Tien" userId="1d425f06-52f5-490b-9f00-5a0d395ba4e9" providerId="ADAL" clId="{27A2FABC-AC00-4E0D-BE8A-9D5B61010432}" dt="2021-09-26T09:10:48.687" v="1264" actId="700"/>
          <ac:spMkLst>
            <pc:docMk/>
            <pc:sldMk cId="3533267092" sldId="692"/>
            <ac:spMk id="2" creationId="{364FCEC9-1BA9-4725-904A-357B54E0BF57}"/>
          </ac:spMkLst>
        </pc:spChg>
        <pc:spChg chg="add mod ord">
          <ac:chgData name="Nguyen Duc Tien" userId="1d425f06-52f5-490b-9f00-5a0d395ba4e9" providerId="ADAL" clId="{27A2FABC-AC00-4E0D-BE8A-9D5B61010432}" dt="2021-09-26T09:56:42.454" v="3358" actId="20577"/>
          <ac:spMkLst>
            <pc:docMk/>
            <pc:sldMk cId="3533267092" sldId="692"/>
            <ac:spMk id="3" creationId="{C306F983-4C0D-4A14-96EE-D33767C61B8D}"/>
          </ac:spMkLst>
        </pc:spChg>
        <pc:spChg chg="del mod">
          <ac:chgData name="Nguyen Duc Tien" userId="1d425f06-52f5-490b-9f00-5a0d395ba4e9" providerId="ADAL" clId="{27A2FABC-AC00-4E0D-BE8A-9D5B61010432}" dt="2021-09-26T09:55:20.234" v="3202"/>
          <ac:spMkLst>
            <pc:docMk/>
            <pc:sldMk cId="3533267092" sldId="692"/>
            <ac:spMk id="7" creationId="{802A44B9-8FB2-452F-BB83-8C20D7EFA047}"/>
          </ac:spMkLst>
        </pc:spChg>
        <pc:graphicFrameChg chg="mod ord">
          <ac:chgData name="Nguyen Duc Tien" userId="1d425f06-52f5-490b-9f00-5a0d395ba4e9" providerId="ADAL" clId="{27A2FABC-AC00-4E0D-BE8A-9D5B61010432}" dt="2021-09-26T09:55:28.467" v="3203" actId="1076"/>
          <ac:graphicFrameMkLst>
            <pc:docMk/>
            <pc:sldMk cId="3533267092" sldId="692"/>
            <ac:graphicFrameMk id="6" creationId="{CB25738E-000F-43C7-85F3-B54AA88EEFC0}"/>
          </ac:graphicFrameMkLst>
        </pc:graphicFrameChg>
      </pc:sldChg>
      <pc:sldChg chg="modSp add del mod setBg">
        <pc:chgData name="Nguyen Duc Tien" userId="1d425f06-52f5-490b-9f00-5a0d395ba4e9" providerId="ADAL" clId="{27A2FABC-AC00-4E0D-BE8A-9D5B61010432}" dt="2021-09-26T09:05:20.101" v="1107" actId="47"/>
        <pc:sldMkLst>
          <pc:docMk/>
          <pc:sldMk cId="4112995061" sldId="693"/>
        </pc:sldMkLst>
        <pc:spChg chg="mod">
          <ac:chgData name="Nguyen Duc Tien" userId="1d425f06-52f5-490b-9f00-5a0d395ba4e9" providerId="ADAL" clId="{27A2FABC-AC00-4E0D-BE8A-9D5B61010432}" dt="2021-09-26T08:55:45.127" v="626" actId="20577"/>
          <ac:spMkLst>
            <pc:docMk/>
            <pc:sldMk cId="4112995061" sldId="693"/>
            <ac:spMk id="26" creationId="{8E7005F7-72C1-4C16-8973-B5728FEB5952}"/>
          </ac:spMkLst>
        </pc:spChg>
      </pc:sldChg>
      <pc:sldChg chg="delSp modSp add mod setBg">
        <pc:chgData name="Nguyen Duc Tien" userId="1d425f06-52f5-490b-9f00-5a0d395ba4e9" providerId="ADAL" clId="{27A2FABC-AC00-4E0D-BE8A-9D5B61010432}" dt="2021-09-26T10:02:11.812" v="3360" actId="478"/>
        <pc:sldMkLst>
          <pc:docMk/>
          <pc:sldMk cId="3389644286" sldId="694"/>
        </pc:sldMkLst>
        <pc:spChg chg="mod ord">
          <ac:chgData name="Nguyen Duc Tien" userId="1d425f06-52f5-490b-9f00-5a0d395ba4e9" providerId="ADAL" clId="{27A2FABC-AC00-4E0D-BE8A-9D5B61010432}" dt="2021-09-26T09:10:24.981" v="1263" actId="13244"/>
          <ac:spMkLst>
            <pc:docMk/>
            <pc:sldMk cId="3389644286" sldId="694"/>
            <ac:spMk id="5" creationId="{A26BEEA6-E290-4392-9B93-F7FA56EE984D}"/>
          </ac:spMkLst>
        </pc:spChg>
        <pc:spChg chg="mod">
          <ac:chgData name="Nguyen Duc Tien" userId="1d425f06-52f5-490b-9f00-5a0d395ba4e9" providerId="ADAL" clId="{27A2FABC-AC00-4E0D-BE8A-9D5B61010432}" dt="2021-09-26T09:05:34.915" v="1115" actId="20577"/>
          <ac:spMkLst>
            <pc:docMk/>
            <pc:sldMk cId="3389644286" sldId="694"/>
            <ac:spMk id="26" creationId="{8E7005F7-72C1-4C16-8973-B5728FEB5952}"/>
          </ac:spMkLst>
        </pc:spChg>
        <pc:spChg chg="mod">
          <ac:chgData name="Nguyen Duc Tien" userId="1d425f06-52f5-490b-9f00-5a0d395ba4e9" providerId="ADAL" clId="{27A2FABC-AC00-4E0D-BE8A-9D5B61010432}" dt="2021-09-26T09:05:43.721" v="1159" actId="20577"/>
          <ac:spMkLst>
            <pc:docMk/>
            <pc:sldMk cId="3389644286" sldId="694"/>
            <ac:spMk id="27" creationId="{B7D8FE80-7859-478A-9E8D-4A44100DC50D}"/>
          </ac:spMkLst>
        </pc:spChg>
        <pc:picChg chg="mod">
          <ac:chgData name="Nguyen Duc Tien" userId="1d425f06-52f5-490b-9f00-5a0d395ba4e9" providerId="ADAL" clId="{27A2FABC-AC00-4E0D-BE8A-9D5B61010432}" dt="2021-09-26T09:09:53.251" v="1196" actId="29295"/>
          <ac:picMkLst>
            <pc:docMk/>
            <pc:sldMk cId="3389644286" sldId="694"/>
            <ac:picMk id="3" creationId="{8B384D35-9B8E-43D0-BA24-6B3B6BA44D71}"/>
          </ac:picMkLst>
        </pc:picChg>
        <pc:picChg chg="del">
          <ac:chgData name="Nguyen Duc Tien" userId="1d425f06-52f5-490b-9f00-5a0d395ba4e9" providerId="ADAL" clId="{27A2FABC-AC00-4E0D-BE8A-9D5B61010432}" dt="2021-09-26T10:02:11.812" v="3360" actId="478"/>
          <ac:picMkLst>
            <pc:docMk/>
            <pc:sldMk cId="3389644286" sldId="694"/>
            <ac:picMk id="7" creationId="{4B35660D-9120-447B-A581-874E34A4050D}"/>
          </ac:picMkLst>
        </pc:picChg>
        <pc:picChg chg="mod">
          <ac:chgData name="Nguyen Duc Tien" userId="1d425f06-52f5-490b-9f00-5a0d395ba4e9" providerId="ADAL" clId="{27A2FABC-AC00-4E0D-BE8A-9D5B61010432}" dt="2021-09-26T09:08:58.735" v="1167" actId="14826"/>
          <ac:picMkLst>
            <pc:docMk/>
            <pc:sldMk cId="3389644286" sldId="694"/>
            <ac:picMk id="1028" creationId="{7A0EAA9A-AED3-4B6F-85CC-050B79D2E974}"/>
          </ac:picMkLst>
        </pc:picChg>
      </pc:sldChg>
      <pc:sldMasterChg chg="delSldLayout">
        <pc:chgData name="Nguyen Duc Tien" userId="1d425f06-52f5-490b-9f00-5a0d395ba4e9" providerId="ADAL" clId="{27A2FABC-AC00-4E0D-BE8A-9D5B61010432}" dt="2021-09-26T08:40:35.087" v="138" actId="47"/>
        <pc:sldMasterMkLst>
          <pc:docMk/>
          <pc:sldMasterMk cId="4154829505" sldId="2147483996"/>
        </pc:sldMasterMkLst>
        <pc:sldLayoutChg chg="del">
          <pc:chgData name="Nguyen Duc Tien" userId="1d425f06-52f5-490b-9f00-5a0d395ba4e9" providerId="ADAL" clId="{27A2FABC-AC00-4E0D-BE8A-9D5B61010432}" dt="2021-09-26T08:40:28.724" v="132" actId="47"/>
          <pc:sldLayoutMkLst>
            <pc:docMk/>
            <pc:sldMasterMk cId="4154829505" sldId="2147483996"/>
            <pc:sldLayoutMk cId="3767038919" sldId="2147483998"/>
          </pc:sldLayoutMkLst>
        </pc:sldLayoutChg>
        <pc:sldLayoutChg chg="del">
          <pc:chgData name="Nguyen Duc Tien" userId="1d425f06-52f5-490b-9f00-5a0d395ba4e9" providerId="ADAL" clId="{27A2FABC-AC00-4E0D-BE8A-9D5B61010432}" dt="2021-09-26T08:40:31.649" v="134" actId="47"/>
          <pc:sldLayoutMkLst>
            <pc:docMk/>
            <pc:sldMasterMk cId="4154829505" sldId="2147483996"/>
            <pc:sldLayoutMk cId="2465108177" sldId="2147484000"/>
          </pc:sldLayoutMkLst>
        </pc:sldLayoutChg>
        <pc:sldLayoutChg chg="del">
          <pc:chgData name="Nguyen Duc Tien" userId="1d425f06-52f5-490b-9f00-5a0d395ba4e9" providerId="ADAL" clId="{27A2FABC-AC00-4E0D-BE8A-9D5B61010432}" dt="2021-09-26T08:40:32.675" v="135" actId="47"/>
          <pc:sldLayoutMkLst>
            <pc:docMk/>
            <pc:sldMasterMk cId="4154829505" sldId="2147483996"/>
            <pc:sldLayoutMk cId="2440427005" sldId="2147484001"/>
          </pc:sldLayoutMkLst>
        </pc:sldLayoutChg>
        <pc:sldLayoutChg chg="del">
          <pc:chgData name="Nguyen Duc Tien" userId="1d425f06-52f5-490b-9f00-5a0d395ba4e9" providerId="ADAL" clId="{27A2FABC-AC00-4E0D-BE8A-9D5B61010432}" dt="2021-09-26T08:40:34.050" v="137" actId="47"/>
          <pc:sldLayoutMkLst>
            <pc:docMk/>
            <pc:sldMasterMk cId="4154829505" sldId="2147483996"/>
            <pc:sldLayoutMk cId="2061631812" sldId="2147484002"/>
          </pc:sldLayoutMkLst>
        </pc:sldLayoutChg>
        <pc:sldLayoutChg chg="del">
          <pc:chgData name="Nguyen Duc Tien" userId="1d425f06-52f5-490b-9f00-5a0d395ba4e9" providerId="ADAL" clId="{27A2FABC-AC00-4E0D-BE8A-9D5B61010432}" dt="2021-09-26T08:40:33.174" v="136" actId="47"/>
          <pc:sldLayoutMkLst>
            <pc:docMk/>
            <pc:sldMasterMk cId="4154829505" sldId="2147483996"/>
            <pc:sldLayoutMk cId="3460418373" sldId="2147484003"/>
          </pc:sldLayoutMkLst>
        </pc:sldLayoutChg>
        <pc:sldLayoutChg chg="del">
          <pc:chgData name="Nguyen Duc Tien" userId="1d425f06-52f5-490b-9f00-5a0d395ba4e9" providerId="ADAL" clId="{27A2FABC-AC00-4E0D-BE8A-9D5B61010432}" dt="2021-09-26T08:40:35.087" v="138" actId="47"/>
          <pc:sldLayoutMkLst>
            <pc:docMk/>
            <pc:sldMasterMk cId="4154829505" sldId="2147483996"/>
            <pc:sldLayoutMk cId="2239950190" sldId="2147484004"/>
          </pc:sldLayoutMkLst>
        </pc:sldLayoutChg>
        <pc:sldLayoutChg chg="del">
          <pc:chgData name="Nguyen Duc Tien" userId="1d425f06-52f5-490b-9f00-5a0d395ba4e9" providerId="ADAL" clId="{27A2FABC-AC00-4E0D-BE8A-9D5B61010432}" dt="2021-09-26T08:40:14.314" v="129" actId="2696"/>
          <pc:sldLayoutMkLst>
            <pc:docMk/>
            <pc:sldMasterMk cId="4154829505" sldId="2147483996"/>
            <pc:sldLayoutMk cId="3698402481" sldId="2147484005"/>
          </pc:sldLayoutMkLst>
        </pc:sldLayoutChg>
      </pc:sldMasterChg>
      <pc:sldMasterChg chg="delSldLayout modSldLayout">
        <pc:chgData name="Nguyen Duc Tien" userId="1d425f06-52f5-490b-9f00-5a0d395ba4e9" providerId="ADAL" clId="{27A2FABC-AC00-4E0D-BE8A-9D5B61010432}" dt="2021-09-26T08:53:45.162" v="591" actId="2696"/>
        <pc:sldMasterMkLst>
          <pc:docMk/>
          <pc:sldMasterMk cId="1070936174" sldId="2147484005"/>
        </pc:sldMasterMkLst>
        <pc:sldLayoutChg chg="del">
          <pc:chgData name="Nguyen Duc Tien" userId="1d425f06-52f5-490b-9f00-5a0d395ba4e9" providerId="ADAL" clId="{27A2FABC-AC00-4E0D-BE8A-9D5B61010432}" dt="2021-09-26T08:53:43.180" v="590" actId="2696"/>
          <pc:sldLayoutMkLst>
            <pc:docMk/>
            <pc:sldMasterMk cId="1070936174" sldId="2147484005"/>
            <pc:sldLayoutMk cId="2080988605" sldId="2147483997"/>
          </pc:sldLayoutMkLst>
        </pc:sldLayoutChg>
        <pc:sldLayoutChg chg="del">
          <pc:chgData name="Nguyen Duc Tien" userId="1d425f06-52f5-490b-9f00-5a0d395ba4e9" providerId="ADAL" clId="{27A2FABC-AC00-4E0D-BE8A-9D5B61010432}" dt="2021-09-26T08:53:45.162" v="591" actId="2696"/>
          <pc:sldLayoutMkLst>
            <pc:docMk/>
            <pc:sldMasterMk cId="1070936174" sldId="2147484005"/>
            <pc:sldLayoutMk cId="2952735452" sldId="2147483999"/>
          </pc:sldLayoutMkLst>
        </pc:sldLayoutChg>
        <pc:sldLayoutChg chg="modSp">
          <pc:chgData name="Nguyen Duc Tien" userId="1d425f06-52f5-490b-9f00-5a0d395ba4e9" providerId="ADAL" clId="{27A2FABC-AC00-4E0D-BE8A-9D5B61010432}" dt="2021-09-26T08:53:06.475" v="586" actId="404"/>
          <pc:sldLayoutMkLst>
            <pc:docMk/>
            <pc:sldMasterMk cId="1070936174" sldId="2147484005"/>
            <pc:sldLayoutMk cId="4189594140" sldId="2147484009"/>
          </pc:sldLayoutMkLst>
          <pc:spChg chg="mod">
            <ac:chgData name="Nguyen Duc Tien" userId="1d425f06-52f5-490b-9f00-5a0d395ba4e9" providerId="ADAL" clId="{27A2FABC-AC00-4E0D-BE8A-9D5B61010432}" dt="2021-09-26T08:53:06.475" v="586" actId="404"/>
            <ac:spMkLst>
              <pc:docMk/>
              <pc:sldMasterMk cId="1070936174" sldId="2147484005"/>
              <pc:sldLayoutMk cId="4189594140" sldId="2147484009"/>
              <ac:spMk id="11" creationId="{90DFCEB3-810D-48E5-B7BA-1A6C924A64A4}"/>
            </ac:spMkLst>
          </pc:spChg>
        </pc:sldLayoutChg>
        <pc:sldLayoutChg chg="modSp">
          <pc:chgData name="Nguyen Duc Tien" userId="1d425f06-52f5-490b-9f00-5a0d395ba4e9" providerId="ADAL" clId="{27A2FABC-AC00-4E0D-BE8A-9D5B61010432}" dt="2021-09-26T08:53:17.336" v="587" actId="404"/>
          <pc:sldLayoutMkLst>
            <pc:docMk/>
            <pc:sldMasterMk cId="1070936174" sldId="2147484005"/>
            <pc:sldLayoutMk cId="1946014572" sldId="2147484011"/>
          </pc:sldLayoutMkLst>
          <pc:spChg chg="mod">
            <ac:chgData name="Nguyen Duc Tien" userId="1d425f06-52f5-490b-9f00-5a0d395ba4e9" providerId="ADAL" clId="{27A2FABC-AC00-4E0D-BE8A-9D5B61010432}" dt="2021-09-26T08:53:17.336" v="587" actId="404"/>
            <ac:spMkLst>
              <pc:docMk/>
              <pc:sldMasterMk cId="1070936174" sldId="2147484005"/>
              <pc:sldLayoutMk cId="1946014572" sldId="2147484011"/>
              <ac:spMk id="16" creationId="{0C9A3A79-B187-4A33-8EBB-92ECD8BA3C59}"/>
            </ac:spMkLst>
          </pc:spChg>
        </pc:sldLayoutChg>
        <pc:sldLayoutChg chg="modSp">
          <pc:chgData name="Nguyen Duc Tien" userId="1d425f06-52f5-490b-9f00-5a0d395ba4e9" providerId="ADAL" clId="{27A2FABC-AC00-4E0D-BE8A-9D5B61010432}" dt="2021-09-26T08:53:28.927" v="589" actId="404"/>
          <pc:sldLayoutMkLst>
            <pc:docMk/>
            <pc:sldMasterMk cId="1070936174" sldId="2147484005"/>
            <pc:sldLayoutMk cId="3032242876" sldId="2147484013"/>
          </pc:sldLayoutMkLst>
          <pc:spChg chg="mod">
            <ac:chgData name="Nguyen Duc Tien" userId="1d425f06-52f5-490b-9f00-5a0d395ba4e9" providerId="ADAL" clId="{27A2FABC-AC00-4E0D-BE8A-9D5B61010432}" dt="2021-09-26T08:53:23.141" v="588" actId="404"/>
            <ac:spMkLst>
              <pc:docMk/>
              <pc:sldMasterMk cId="1070936174" sldId="2147484005"/>
              <pc:sldLayoutMk cId="3032242876" sldId="2147484013"/>
              <ac:spMk id="14" creationId="{38375D86-D290-4003-A314-C916116C4238}"/>
            </ac:spMkLst>
          </pc:spChg>
          <pc:spChg chg="mod">
            <ac:chgData name="Nguyen Duc Tien" userId="1d425f06-52f5-490b-9f00-5a0d395ba4e9" providerId="ADAL" clId="{27A2FABC-AC00-4E0D-BE8A-9D5B61010432}" dt="2021-09-26T08:53:28.927" v="589" actId="404"/>
            <ac:spMkLst>
              <pc:docMk/>
              <pc:sldMasterMk cId="1070936174" sldId="2147484005"/>
              <pc:sldLayoutMk cId="3032242876" sldId="2147484013"/>
              <ac:spMk id="15" creationId="{FB62406B-26DB-4A01-B048-1F2C7540F82F}"/>
            </ac:spMkLst>
          </pc:spChg>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EA165A5-0677-4BA7-BD36-A350CDA5F282}" type="doc">
      <dgm:prSet loTypeId="urn:microsoft.com/office/officeart/2009/3/layout/HorizontalOrganizationChart" loCatId="hierarchy" qsTypeId="urn:microsoft.com/office/officeart/2005/8/quickstyle/simple3" qsCatId="simple" csTypeId="urn:microsoft.com/office/officeart/2005/8/colors/accent1_2" csCatId="accent1" phldr="1"/>
      <dgm:spPr/>
      <dgm:t>
        <a:bodyPr/>
        <a:lstStyle/>
        <a:p>
          <a:endParaRPr lang="en-US"/>
        </a:p>
      </dgm:t>
    </dgm:pt>
    <dgm:pt modelId="{F9A85A6B-7406-4900-AE04-030FD8C7448A}">
      <dgm:prSet phldrT="[Text]"/>
      <dgm:spPr/>
      <dgm:t>
        <a:bodyPr spcFirstLastPara="0" vert="horz" wrap="square" lIns="11430" tIns="11430" rIns="11430" bIns="11430" numCol="1" spcCol="1270" anchor="ctr" anchorCtr="0"/>
        <a:lstStyle/>
        <a:p>
          <a:r>
            <a:rPr lang="en-US"/>
            <a:t>Quản lý dự án</a:t>
          </a:r>
        </a:p>
      </dgm:t>
    </dgm:pt>
    <dgm:pt modelId="{A9E2523C-05B4-44CD-86AC-73314CEE54E2}" type="parTrans" cxnId="{F1FC7C15-AC63-4C8A-8D17-EB01434B103D}">
      <dgm:prSet/>
      <dgm:spPr/>
      <dgm:t>
        <a:bodyPr/>
        <a:lstStyle/>
        <a:p>
          <a:endParaRPr lang="en-US"/>
        </a:p>
      </dgm:t>
    </dgm:pt>
    <dgm:pt modelId="{EF18B583-D979-41D9-BE65-F53E2D62F609}" type="sibTrans" cxnId="{F1FC7C15-AC63-4C8A-8D17-EB01434B103D}">
      <dgm:prSet/>
      <dgm:spPr/>
      <dgm:t>
        <a:bodyPr/>
        <a:lstStyle/>
        <a:p>
          <a:endParaRPr lang="en-US"/>
        </a:p>
      </dgm:t>
    </dgm:pt>
    <dgm:pt modelId="{013923AD-C1DD-4557-9B97-5414CF0A015C}">
      <dgm:prSet custT="1"/>
      <dgm:spPr/>
      <dgm:t>
        <a:bodyPr spcFirstLastPara="0" vert="horz" wrap="square" lIns="11430" tIns="11430" rIns="11430" bIns="11430" numCol="1" spcCol="1270" anchor="ctr" anchorCtr="0"/>
        <a:lstStyle/>
        <a:p>
          <a:pPr marL="0" lvl="0" indent="0" algn="l" defTabSz="800100">
            <a:lnSpc>
              <a:spcPct val="90000"/>
            </a:lnSpc>
            <a:spcBef>
              <a:spcPct val="0"/>
            </a:spcBef>
            <a:spcAft>
              <a:spcPct val="35000"/>
            </a:spcAft>
            <a:buNone/>
          </a:pPr>
          <a:r>
            <a:rPr lang="en-US" sz="2000" kern="1200">
              <a:latin typeface="Arial"/>
              <a:ea typeface="ＭＳ Ｐゴシック"/>
              <a:cs typeface="+mn-cs"/>
            </a:rPr>
            <a:t>2. Quản lý phạm vi</a:t>
          </a:r>
        </a:p>
      </dgm:t>
    </dgm:pt>
    <dgm:pt modelId="{E596F420-A280-4388-AED7-288AA4E0FF13}" type="parTrans" cxnId="{DFF434B3-2D34-4955-976C-1D36A830F7CA}">
      <dgm:prSet/>
      <dgm:spPr/>
      <dgm:t>
        <a:bodyPr/>
        <a:lstStyle/>
        <a:p>
          <a:endParaRPr lang="en-US"/>
        </a:p>
      </dgm:t>
    </dgm:pt>
    <dgm:pt modelId="{C31C3262-284D-4FF3-A9AB-92CA7693C4C7}" type="sibTrans" cxnId="{DFF434B3-2D34-4955-976C-1D36A830F7CA}">
      <dgm:prSet/>
      <dgm:spPr/>
      <dgm:t>
        <a:bodyPr/>
        <a:lstStyle/>
        <a:p>
          <a:endParaRPr lang="en-US"/>
        </a:p>
      </dgm:t>
    </dgm:pt>
    <dgm:pt modelId="{FF2E4870-2863-46BF-B3FB-4358579D970F}">
      <dgm:prSet custT="1"/>
      <dgm:spPr/>
      <dgm:t>
        <a:bodyPr spcFirstLastPara="0" vert="horz" wrap="square" lIns="11430" tIns="11430" rIns="11430" bIns="11430" numCol="1" spcCol="1270" anchor="ctr" anchorCtr="0"/>
        <a:lstStyle/>
        <a:p>
          <a:pPr marL="0" lvl="0" indent="0" algn="l" defTabSz="800100">
            <a:lnSpc>
              <a:spcPct val="90000"/>
            </a:lnSpc>
            <a:spcBef>
              <a:spcPct val="0"/>
            </a:spcBef>
            <a:spcAft>
              <a:spcPct val="35000"/>
            </a:spcAft>
            <a:buNone/>
          </a:pPr>
          <a:r>
            <a:rPr lang="en-US" sz="2000" kern="1200">
              <a:latin typeface="Arial"/>
              <a:ea typeface="ＭＳ Ｐゴシック"/>
              <a:cs typeface="+mn-cs"/>
            </a:rPr>
            <a:t>3. Quản lý thời gian</a:t>
          </a:r>
        </a:p>
      </dgm:t>
    </dgm:pt>
    <dgm:pt modelId="{5583A256-6C86-4CA7-B768-CEF1420042B8}" type="parTrans" cxnId="{E72C8AC3-55A8-4616-A2A6-50C0DC8D57D9}">
      <dgm:prSet/>
      <dgm:spPr/>
      <dgm:t>
        <a:bodyPr/>
        <a:lstStyle/>
        <a:p>
          <a:endParaRPr lang="en-US"/>
        </a:p>
      </dgm:t>
    </dgm:pt>
    <dgm:pt modelId="{EBBE4D2E-DFEE-4550-87CE-F294C339D271}" type="sibTrans" cxnId="{E72C8AC3-55A8-4616-A2A6-50C0DC8D57D9}">
      <dgm:prSet/>
      <dgm:spPr/>
      <dgm:t>
        <a:bodyPr/>
        <a:lstStyle/>
        <a:p>
          <a:endParaRPr lang="en-US"/>
        </a:p>
      </dgm:t>
    </dgm:pt>
    <dgm:pt modelId="{1AB94284-0CD5-47EA-97E4-6D95F7F38556}">
      <dgm:prSet custT="1"/>
      <dgm:spPr/>
      <dgm:t>
        <a:bodyPr/>
        <a:lstStyle/>
        <a:p>
          <a:pPr algn="l"/>
          <a:r>
            <a:rPr lang="en-US" sz="2000" kern="1200">
              <a:latin typeface="Arial"/>
              <a:ea typeface="ＭＳ Ｐゴシック"/>
              <a:cs typeface="+mn-cs"/>
            </a:rPr>
            <a:t>4. Quản</a:t>
          </a:r>
          <a:r>
            <a:rPr lang="en-US" sz="2000" kern="1200"/>
            <a:t> lý chi phí</a:t>
          </a:r>
        </a:p>
      </dgm:t>
    </dgm:pt>
    <dgm:pt modelId="{91211438-E420-4974-BB4F-430D6A59CB00}" type="parTrans" cxnId="{AA576BB5-6DE2-4D2E-B68D-05AF115AF55D}">
      <dgm:prSet/>
      <dgm:spPr/>
      <dgm:t>
        <a:bodyPr/>
        <a:lstStyle/>
        <a:p>
          <a:endParaRPr lang="en-US"/>
        </a:p>
      </dgm:t>
    </dgm:pt>
    <dgm:pt modelId="{F73218D7-5156-42C5-AE12-5C1F6DEF2D98}" type="sibTrans" cxnId="{AA576BB5-6DE2-4D2E-B68D-05AF115AF55D}">
      <dgm:prSet/>
      <dgm:spPr/>
      <dgm:t>
        <a:bodyPr/>
        <a:lstStyle/>
        <a:p>
          <a:endParaRPr lang="en-US"/>
        </a:p>
      </dgm:t>
    </dgm:pt>
    <dgm:pt modelId="{8C4FA198-5ECE-463E-AD33-E5592075EE14}">
      <dgm:prSet custT="1"/>
      <dgm:spPr/>
      <dgm:t>
        <a:bodyPr/>
        <a:lstStyle/>
        <a:p>
          <a:pPr algn="l"/>
          <a:r>
            <a:rPr lang="en-US" sz="2000"/>
            <a:t>5. </a:t>
          </a:r>
          <a:r>
            <a:rPr lang="vi-VN" sz="2000"/>
            <a:t>Quản lý chất lượng</a:t>
          </a:r>
          <a:endParaRPr lang="en-US" sz="2000"/>
        </a:p>
      </dgm:t>
    </dgm:pt>
    <dgm:pt modelId="{F4616EFE-E6EC-4B33-B593-24C83C9C2AC2}" type="parTrans" cxnId="{B4019654-44BE-47C3-BD9C-EE697D0B6145}">
      <dgm:prSet/>
      <dgm:spPr/>
      <dgm:t>
        <a:bodyPr/>
        <a:lstStyle/>
        <a:p>
          <a:endParaRPr lang="en-US"/>
        </a:p>
      </dgm:t>
    </dgm:pt>
    <dgm:pt modelId="{A19FAFCE-287A-4144-909F-DDDE6A607BC6}" type="sibTrans" cxnId="{B4019654-44BE-47C3-BD9C-EE697D0B6145}">
      <dgm:prSet/>
      <dgm:spPr/>
      <dgm:t>
        <a:bodyPr/>
        <a:lstStyle/>
        <a:p>
          <a:endParaRPr lang="en-US"/>
        </a:p>
      </dgm:t>
    </dgm:pt>
    <dgm:pt modelId="{CAE074CE-E0D1-47F2-9A5B-B7C3BC89A349}">
      <dgm:prSet custT="1"/>
      <dgm:spPr/>
      <dgm:t>
        <a:bodyPr/>
        <a:lstStyle/>
        <a:p>
          <a:pPr algn="l"/>
          <a:r>
            <a:rPr lang="en-US" sz="2000"/>
            <a:t>6. Quản lý nhân sự</a:t>
          </a:r>
        </a:p>
      </dgm:t>
    </dgm:pt>
    <dgm:pt modelId="{50C7B265-04BA-4450-8EA3-9D761F940942}" type="parTrans" cxnId="{48E8175E-3E60-4990-8D72-B682F3D56B20}">
      <dgm:prSet/>
      <dgm:spPr/>
      <dgm:t>
        <a:bodyPr/>
        <a:lstStyle/>
        <a:p>
          <a:endParaRPr lang="en-US"/>
        </a:p>
      </dgm:t>
    </dgm:pt>
    <dgm:pt modelId="{DCFA5456-3AEB-4595-87AF-37B4E2A38A08}" type="sibTrans" cxnId="{48E8175E-3E60-4990-8D72-B682F3D56B20}">
      <dgm:prSet/>
      <dgm:spPr/>
      <dgm:t>
        <a:bodyPr/>
        <a:lstStyle/>
        <a:p>
          <a:endParaRPr lang="en-US"/>
        </a:p>
      </dgm:t>
    </dgm:pt>
    <dgm:pt modelId="{2CB35526-695B-482B-9AE6-CFF49F145DC6}">
      <dgm:prSet custT="1"/>
      <dgm:spPr/>
      <dgm:t>
        <a:bodyPr/>
        <a:lstStyle/>
        <a:p>
          <a:pPr algn="l"/>
          <a:r>
            <a:rPr lang="en-US" sz="2000"/>
            <a:t>7. Quản lý giao tiếp</a:t>
          </a:r>
        </a:p>
      </dgm:t>
    </dgm:pt>
    <dgm:pt modelId="{17F284CC-A714-4BD2-A8A7-6E2A1F2E85A6}" type="parTrans" cxnId="{AF8FAC65-D429-481C-81DE-782485C71D9D}">
      <dgm:prSet/>
      <dgm:spPr/>
      <dgm:t>
        <a:bodyPr/>
        <a:lstStyle/>
        <a:p>
          <a:endParaRPr lang="en-US"/>
        </a:p>
      </dgm:t>
    </dgm:pt>
    <dgm:pt modelId="{DD8746B8-0AEB-470D-BE91-991E28AB57D5}" type="sibTrans" cxnId="{AF8FAC65-D429-481C-81DE-782485C71D9D}">
      <dgm:prSet/>
      <dgm:spPr/>
      <dgm:t>
        <a:bodyPr/>
        <a:lstStyle/>
        <a:p>
          <a:endParaRPr lang="en-US"/>
        </a:p>
      </dgm:t>
    </dgm:pt>
    <dgm:pt modelId="{5A1F5540-4852-49DC-8F17-CA6FE235093B}">
      <dgm:prSet custT="1"/>
      <dgm:spPr/>
      <dgm:t>
        <a:bodyPr/>
        <a:lstStyle/>
        <a:p>
          <a:pPr algn="l"/>
          <a:r>
            <a:rPr lang="en-US" sz="2000"/>
            <a:t>8. Quản lý rủi ro</a:t>
          </a:r>
        </a:p>
      </dgm:t>
    </dgm:pt>
    <dgm:pt modelId="{7C19C754-5B2F-4ACF-9377-0934FCD2E8AB}" type="parTrans" cxnId="{60A88867-AEF6-4EFB-954E-961FCFA9F137}">
      <dgm:prSet/>
      <dgm:spPr/>
      <dgm:t>
        <a:bodyPr/>
        <a:lstStyle/>
        <a:p>
          <a:endParaRPr lang="en-US"/>
        </a:p>
      </dgm:t>
    </dgm:pt>
    <dgm:pt modelId="{E5752D74-7EC1-4C40-9716-932EA6ABA748}" type="sibTrans" cxnId="{60A88867-AEF6-4EFB-954E-961FCFA9F137}">
      <dgm:prSet/>
      <dgm:spPr/>
      <dgm:t>
        <a:bodyPr/>
        <a:lstStyle/>
        <a:p>
          <a:endParaRPr lang="en-US"/>
        </a:p>
      </dgm:t>
    </dgm:pt>
    <dgm:pt modelId="{1F914D61-A48B-49C4-8DF6-2EBE44660816}">
      <dgm:prSet custT="1"/>
      <dgm:spPr/>
      <dgm:t>
        <a:bodyPr/>
        <a:lstStyle/>
        <a:p>
          <a:pPr algn="l"/>
          <a:r>
            <a:rPr lang="en-US" sz="2000"/>
            <a:t>9. Quản lý mua sắm</a:t>
          </a:r>
        </a:p>
      </dgm:t>
    </dgm:pt>
    <dgm:pt modelId="{B35E38C7-201E-4BE2-BB05-3819034A6D50}" type="parTrans" cxnId="{896B8E37-19DE-4F05-9CF5-6A860AA55C29}">
      <dgm:prSet/>
      <dgm:spPr/>
      <dgm:t>
        <a:bodyPr/>
        <a:lstStyle/>
        <a:p>
          <a:endParaRPr lang="en-US"/>
        </a:p>
      </dgm:t>
    </dgm:pt>
    <dgm:pt modelId="{C0E09DDF-9417-4C6D-85F7-B9F7554E62A1}" type="sibTrans" cxnId="{896B8E37-19DE-4F05-9CF5-6A860AA55C29}">
      <dgm:prSet/>
      <dgm:spPr/>
      <dgm:t>
        <a:bodyPr/>
        <a:lstStyle/>
        <a:p>
          <a:endParaRPr lang="en-US"/>
        </a:p>
      </dgm:t>
    </dgm:pt>
    <dgm:pt modelId="{D6999DA1-4E23-4BAB-B7B5-4730A7C2F595}">
      <dgm:prSet custT="1"/>
      <dgm:spPr/>
      <dgm:t>
        <a:bodyPr/>
        <a:lstStyle/>
        <a:p>
          <a:pPr marL="0" lvl="0" indent="0" algn="l" defTabSz="800100">
            <a:lnSpc>
              <a:spcPct val="90000"/>
            </a:lnSpc>
            <a:spcBef>
              <a:spcPct val="0"/>
            </a:spcBef>
            <a:spcAft>
              <a:spcPct val="35000"/>
            </a:spcAft>
          </a:pPr>
          <a:r>
            <a:rPr lang="en-US" sz="2000" kern="1200" dirty="0" smtClean="0"/>
            <a:t>1. </a:t>
          </a:r>
          <a:r>
            <a:rPr lang="en-US" sz="2000" kern="1200" dirty="0" err="1" smtClean="0"/>
            <a:t>Hợp</a:t>
          </a:r>
          <a:r>
            <a:rPr lang="en-US" sz="2000" kern="1200" dirty="0" smtClean="0"/>
            <a:t> </a:t>
          </a:r>
          <a:r>
            <a:rPr lang="en-US" sz="2000" kern="1200" dirty="0" err="1"/>
            <a:t>nhất</a:t>
          </a:r>
          <a:endParaRPr lang="en-US" sz="2000" kern="1200" dirty="0">
            <a:latin typeface="Arial"/>
            <a:ea typeface="ＭＳ Ｐゴシック"/>
            <a:cs typeface="+mn-cs"/>
          </a:endParaRPr>
        </a:p>
      </dgm:t>
    </dgm:pt>
    <dgm:pt modelId="{91BE3EA6-941B-442E-841B-5DC6BC1B1525}" type="parTrans" cxnId="{1875775F-9262-48E3-8B56-1265E2835158}">
      <dgm:prSet/>
      <dgm:spPr/>
      <dgm:t>
        <a:bodyPr/>
        <a:lstStyle/>
        <a:p>
          <a:endParaRPr lang="en-US"/>
        </a:p>
      </dgm:t>
    </dgm:pt>
    <dgm:pt modelId="{BEE36A5C-CC4A-45DC-9A89-AC2082106F1B}" type="sibTrans" cxnId="{1875775F-9262-48E3-8B56-1265E2835158}">
      <dgm:prSet/>
      <dgm:spPr/>
      <dgm:t>
        <a:bodyPr/>
        <a:lstStyle/>
        <a:p>
          <a:endParaRPr lang="en-US"/>
        </a:p>
      </dgm:t>
    </dgm:pt>
    <dgm:pt modelId="{FE22D998-B1EA-4F6E-BC9C-135DB56A5C0E}" type="pres">
      <dgm:prSet presAssocID="{2EA165A5-0677-4BA7-BD36-A350CDA5F282}" presName="hierChild1" presStyleCnt="0">
        <dgm:presLayoutVars>
          <dgm:orgChart val="1"/>
          <dgm:chPref val="1"/>
          <dgm:dir/>
          <dgm:animOne val="branch"/>
          <dgm:animLvl val="lvl"/>
          <dgm:resizeHandles/>
        </dgm:presLayoutVars>
      </dgm:prSet>
      <dgm:spPr/>
      <dgm:t>
        <a:bodyPr/>
        <a:lstStyle/>
        <a:p>
          <a:endParaRPr lang="en-US"/>
        </a:p>
      </dgm:t>
    </dgm:pt>
    <dgm:pt modelId="{CADE3716-8223-44A1-B147-F03C556C2A55}" type="pres">
      <dgm:prSet presAssocID="{F9A85A6B-7406-4900-AE04-030FD8C7448A}" presName="hierRoot1" presStyleCnt="0">
        <dgm:presLayoutVars>
          <dgm:hierBranch val="init"/>
        </dgm:presLayoutVars>
      </dgm:prSet>
      <dgm:spPr/>
    </dgm:pt>
    <dgm:pt modelId="{2A477894-6A61-4B1A-B391-63269FE57486}" type="pres">
      <dgm:prSet presAssocID="{F9A85A6B-7406-4900-AE04-030FD8C7448A}" presName="rootComposite1" presStyleCnt="0"/>
      <dgm:spPr/>
    </dgm:pt>
    <dgm:pt modelId="{956DA778-0745-49D8-85E2-34D7F3C07F32}" type="pres">
      <dgm:prSet presAssocID="{F9A85A6B-7406-4900-AE04-030FD8C7448A}" presName="rootText1" presStyleLbl="node0" presStyleIdx="0" presStyleCnt="1">
        <dgm:presLayoutVars>
          <dgm:chPref val="3"/>
        </dgm:presLayoutVars>
      </dgm:prSet>
      <dgm:spPr>
        <a:xfrm>
          <a:off x="394543" y="2490989"/>
          <a:ext cx="1653840" cy="504421"/>
        </a:xfrm>
        <a:prstGeom prst="rect">
          <a:avLst/>
        </a:prstGeom>
      </dgm:spPr>
      <dgm:t>
        <a:bodyPr/>
        <a:lstStyle/>
        <a:p>
          <a:endParaRPr lang="en-US"/>
        </a:p>
      </dgm:t>
    </dgm:pt>
    <dgm:pt modelId="{498CB7EC-36F5-4CDF-980F-12937F2387F5}" type="pres">
      <dgm:prSet presAssocID="{F9A85A6B-7406-4900-AE04-030FD8C7448A}" presName="rootConnector1" presStyleLbl="node1" presStyleIdx="0" presStyleCnt="0"/>
      <dgm:spPr/>
      <dgm:t>
        <a:bodyPr/>
        <a:lstStyle/>
        <a:p>
          <a:endParaRPr lang="en-US"/>
        </a:p>
      </dgm:t>
    </dgm:pt>
    <dgm:pt modelId="{43A73A04-2A60-4CA5-8900-03C5E58571E8}" type="pres">
      <dgm:prSet presAssocID="{F9A85A6B-7406-4900-AE04-030FD8C7448A}" presName="hierChild2" presStyleCnt="0"/>
      <dgm:spPr/>
    </dgm:pt>
    <dgm:pt modelId="{881EE201-21C8-4BD8-AF02-6D8CCB70049A}" type="pres">
      <dgm:prSet presAssocID="{91BE3EA6-941B-442E-841B-5DC6BC1B1525}" presName="Name64" presStyleLbl="parChTrans1D2" presStyleIdx="0" presStyleCnt="9"/>
      <dgm:spPr/>
      <dgm:t>
        <a:bodyPr/>
        <a:lstStyle/>
        <a:p>
          <a:endParaRPr lang="en-US"/>
        </a:p>
      </dgm:t>
    </dgm:pt>
    <dgm:pt modelId="{B4D38022-D828-4652-ADFB-BE34DA9160BA}" type="pres">
      <dgm:prSet presAssocID="{D6999DA1-4E23-4BAB-B7B5-4730A7C2F595}" presName="hierRoot2" presStyleCnt="0">
        <dgm:presLayoutVars>
          <dgm:hierBranch val="init"/>
        </dgm:presLayoutVars>
      </dgm:prSet>
      <dgm:spPr/>
    </dgm:pt>
    <dgm:pt modelId="{D2B1B465-791C-468E-BD2C-39235B37E19B}" type="pres">
      <dgm:prSet presAssocID="{D6999DA1-4E23-4BAB-B7B5-4730A7C2F595}" presName="rootComposite" presStyleCnt="0"/>
      <dgm:spPr/>
    </dgm:pt>
    <dgm:pt modelId="{57B97DB5-07E0-45D9-AFAA-58C3DE0FFDB5}" type="pres">
      <dgm:prSet presAssocID="{D6999DA1-4E23-4BAB-B7B5-4730A7C2F595}" presName="rootText" presStyleLbl="node2" presStyleIdx="0" presStyleCnt="9" custScaleX="123692">
        <dgm:presLayoutVars>
          <dgm:chPref val="3"/>
        </dgm:presLayoutVars>
      </dgm:prSet>
      <dgm:spPr/>
      <dgm:t>
        <a:bodyPr/>
        <a:lstStyle/>
        <a:p>
          <a:endParaRPr lang="en-US"/>
        </a:p>
      </dgm:t>
    </dgm:pt>
    <dgm:pt modelId="{6658C37D-1019-4EA1-9264-3B4ED2FF6C88}" type="pres">
      <dgm:prSet presAssocID="{D6999DA1-4E23-4BAB-B7B5-4730A7C2F595}" presName="rootConnector" presStyleLbl="node2" presStyleIdx="0" presStyleCnt="9"/>
      <dgm:spPr/>
      <dgm:t>
        <a:bodyPr/>
        <a:lstStyle/>
        <a:p>
          <a:endParaRPr lang="en-US"/>
        </a:p>
      </dgm:t>
    </dgm:pt>
    <dgm:pt modelId="{DF3D1239-647C-404E-8026-2CFBD1CA2D2D}" type="pres">
      <dgm:prSet presAssocID="{D6999DA1-4E23-4BAB-B7B5-4730A7C2F595}" presName="hierChild4" presStyleCnt="0"/>
      <dgm:spPr/>
    </dgm:pt>
    <dgm:pt modelId="{8EB41354-2FF2-4897-8D49-D9E8EEA68C5C}" type="pres">
      <dgm:prSet presAssocID="{D6999DA1-4E23-4BAB-B7B5-4730A7C2F595}" presName="hierChild5" presStyleCnt="0"/>
      <dgm:spPr/>
    </dgm:pt>
    <dgm:pt modelId="{F2CCA0E7-607D-452D-BD56-754C5EF752FC}" type="pres">
      <dgm:prSet presAssocID="{E596F420-A280-4388-AED7-288AA4E0FF13}" presName="Name64" presStyleLbl="parChTrans1D2" presStyleIdx="1" presStyleCnt="9"/>
      <dgm:spPr/>
      <dgm:t>
        <a:bodyPr/>
        <a:lstStyle/>
        <a:p>
          <a:endParaRPr lang="en-US"/>
        </a:p>
      </dgm:t>
    </dgm:pt>
    <dgm:pt modelId="{11D6E6C6-932B-49BC-8473-43BCBB02BCF4}" type="pres">
      <dgm:prSet presAssocID="{013923AD-C1DD-4557-9B97-5414CF0A015C}" presName="hierRoot2" presStyleCnt="0">
        <dgm:presLayoutVars>
          <dgm:hierBranch val="init"/>
        </dgm:presLayoutVars>
      </dgm:prSet>
      <dgm:spPr/>
    </dgm:pt>
    <dgm:pt modelId="{9C1DCBDE-EC9E-4B30-8219-71C3CADBCD3D}" type="pres">
      <dgm:prSet presAssocID="{013923AD-C1DD-4557-9B97-5414CF0A015C}" presName="rootComposite" presStyleCnt="0"/>
      <dgm:spPr/>
    </dgm:pt>
    <dgm:pt modelId="{E0BF66FB-EDC4-4524-BCF9-47367AFE2667}" type="pres">
      <dgm:prSet presAssocID="{013923AD-C1DD-4557-9B97-5414CF0A015C}" presName="rootText" presStyleLbl="node2" presStyleIdx="1" presStyleCnt="9" custScaleX="179941">
        <dgm:presLayoutVars>
          <dgm:chPref val="3"/>
        </dgm:presLayoutVars>
      </dgm:prSet>
      <dgm:spPr>
        <a:xfrm>
          <a:off x="2379152" y="1958"/>
          <a:ext cx="1653840" cy="504421"/>
        </a:xfrm>
        <a:prstGeom prst="rect">
          <a:avLst/>
        </a:prstGeom>
      </dgm:spPr>
      <dgm:t>
        <a:bodyPr/>
        <a:lstStyle/>
        <a:p>
          <a:endParaRPr lang="en-US"/>
        </a:p>
      </dgm:t>
    </dgm:pt>
    <dgm:pt modelId="{089CFF1E-3E19-4706-AF9B-C891D7B40723}" type="pres">
      <dgm:prSet presAssocID="{013923AD-C1DD-4557-9B97-5414CF0A015C}" presName="rootConnector" presStyleLbl="node2" presStyleIdx="1" presStyleCnt="9"/>
      <dgm:spPr/>
      <dgm:t>
        <a:bodyPr/>
        <a:lstStyle/>
        <a:p>
          <a:endParaRPr lang="en-US"/>
        </a:p>
      </dgm:t>
    </dgm:pt>
    <dgm:pt modelId="{38EFCBBF-F190-4CDC-81C0-D5A03E921C5D}" type="pres">
      <dgm:prSet presAssocID="{013923AD-C1DD-4557-9B97-5414CF0A015C}" presName="hierChild4" presStyleCnt="0"/>
      <dgm:spPr/>
    </dgm:pt>
    <dgm:pt modelId="{E59BDF67-249C-4528-A46E-67D9867304D3}" type="pres">
      <dgm:prSet presAssocID="{013923AD-C1DD-4557-9B97-5414CF0A015C}" presName="hierChild5" presStyleCnt="0"/>
      <dgm:spPr/>
    </dgm:pt>
    <dgm:pt modelId="{CD78ACF3-9AD0-4990-8017-7542598CC8FE}" type="pres">
      <dgm:prSet presAssocID="{5583A256-6C86-4CA7-B768-CEF1420042B8}" presName="Name64" presStyleLbl="parChTrans1D2" presStyleIdx="2" presStyleCnt="9"/>
      <dgm:spPr/>
      <dgm:t>
        <a:bodyPr/>
        <a:lstStyle/>
        <a:p>
          <a:endParaRPr lang="en-US"/>
        </a:p>
      </dgm:t>
    </dgm:pt>
    <dgm:pt modelId="{5FB90634-7CEA-474F-B446-60F4E301796C}" type="pres">
      <dgm:prSet presAssocID="{FF2E4870-2863-46BF-B3FB-4358579D970F}" presName="hierRoot2" presStyleCnt="0">
        <dgm:presLayoutVars>
          <dgm:hierBranch val="init"/>
        </dgm:presLayoutVars>
      </dgm:prSet>
      <dgm:spPr/>
    </dgm:pt>
    <dgm:pt modelId="{8BA52AD6-F6EF-4519-8304-84D0350600B8}" type="pres">
      <dgm:prSet presAssocID="{FF2E4870-2863-46BF-B3FB-4358579D970F}" presName="rootComposite" presStyleCnt="0"/>
      <dgm:spPr/>
    </dgm:pt>
    <dgm:pt modelId="{C4B0DA59-E2E8-4C82-B802-274E363AEDA6}" type="pres">
      <dgm:prSet presAssocID="{FF2E4870-2863-46BF-B3FB-4358579D970F}" presName="rootText" presStyleLbl="node2" presStyleIdx="2" presStyleCnt="9" custScaleX="179941">
        <dgm:presLayoutVars>
          <dgm:chPref val="3"/>
        </dgm:presLayoutVars>
      </dgm:prSet>
      <dgm:spPr>
        <a:xfrm>
          <a:off x="2379152" y="713110"/>
          <a:ext cx="1653840" cy="504421"/>
        </a:xfrm>
        <a:prstGeom prst="rect">
          <a:avLst/>
        </a:prstGeom>
      </dgm:spPr>
      <dgm:t>
        <a:bodyPr/>
        <a:lstStyle/>
        <a:p>
          <a:endParaRPr lang="en-US"/>
        </a:p>
      </dgm:t>
    </dgm:pt>
    <dgm:pt modelId="{64421054-A7E0-4725-A6FC-ABC250B91F46}" type="pres">
      <dgm:prSet presAssocID="{FF2E4870-2863-46BF-B3FB-4358579D970F}" presName="rootConnector" presStyleLbl="node2" presStyleIdx="2" presStyleCnt="9"/>
      <dgm:spPr/>
      <dgm:t>
        <a:bodyPr/>
        <a:lstStyle/>
        <a:p>
          <a:endParaRPr lang="en-US"/>
        </a:p>
      </dgm:t>
    </dgm:pt>
    <dgm:pt modelId="{D9624ACC-66C0-4144-8968-94FA9688A493}" type="pres">
      <dgm:prSet presAssocID="{FF2E4870-2863-46BF-B3FB-4358579D970F}" presName="hierChild4" presStyleCnt="0"/>
      <dgm:spPr/>
    </dgm:pt>
    <dgm:pt modelId="{77528FC4-8FA9-47DB-8EFB-00E642453DD4}" type="pres">
      <dgm:prSet presAssocID="{FF2E4870-2863-46BF-B3FB-4358579D970F}" presName="hierChild5" presStyleCnt="0"/>
      <dgm:spPr/>
    </dgm:pt>
    <dgm:pt modelId="{078A17C1-57CA-4359-AB80-43A748135A79}" type="pres">
      <dgm:prSet presAssocID="{91211438-E420-4974-BB4F-430D6A59CB00}" presName="Name64" presStyleLbl="parChTrans1D2" presStyleIdx="3" presStyleCnt="9"/>
      <dgm:spPr/>
      <dgm:t>
        <a:bodyPr/>
        <a:lstStyle/>
        <a:p>
          <a:endParaRPr lang="en-US"/>
        </a:p>
      </dgm:t>
    </dgm:pt>
    <dgm:pt modelId="{B1879452-4143-4561-9BC9-497D6B95FF65}" type="pres">
      <dgm:prSet presAssocID="{1AB94284-0CD5-47EA-97E4-6D95F7F38556}" presName="hierRoot2" presStyleCnt="0">
        <dgm:presLayoutVars>
          <dgm:hierBranch val="init"/>
        </dgm:presLayoutVars>
      </dgm:prSet>
      <dgm:spPr/>
    </dgm:pt>
    <dgm:pt modelId="{4D93AE29-288F-405F-B6CE-2E1953C2ABAE}" type="pres">
      <dgm:prSet presAssocID="{1AB94284-0CD5-47EA-97E4-6D95F7F38556}" presName="rootComposite" presStyleCnt="0"/>
      <dgm:spPr/>
    </dgm:pt>
    <dgm:pt modelId="{4F71263C-6BF1-4ABF-B462-7E024F2C289D}" type="pres">
      <dgm:prSet presAssocID="{1AB94284-0CD5-47EA-97E4-6D95F7F38556}" presName="rootText" presStyleLbl="node2" presStyleIdx="3" presStyleCnt="9" custScaleX="179941">
        <dgm:presLayoutVars>
          <dgm:chPref val="3"/>
        </dgm:presLayoutVars>
      </dgm:prSet>
      <dgm:spPr/>
      <dgm:t>
        <a:bodyPr/>
        <a:lstStyle/>
        <a:p>
          <a:endParaRPr lang="en-US"/>
        </a:p>
      </dgm:t>
    </dgm:pt>
    <dgm:pt modelId="{219A969A-740C-4B78-BFFE-17DC8285A342}" type="pres">
      <dgm:prSet presAssocID="{1AB94284-0CD5-47EA-97E4-6D95F7F38556}" presName="rootConnector" presStyleLbl="node2" presStyleIdx="3" presStyleCnt="9"/>
      <dgm:spPr/>
      <dgm:t>
        <a:bodyPr/>
        <a:lstStyle/>
        <a:p>
          <a:endParaRPr lang="en-US"/>
        </a:p>
      </dgm:t>
    </dgm:pt>
    <dgm:pt modelId="{1C73A600-C4E9-4C4F-86B6-EF55B1BD49FF}" type="pres">
      <dgm:prSet presAssocID="{1AB94284-0CD5-47EA-97E4-6D95F7F38556}" presName="hierChild4" presStyleCnt="0"/>
      <dgm:spPr/>
    </dgm:pt>
    <dgm:pt modelId="{E991F384-D554-4609-994B-7A1A05E51300}" type="pres">
      <dgm:prSet presAssocID="{1AB94284-0CD5-47EA-97E4-6D95F7F38556}" presName="hierChild5" presStyleCnt="0"/>
      <dgm:spPr/>
    </dgm:pt>
    <dgm:pt modelId="{63C8D171-2F95-4807-A805-944D885ECF70}" type="pres">
      <dgm:prSet presAssocID="{F4616EFE-E6EC-4B33-B593-24C83C9C2AC2}" presName="Name64" presStyleLbl="parChTrans1D2" presStyleIdx="4" presStyleCnt="9"/>
      <dgm:spPr/>
      <dgm:t>
        <a:bodyPr/>
        <a:lstStyle/>
        <a:p>
          <a:endParaRPr lang="en-US"/>
        </a:p>
      </dgm:t>
    </dgm:pt>
    <dgm:pt modelId="{68DCFA24-4A52-4799-979F-FEF73CC09D93}" type="pres">
      <dgm:prSet presAssocID="{8C4FA198-5ECE-463E-AD33-E5592075EE14}" presName="hierRoot2" presStyleCnt="0">
        <dgm:presLayoutVars>
          <dgm:hierBranch val="init"/>
        </dgm:presLayoutVars>
      </dgm:prSet>
      <dgm:spPr/>
    </dgm:pt>
    <dgm:pt modelId="{6EE2A0C3-166D-4018-A17E-7F74DB74D02B}" type="pres">
      <dgm:prSet presAssocID="{8C4FA198-5ECE-463E-AD33-E5592075EE14}" presName="rootComposite" presStyleCnt="0"/>
      <dgm:spPr/>
    </dgm:pt>
    <dgm:pt modelId="{DC3F1B3B-61DE-482D-9751-09CC71E6E88B}" type="pres">
      <dgm:prSet presAssocID="{8C4FA198-5ECE-463E-AD33-E5592075EE14}" presName="rootText" presStyleLbl="node2" presStyleIdx="4" presStyleCnt="9" custScaleX="179941">
        <dgm:presLayoutVars>
          <dgm:chPref val="3"/>
        </dgm:presLayoutVars>
      </dgm:prSet>
      <dgm:spPr/>
      <dgm:t>
        <a:bodyPr/>
        <a:lstStyle/>
        <a:p>
          <a:endParaRPr lang="en-US"/>
        </a:p>
      </dgm:t>
    </dgm:pt>
    <dgm:pt modelId="{2C01A786-72F8-4BCE-AD96-700DF124D2AA}" type="pres">
      <dgm:prSet presAssocID="{8C4FA198-5ECE-463E-AD33-E5592075EE14}" presName="rootConnector" presStyleLbl="node2" presStyleIdx="4" presStyleCnt="9"/>
      <dgm:spPr/>
      <dgm:t>
        <a:bodyPr/>
        <a:lstStyle/>
        <a:p>
          <a:endParaRPr lang="en-US"/>
        </a:p>
      </dgm:t>
    </dgm:pt>
    <dgm:pt modelId="{D16AAEBE-F831-49C2-9EB9-56EFF39EE5CF}" type="pres">
      <dgm:prSet presAssocID="{8C4FA198-5ECE-463E-AD33-E5592075EE14}" presName="hierChild4" presStyleCnt="0"/>
      <dgm:spPr/>
    </dgm:pt>
    <dgm:pt modelId="{0716CC2B-5E5D-45B8-93AD-3440DF7CA431}" type="pres">
      <dgm:prSet presAssocID="{8C4FA198-5ECE-463E-AD33-E5592075EE14}" presName="hierChild5" presStyleCnt="0"/>
      <dgm:spPr/>
    </dgm:pt>
    <dgm:pt modelId="{AF0ECDC7-00E8-4AB9-B853-8F07911F40E6}" type="pres">
      <dgm:prSet presAssocID="{50C7B265-04BA-4450-8EA3-9D761F940942}" presName="Name64" presStyleLbl="parChTrans1D2" presStyleIdx="5" presStyleCnt="9"/>
      <dgm:spPr/>
      <dgm:t>
        <a:bodyPr/>
        <a:lstStyle/>
        <a:p>
          <a:endParaRPr lang="en-US"/>
        </a:p>
      </dgm:t>
    </dgm:pt>
    <dgm:pt modelId="{C38A2303-EBFB-47BB-AF27-6A7488D8369E}" type="pres">
      <dgm:prSet presAssocID="{CAE074CE-E0D1-47F2-9A5B-B7C3BC89A349}" presName="hierRoot2" presStyleCnt="0">
        <dgm:presLayoutVars>
          <dgm:hierBranch val="init"/>
        </dgm:presLayoutVars>
      </dgm:prSet>
      <dgm:spPr/>
    </dgm:pt>
    <dgm:pt modelId="{73F44ECA-DCF2-4689-886B-C29E0C4DA8DE}" type="pres">
      <dgm:prSet presAssocID="{CAE074CE-E0D1-47F2-9A5B-B7C3BC89A349}" presName="rootComposite" presStyleCnt="0"/>
      <dgm:spPr/>
    </dgm:pt>
    <dgm:pt modelId="{92A58DC0-C5B0-4F6B-94BC-11E58200A9B5}" type="pres">
      <dgm:prSet presAssocID="{CAE074CE-E0D1-47F2-9A5B-B7C3BC89A349}" presName="rootText" presStyleLbl="node2" presStyleIdx="5" presStyleCnt="9" custScaleX="179941">
        <dgm:presLayoutVars>
          <dgm:chPref val="3"/>
        </dgm:presLayoutVars>
      </dgm:prSet>
      <dgm:spPr/>
      <dgm:t>
        <a:bodyPr/>
        <a:lstStyle/>
        <a:p>
          <a:endParaRPr lang="en-US"/>
        </a:p>
      </dgm:t>
    </dgm:pt>
    <dgm:pt modelId="{BABD7AD5-542E-4DAF-8D16-02E0C31D04CE}" type="pres">
      <dgm:prSet presAssocID="{CAE074CE-E0D1-47F2-9A5B-B7C3BC89A349}" presName="rootConnector" presStyleLbl="node2" presStyleIdx="5" presStyleCnt="9"/>
      <dgm:spPr/>
      <dgm:t>
        <a:bodyPr/>
        <a:lstStyle/>
        <a:p>
          <a:endParaRPr lang="en-US"/>
        </a:p>
      </dgm:t>
    </dgm:pt>
    <dgm:pt modelId="{2FCF9E4C-4AA2-4D1E-8AFE-2087576C14F4}" type="pres">
      <dgm:prSet presAssocID="{CAE074CE-E0D1-47F2-9A5B-B7C3BC89A349}" presName="hierChild4" presStyleCnt="0"/>
      <dgm:spPr/>
    </dgm:pt>
    <dgm:pt modelId="{68A13D20-0446-4130-BF7B-EDFA4AAB03FF}" type="pres">
      <dgm:prSet presAssocID="{CAE074CE-E0D1-47F2-9A5B-B7C3BC89A349}" presName="hierChild5" presStyleCnt="0"/>
      <dgm:spPr/>
    </dgm:pt>
    <dgm:pt modelId="{CA5A7813-F2CA-462C-93B6-1F2EA072B29D}" type="pres">
      <dgm:prSet presAssocID="{17F284CC-A714-4BD2-A8A7-6E2A1F2E85A6}" presName="Name64" presStyleLbl="parChTrans1D2" presStyleIdx="6" presStyleCnt="9"/>
      <dgm:spPr/>
      <dgm:t>
        <a:bodyPr/>
        <a:lstStyle/>
        <a:p>
          <a:endParaRPr lang="en-US"/>
        </a:p>
      </dgm:t>
    </dgm:pt>
    <dgm:pt modelId="{6F286C88-F6D3-4420-8911-188523F97CE9}" type="pres">
      <dgm:prSet presAssocID="{2CB35526-695B-482B-9AE6-CFF49F145DC6}" presName="hierRoot2" presStyleCnt="0">
        <dgm:presLayoutVars>
          <dgm:hierBranch val="init"/>
        </dgm:presLayoutVars>
      </dgm:prSet>
      <dgm:spPr/>
    </dgm:pt>
    <dgm:pt modelId="{43AF953C-1568-4051-9B4A-80EA9C39FFC5}" type="pres">
      <dgm:prSet presAssocID="{2CB35526-695B-482B-9AE6-CFF49F145DC6}" presName="rootComposite" presStyleCnt="0"/>
      <dgm:spPr/>
    </dgm:pt>
    <dgm:pt modelId="{98977EE2-DFF1-48B0-9091-3B2EADDB0443}" type="pres">
      <dgm:prSet presAssocID="{2CB35526-695B-482B-9AE6-CFF49F145DC6}" presName="rootText" presStyleLbl="node2" presStyleIdx="6" presStyleCnt="9" custScaleX="179941">
        <dgm:presLayoutVars>
          <dgm:chPref val="3"/>
        </dgm:presLayoutVars>
      </dgm:prSet>
      <dgm:spPr/>
      <dgm:t>
        <a:bodyPr/>
        <a:lstStyle/>
        <a:p>
          <a:endParaRPr lang="en-US"/>
        </a:p>
      </dgm:t>
    </dgm:pt>
    <dgm:pt modelId="{34859F7B-1D44-4FBE-8A0A-D630759880AE}" type="pres">
      <dgm:prSet presAssocID="{2CB35526-695B-482B-9AE6-CFF49F145DC6}" presName="rootConnector" presStyleLbl="node2" presStyleIdx="6" presStyleCnt="9"/>
      <dgm:spPr/>
      <dgm:t>
        <a:bodyPr/>
        <a:lstStyle/>
        <a:p>
          <a:endParaRPr lang="en-US"/>
        </a:p>
      </dgm:t>
    </dgm:pt>
    <dgm:pt modelId="{173B7AED-FF8E-4E99-9815-F688AFC22D45}" type="pres">
      <dgm:prSet presAssocID="{2CB35526-695B-482B-9AE6-CFF49F145DC6}" presName="hierChild4" presStyleCnt="0"/>
      <dgm:spPr/>
    </dgm:pt>
    <dgm:pt modelId="{E23F1C3A-6199-4DB2-AE2D-6D8DED3AE1E9}" type="pres">
      <dgm:prSet presAssocID="{2CB35526-695B-482B-9AE6-CFF49F145DC6}" presName="hierChild5" presStyleCnt="0"/>
      <dgm:spPr/>
    </dgm:pt>
    <dgm:pt modelId="{ECCD4552-ECB1-4656-B261-D1143D0304AD}" type="pres">
      <dgm:prSet presAssocID="{7C19C754-5B2F-4ACF-9377-0934FCD2E8AB}" presName="Name64" presStyleLbl="parChTrans1D2" presStyleIdx="7" presStyleCnt="9"/>
      <dgm:spPr/>
      <dgm:t>
        <a:bodyPr/>
        <a:lstStyle/>
        <a:p>
          <a:endParaRPr lang="en-US"/>
        </a:p>
      </dgm:t>
    </dgm:pt>
    <dgm:pt modelId="{FD317FE2-7A95-4247-AA06-54AF9ED6ADBF}" type="pres">
      <dgm:prSet presAssocID="{5A1F5540-4852-49DC-8F17-CA6FE235093B}" presName="hierRoot2" presStyleCnt="0">
        <dgm:presLayoutVars>
          <dgm:hierBranch val="init"/>
        </dgm:presLayoutVars>
      </dgm:prSet>
      <dgm:spPr/>
    </dgm:pt>
    <dgm:pt modelId="{8AC1015C-E8F0-42BB-9458-E5C518566D20}" type="pres">
      <dgm:prSet presAssocID="{5A1F5540-4852-49DC-8F17-CA6FE235093B}" presName="rootComposite" presStyleCnt="0"/>
      <dgm:spPr/>
    </dgm:pt>
    <dgm:pt modelId="{5BF62B9F-B997-42E2-92F3-BBF40901281E}" type="pres">
      <dgm:prSet presAssocID="{5A1F5540-4852-49DC-8F17-CA6FE235093B}" presName="rootText" presStyleLbl="node2" presStyleIdx="7" presStyleCnt="9" custScaleX="179941">
        <dgm:presLayoutVars>
          <dgm:chPref val="3"/>
        </dgm:presLayoutVars>
      </dgm:prSet>
      <dgm:spPr/>
      <dgm:t>
        <a:bodyPr/>
        <a:lstStyle/>
        <a:p>
          <a:endParaRPr lang="en-US"/>
        </a:p>
      </dgm:t>
    </dgm:pt>
    <dgm:pt modelId="{C8774F67-0A30-4908-9E50-C930EEA21AE3}" type="pres">
      <dgm:prSet presAssocID="{5A1F5540-4852-49DC-8F17-CA6FE235093B}" presName="rootConnector" presStyleLbl="node2" presStyleIdx="7" presStyleCnt="9"/>
      <dgm:spPr/>
      <dgm:t>
        <a:bodyPr/>
        <a:lstStyle/>
        <a:p>
          <a:endParaRPr lang="en-US"/>
        </a:p>
      </dgm:t>
    </dgm:pt>
    <dgm:pt modelId="{C0E83E5B-8B73-4F5D-8351-4B830A80D23B}" type="pres">
      <dgm:prSet presAssocID="{5A1F5540-4852-49DC-8F17-CA6FE235093B}" presName="hierChild4" presStyleCnt="0"/>
      <dgm:spPr/>
    </dgm:pt>
    <dgm:pt modelId="{411B33C5-2E53-411A-ADEE-10131D222341}" type="pres">
      <dgm:prSet presAssocID="{5A1F5540-4852-49DC-8F17-CA6FE235093B}" presName="hierChild5" presStyleCnt="0"/>
      <dgm:spPr/>
    </dgm:pt>
    <dgm:pt modelId="{88086561-2338-4888-B975-F94FC51619F8}" type="pres">
      <dgm:prSet presAssocID="{B35E38C7-201E-4BE2-BB05-3819034A6D50}" presName="Name64" presStyleLbl="parChTrans1D2" presStyleIdx="8" presStyleCnt="9"/>
      <dgm:spPr/>
      <dgm:t>
        <a:bodyPr/>
        <a:lstStyle/>
        <a:p>
          <a:endParaRPr lang="en-US"/>
        </a:p>
      </dgm:t>
    </dgm:pt>
    <dgm:pt modelId="{51C05CB8-8E5F-4757-9071-9F0BB5871D5D}" type="pres">
      <dgm:prSet presAssocID="{1F914D61-A48B-49C4-8DF6-2EBE44660816}" presName="hierRoot2" presStyleCnt="0">
        <dgm:presLayoutVars>
          <dgm:hierBranch val="init"/>
        </dgm:presLayoutVars>
      </dgm:prSet>
      <dgm:spPr/>
    </dgm:pt>
    <dgm:pt modelId="{6349F60A-FD9D-4398-849E-682672144FDC}" type="pres">
      <dgm:prSet presAssocID="{1F914D61-A48B-49C4-8DF6-2EBE44660816}" presName="rootComposite" presStyleCnt="0"/>
      <dgm:spPr/>
    </dgm:pt>
    <dgm:pt modelId="{8053D2E4-C46A-4D19-BDE2-7C1C57AF54E0}" type="pres">
      <dgm:prSet presAssocID="{1F914D61-A48B-49C4-8DF6-2EBE44660816}" presName="rootText" presStyleLbl="node2" presStyleIdx="8" presStyleCnt="9" custScaleX="179941">
        <dgm:presLayoutVars>
          <dgm:chPref val="3"/>
        </dgm:presLayoutVars>
      </dgm:prSet>
      <dgm:spPr/>
      <dgm:t>
        <a:bodyPr/>
        <a:lstStyle/>
        <a:p>
          <a:endParaRPr lang="en-US"/>
        </a:p>
      </dgm:t>
    </dgm:pt>
    <dgm:pt modelId="{C849D132-9C16-45D6-AB40-3E60BC33D228}" type="pres">
      <dgm:prSet presAssocID="{1F914D61-A48B-49C4-8DF6-2EBE44660816}" presName="rootConnector" presStyleLbl="node2" presStyleIdx="8" presStyleCnt="9"/>
      <dgm:spPr/>
      <dgm:t>
        <a:bodyPr/>
        <a:lstStyle/>
        <a:p>
          <a:endParaRPr lang="en-US"/>
        </a:p>
      </dgm:t>
    </dgm:pt>
    <dgm:pt modelId="{6A9E4B9A-697F-4610-A162-1FB5396053F2}" type="pres">
      <dgm:prSet presAssocID="{1F914D61-A48B-49C4-8DF6-2EBE44660816}" presName="hierChild4" presStyleCnt="0"/>
      <dgm:spPr/>
    </dgm:pt>
    <dgm:pt modelId="{1C6F67B3-D81F-46C4-8BA3-2DC6D16770EB}" type="pres">
      <dgm:prSet presAssocID="{1F914D61-A48B-49C4-8DF6-2EBE44660816}" presName="hierChild5" presStyleCnt="0"/>
      <dgm:spPr/>
    </dgm:pt>
    <dgm:pt modelId="{47FA7810-8434-4657-AD11-A4B586A3FB15}" type="pres">
      <dgm:prSet presAssocID="{F9A85A6B-7406-4900-AE04-030FD8C7448A}" presName="hierChild3" presStyleCnt="0"/>
      <dgm:spPr/>
    </dgm:pt>
  </dgm:ptLst>
  <dgm:cxnLst>
    <dgm:cxn modelId="{896B8E37-19DE-4F05-9CF5-6A860AA55C29}" srcId="{F9A85A6B-7406-4900-AE04-030FD8C7448A}" destId="{1F914D61-A48B-49C4-8DF6-2EBE44660816}" srcOrd="8" destOrd="0" parTransId="{B35E38C7-201E-4BE2-BB05-3819034A6D50}" sibTransId="{C0E09DDF-9417-4C6D-85F7-B9F7554E62A1}"/>
    <dgm:cxn modelId="{4BA3682B-44ED-4F7B-9B3F-5CB767DD3589}" type="presOf" srcId="{8C4FA198-5ECE-463E-AD33-E5592075EE14}" destId="{2C01A786-72F8-4BCE-AD96-700DF124D2AA}" srcOrd="1" destOrd="0" presId="urn:microsoft.com/office/officeart/2009/3/layout/HorizontalOrganizationChart"/>
    <dgm:cxn modelId="{D372F8FB-C2DB-4F7E-80E2-454A8D01F338}" type="presOf" srcId="{2CB35526-695B-482B-9AE6-CFF49F145DC6}" destId="{34859F7B-1D44-4FBE-8A0A-D630759880AE}" srcOrd="1" destOrd="0" presId="urn:microsoft.com/office/officeart/2009/3/layout/HorizontalOrganizationChart"/>
    <dgm:cxn modelId="{FBECB210-FE43-49F0-96C7-B3AD2DA21314}" type="presOf" srcId="{013923AD-C1DD-4557-9B97-5414CF0A015C}" destId="{089CFF1E-3E19-4706-AF9B-C891D7B40723}" srcOrd="1" destOrd="0" presId="urn:microsoft.com/office/officeart/2009/3/layout/HorizontalOrganizationChart"/>
    <dgm:cxn modelId="{EB848C18-C962-42EC-B57E-60A1B488DFD9}" type="presOf" srcId="{8C4FA198-5ECE-463E-AD33-E5592075EE14}" destId="{DC3F1B3B-61DE-482D-9751-09CC71E6E88B}" srcOrd="0" destOrd="0" presId="urn:microsoft.com/office/officeart/2009/3/layout/HorizontalOrganizationChart"/>
    <dgm:cxn modelId="{E72C8AC3-55A8-4616-A2A6-50C0DC8D57D9}" srcId="{F9A85A6B-7406-4900-AE04-030FD8C7448A}" destId="{FF2E4870-2863-46BF-B3FB-4358579D970F}" srcOrd="2" destOrd="0" parTransId="{5583A256-6C86-4CA7-B768-CEF1420042B8}" sibTransId="{EBBE4D2E-DFEE-4550-87CE-F294C339D271}"/>
    <dgm:cxn modelId="{B2DEBB57-F9A5-447C-8BAC-0249725075D8}" type="presOf" srcId="{B35E38C7-201E-4BE2-BB05-3819034A6D50}" destId="{88086561-2338-4888-B975-F94FC51619F8}" srcOrd="0" destOrd="0" presId="urn:microsoft.com/office/officeart/2009/3/layout/HorizontalOrganizationChart"/>
    <dgm:cxn modelId="{FE7DDF1A-7778-4AE3-8960-644AE5B7264C}" type="presOf" srcId="{E596F420-A280-4388-AED7-288AA4E0FF13}" destId="{F2CCA0E7-607D-452D-BD56-754C5EF752FC}" srcOrd="0" destOrd="0" presId="urn:microsoft.com/office/officeart/2009/3/layout/HorizontalOrganizationChart"/>
    <dgm:cxn modelId="{D2AEDC7B-4569-46D6-8DA5-E17F0038B625}" type="presOf" srcId="{1AB94284-0CD5-47EA-97E4-6D95F7F38556}" destId="{219A969A-740C-4B78-BFFE-17DC8285A342}" srcOrd="1" destOrd="0" presId="urn:microsoft.com/office/officeart/2009/3/layout/HorizontalOrganizationChart"/>
    <dgm:cxn modelId="{AA576BB5-6DE2-4D2E-B68D-05AF115AF55D}" srcId="{F9A85A6B-7406-4900-AE04-030FD8C7448A}" destId="{1AB94284-0CD5-47EA-97E4-6D95F7F38556}" srcOrd="3" destOrd="0" parTransId="{91211438-E420-4974-BB4F-430D6A59CB00}" sibTransId="{F73218D7-5156-42C5-AE12-5C1F6DEF2D98}"/>
    <dgm:cxn modelId="{B4019654-44BE-47C3-BD9C-EE697D0B6145}" srcId="{F9A85A6B-7406-4900-AE04-030FD8C7448A}" destId="{8C4FA198-5ECE-463E-AD33-E5592075EE14}" srcOrd="4" destOrd="0" parTransId="{F4616EFE-E6EC-4B33-B593-24C83C9C2AC2}" sibTransId="{A19FAFCE-287A-4144-909F-DDDE6A607BC6}"/>
    <dgm:cxn modelId="{27BE21E5-FD20-44F1-9184-A9B08886C5DC}" type="presOf" srcId="{D6999DA1-4E23-4BAB-B7B5-4730A7C2F595}" destId="{6658C37D-1019-4EA1-9264-3B4ED2FF6C88}" srcOrd="1" destOrd="0" presId="urn:microsoft.com/office/officeart/2009/3/layout/HorizontalOrganizationChart"/>
    <dgm:cxn modelId="{078651D6-2EA3-4A08-BF73-9EAEF689F60E}" type="presOf" srcId="{FF2E4870-2863-46BF-B3FB-4358579D970F}" destId="{64421054-A7E0-4725-A6FC-ABC250B91F46}" srcOrd="1" destOrd="0" presId="urn:microsoft.com/office/officeart/2009/3/layout/HorizontalOrganizationChart"/>
    <dgm:cxn modelId="{BC1C4A02-CA90-48BD-9E56-2DF035A33D3F}" type="presOf" srcId="{91BE3EA6-941B-442E-841B-5DC6BC1B1525}" destId="{881EE201-21C8-4BD8-AF02-6D8CCB70049A}" srcOrd="0" destOrd="0" presId="urn:microsoft.com/office/officeart/2009/3/layout/HorizontalOrganizationChart"/>
    <dgm:cxn modelId="{1875775F-9262-48E3-8B56-1265E2835158}" srcId="{F9A85A6B-7406-4900-AE04-030FD8C7448A}" destId="{D6999DA1-4E23-4BAB-B7B5-4730A7C2F595}" srcOrd="0" destOrd="0" parTransId="{91BE3EA6-941B-442E-841B-5DC6BC1B1525}" sibTransId="{BEE36A5C-CC4A-45DC-9A89-AC2082106F1B}"/>
    <dgm:cxn modelId="{BD01CB31-7099-4C8D-A29C-DE121CA8681C}" type="presOf" srcId="{F4616EFE-E6EC-4B33-B593-24C83C9C2AC2}" destId="{63C8D171-2F95-4807-A805-944D885ECF70}" srcOrd="0" destOrd="0" presId="urn:microsoft.com/office/officeart/2009/3/layout/HorizontalOrganizationChart"/>
    <dgm:cxn modelId="{98B0047F-2DA5-4ABF-9541-C12330732214}" type="presOf" srcId="{5A1F5540-4852-49DC-8F17-CA6FE235093B}" destId="{C8774F67-0A30-4908-9E50-C930EEA21AE3}" srcOrd="1" destOrd="0" presId="urn:microsoft.com/office/officeart/2009/3/layout/HorizontalOrganizationChart"/>
    <dgm:cxn modelId="{B62C5AA2-5BC1-4AD4-810D-5A36593D8F40}" type="presOf" srcId="{1F914D61-A48B-49C4-8DF6-2EBE44660816}" destId="{8053D2E4-C46A-4D19-BDE2-7C1C57AF54E0}" srcOrd="0" destOrd="0" presId="urn:microsoft.com/office/officeart/2009/3/layout/HorizontalOrganizationChart"/>
    <dgm:cxn modelId="{AC8B985C-66AA-4EAE-9EC1-0CD75032C84F}" type="presOf" srcId="{013923AD-C1DD-4557-9B97-5414CF0A015C}" destId="{E0BF66FB-EDC4-4524-BCF9-47367AFE2667}" srcOrd="0" destOrd="0" presId="urn:microsoft.com/office/officeart/2009/3/layout/HorizontalOrganizationChart"/>
    <dgm:cxn modelId="{3365DCAA-1E2B-418B-B267-310D84E5D615}" type="presOf" srcId="{FF2E4870-2863-46BF-B3FB-4358579D970F}" destId="{C4B0DA59-E2E8-4C82-B802-274E363AEDA6}" srcOrd="0" destOrd="0" presId="urn:microsoft.com/office/officeart/2009/3/layout/HorizontalOrganizationChart"/>
    <dgm:cxn modelId="{D4A85520-CFB9-4D1F-8FE3-C4EC2448AADC}" type="presOf" srcId="{1F914D61-A48B-49C4-8DF6-2EBE44660816}" destId="{C849D132-9C16-45D6-AB40-3E60BC33D228}" srcOrd="1" destOrd="0" presId="urn:microsoft.com/office/officeart/2009/3/layout/HorizontalOrganizationChart"/>
    <dgm:cxn modelId="{26C3D745-D4AF-4AC9-B107-3DDD0FCE1FF9}" type="presOf" srcId="{CAE074CE-E0D1-47F2-9A5B-B7C3BC89A349}" destId="{92A58DC0-C5B0-4F6B-94BC-11E58200A9B5}" srcOrd="0" destOrd="0" presId="urn:microsoft.com/office/officeart/2009/3/layout/HorizontalOrganizationChart"/>
    <dgm:cxn modelId="{02D28FD2-D04E-4ED1-A332-E87FB216C9D8}" type="presOf" srcId="{5A1F5540-4852-49DC-8F17-CA6FE235093B}" destId="{5BF62B9F-B997-42E2-92F3-BBF40901281E}" srcOrd="0" destOrd="0" presId="urn:microsoft.com/office/officeart/2009/3/layout/HorizontalOrganizationChart"/>
    <dgm:cxn modelId="{33AA22EF-4237-44E3-9312-9DFA4F8F7C63}" type="presOf" srcId="{91211438-E420-4974-BB4F-430D6A59CB00}" destId="{078A17C1-57CA-4359-AB80-43A748135A79}" srcOrd="0" destOrd="0" presId="urn:microsoft.com/office/officeart/2009/3/layout/HorizontalOrganizationChart"/>
    <dgm:cxn modelId="{5D165ABA-442F-47AF-900E-C1AE4611EA91}" type="presOf" srcId="{2CB35526-695B-482B-9AE6-CFF49F145DC6}" destId="{98977EE2-DFF1-48B0-9091-3B2EADDB0443}" srcOrd="0" destOrd="0" presId="urn:microsoft.com/office/officeart/2009/3/layout/HorizontalOrganizationChart"/>
    <dgm:cxn modelId="{D6602C92-36BB-4F25-9738-71609549ADAD}" type="presOf" srcId="{2EA165A5-0677-4BA7-BD36-A350CDA5F282}" destId="{FE22D998-B1EA-4F6E-BC9C-135DB56A5C0E}" srcOrd="0" destOrd="0" presId="urn:microsoft.com/office/officeart/2009/3/layout/HorizontalOrganizationChart"/>
    <dgm:cxn modelId="{B135F5BC-D475-4EE6-8C0B-F9C1FCDCE97F}" type="presOf" srcId="{F9A85A6B-7406-4900-AE04-030FD8C7448A}" destId="{498CB7EC-36F5-4CDF-980F-12937F2387F5}" srcOrd="1" destOrd="0" presId="urn:microsoft.com/office/officeart/2009/3/layout/HorizontalOrganizationChart"/>
    <dgm:cxn modelId="{79DE580D-D7E7-4520-A158-BC09ADBFC7CC}" type="presOf" srcId="{F9A85A6B-7406-4900-AE04-030FD8C7448A}" destId="{956DA778-0745-49D8-85E2-34D7F3C07F32}" srcOrd="0" destOrd="0" presId="urn:microsoft.com/office/officeart/2009/3/layout/HorizontalOrganizationChart"/>
    <dgm:cxn modelId="{AF8FAC65-D429-481C-81DE-782485C71D9D}" srcId="{F9A85A6B-7406-4900-AE04-030FD8C7448A}" destId="{2CB35526-695B-482B-9AE6-CFF49F145DC6}" srcOrd="6" destOrd="0" parTransId="{17F284CC-A714-4BD2-A8A7-6E2A1F2E85A6}" sibTransId="{DD8746B8-0AEB-470D-BE91-991E28AB57D5}"/>
    <dgm:cxn modelId="{0A315B83-B10D-40C4-BC81-C859B847140D}" type="presOf" srcId="{7C19C754-5B2F-4ACF-9377-0934FCD2E8AB}" destId="{ECCD4552-ECB1-4656-B261-D1143D0304AD}" srcOrd="0" destOrd="0" presId="urn:microsoft.com/office/officeart/2009/3/layout/HorizontalOrganizationChart"/>
    <dgm:cxn modelId="{427A5D60-C9C1-48B3-8716-CFD92B8201CE}" type="presOf" srcId="{5583A256-6C86-4CA7-B768-CEF1420042B8}" destId="{CD78ACF3-9AD0-4990-8017-7542598CC8FE}" srcOrd="0" destOrd="0" presId="urn:microsoft.com/office/officeart/2009/3/layout/HorizontalOrganizationChart"/>
    <dgm:cxn modelId="{DFF434B3-2D34-4955-976C-1D36A830F7CA}" srcId="{F9A85A6B-7406-4900-AE04-030FD8C7448A}" destId="{013923AD-C1DD-4557-9B97-5414CF0A015C}" srcOrd="1" destOrd="0" parTransId="{E596F420-A280-4388-AED7-288AA4E0FF13}" sibTransId="{C31C3262-284D-4FF3-A9AB-92CA7693C4C7}"/>
    <dgm:cxn modelId="{17CBD332-6A74-4A3C-89F1-CF4C75B6CDC6}" type="presOf" srcId="{D6999DA1-4E23-4BAB-B7B5-4730A7C2F595}" destId="{57B97DB5-07E0-45D9-AFAA-58C3DE0FFDB5}" srcOrd="0" destOrd="0" presId="urn:microsoft.com/office/officeart/2009/3/layout/HorizontalOrganizationChart"/>
    <dgm:cxn modelId="{48E8175E-3E60-4990-8D72-B682F3D56B20}" srcId="{F9A85A6B-7406-4900-AE04-030FD8C7448A}" destId="{CAE074CE-E0D1-47F2-9A5B-B7C3BC89A349}" srcOrd="5" destOrd="0" parTransId="{50C7B265-04BA-4450-8EA3-9D761F940942}" sibTransId="{DCFA5456-3AEB-4595-87AF-37B4E2A38A08}"/>
    <dgm:cxn modelId="{D48B872A-B2BF-4AB2-8DF7-C1721E7B5F03}" type="presOf" srcId="{1AB94284-0CD5-47EA-97E4-6D95F7F38556}" destId="{4F71263C-6BF1-4ABF-B462-7E024F2C289D}" srcOrd="0" destOrd="0" presId="urn:microsoft.com/office/officeart/2009/3/layout/HorizontalOrganizationChart"/>
    <dgm:cxn modelId="{6C2B1253-A1C4-41AD-A163-6BCD2A76C680}" type="presOf" srcId="{50C7B265-04BA-4450-8EA3-9D761F940942}" destId="{AF0ECDC7-00E8-4AB9-B853-8F07911F40E6}" srcOrd="0" destOrd="0" presId="urn:microsoft.com/office/officeart/2009/3/layout/HorizontalOrganizationChart"/>
    <dgm:cxn modelId="{6803BC41-E94E-4617-9FCB-7AA816910462}" type="presOf" srcId="{CAE074CE-E0D1-47F2-9A5B-B7C3BC89A349}" destId="{BABD7AD5-542E-4DAF-8D16-02E0C31D04CE}" srcOrd="1" destOrd="0" presId="urn:microsoft.com/office/officeart/2009/3/layout/HorizontalOrganizationChart"/>
    <dgm:cxn modelId="{F1FC7C15-AC63-4C8A-8D17-EB01434B103D}" srcId="{2EA165A5-0677-4BA7-BD36-A350CDA5F282}" destId="{F9A85A6B-7406-4900-AE04-030FD8C7448A}" srcOrd="0" destOrd="0" parTransId="{A9E2523C-05B4-44CD-86AC-73314CEE54E2}" sibTransId="{EF18B583-D979-41D9-BE65-F53E2D62F609}"/>
    <dgm:cxn modelId="{BDD0581C-F759-4C74-9975-013DD5F96B5A}" type="presOf" srcId="{17F284CC-A714-4BD2-A8A7-6E2A1F2E85A6}" destId="{CA5A7813-F2CA-462C-93B6-1F2EA072B29D}" srcOrd="0" destOrd="0" presId="urn:microsoft.com/office/officeart/2009/3/layout/HorizontalOrganizationChart"/>
    <dgm:cxn modelId="{60A88867-AEF6-4EFB-954E-961FCFA9F137}" srcId="{F9A85A6B-7406-4900-AE04-030FD8C7448A}" destId="{5A1F5540-4852-49DC-8F17-CA6FE235093B}" srcOrd="7" destOrd="0" parTransId="{7C19C754-5B2F-4ACF-9377-0934FCD2E8AB}" sibTransId="{E5752D74-7EC1-4C40-9716-932EA6ABA748}"/>
    <dgm:cxn modelId="{208F221E-6208-419F-B961-634B146FFD20}" type="presParOf" srcId="{FE22D998-B1EA-4F6E-BC9C-135DB56A5C0E}" destId="{CADE3716-8223-44A1-B147-F03C556C2A55}" srcOrd="0" destOrd="0" presId="urn:microsoft.com/office/officeart/2009/3/layout/HorizontalOrganizationChart"/>
    <dgm:cxn modelId="{B478DE59-B51C-48AB-9DF9-7F08C5073AFD}" type="presParOf" srcId="{CADE3716-8223-44A1-B147-F03C556C2A55}" destId="{2A477894-6A61-4B1A-B391-63269FE57486}" srcOrd="0" destOrd="0" presId="urn:microsoft.com/office/officeart/2009/3/layout/HorizontalOrganizationChart"/>
    <dgm:cxn modelId="{19E94549-3153-494C-A627-33ACC024A874}" type="presParOf" srcId="{2A477894-6A61-4B1A-B391-63269FE57486}" destId="{956DA778-0745-49D8-85E2-34D7F3C07F32}" srcOrd="0" destOrd="0" presId="urn:microsoft.com/office/officeart/2009/3/layout/HorizontalOrganizationChart"/>
    <dgm:cxn modelId="{54797400-3AFA-4259-9304-B7C642CD0028}" type="presParOf" srcId="{2A477894-6A61-4B1A-B391-63269FE57486}" destId="{498CB7EC-36F5-4CDF-980F-12937F2387F5}" srcOrd="1" destOrd="0" presId="urn:microsoft.com/office/officeart/2009/3/layout/HorizontalOrganizationChart"/>
    <dgm:cxn modelId="{E812B170-1B17-43DD-8A89-A6A4F470F6CD}" type="presParOf" srcId="{CADE3716-8223-44A1-B147-F03C556C2A55}" destId="{43A73A04-2A60-4CA5-8900-03C5E58571E8}" srcOrd="1" destOrd="0" presId="urn:microsoft.com/office/officeart/2009/3/layout/HorizontalOrganizationChart"/>
    <dgm:cxn modelId="{57156DFC-B9C9-4F14-9F32-ED63760A5685}" type="presParOf" srcId="{43A73A04-2A60-4CA5-8900-03C5E58571E8}" destId="{881EE201-21C8-4BD8-AF02-6D8CCB70049A}" srcOrd="0" destOrd="0" presId="urn:microsoft.com/office/officeart/2009/3/layout/HorizontalOrganizationChart"/>
    <dgm:cxn modelId="{425F014D-93F3-402A-B5E7-8F6E956E63D6}" type="presParOf" srcId="{43A73A04-2A60-4CA5-8900-03C5E58571E8}" destId="{B4D38022-D828-4652-ADFB-BE34DA9160BA}" srcOrd="1" destOrd="0" presId="urn:microsoft.com/office/officeart/2009/3/layout/HorizontalOrganizationChart"/>
    <dgm:cxn modelId="{3DC07E29-11C2-4CD8-B5BD-E1A46310C5C0}" type="presParOf" srcId="{B4D38022-D828-4652-ADFB-BE34DA9160BA}" destId="{D2B1B465-791C-468E-BD2C-39235B37E19B}" srcOrd="0" destOrd="0" presId="urn:microsoft.com/office/officeart/2009/3/layout/HorizontalOrganizationChart"/>
    <dgm:cxn modelId="{B733C74C-A76F-48BE-9D1D-E7873048C372}" type="presParOf" srcId="{D2B1B465-791C-468E-BD2C-39235B37E19B}" destId="{57B97DB5-07E0-45D9-AFAA-58C3DE0FFDB5}" srcOrd="0" destOrd="0" presId="urn:microsoft.com/office/officeart/2009/3/layout/HorizontalOrganizationChart"/>
    <dgm:cxn modelId="{CB76ECED-43FF-4CC8-BDC7-2774A6E53D67}" type="presParOf" srcId="{D2B1B465-791C-468E-BD2C-39235B37E19B}" destId="{6658C37D-1019-4EA1-9264-3B4ED2FF6C88}" srcOrd="1" destOrd="0" presId="urn:microsoft.com/office/officeart/2009/3/layout/HorizontalOrganizationChart"/>
    <dgm:cxn modelId="{8D0430C1-CFBD-4FEC-AB46-9436F4F42525}" type="presParOf" srcId="{B4D38022-D828-4652-ADFB-BE34DA9160BA}" destId="{DF3D1239-647C-404E-8026-2CFBD1CA2D2D}" srcOrd="1" destOrd="0" presId="urn:microsoft.com/office/officeart/2009/3/layout/HorizontalOrganizationChart"/>
    <dgm:cxn modelId="{B8406B5E-0423-4BCD-B9E4-74088CABBE37}" type="presParOf" srcId="{B4D38022-D828-4652-ADFB-BE34DA9160BA}" destId="{8EB41354-2FF2-4897-8D49-D9E8EEA68C5C}" srcOrd="2" destOrd="0" presId="urn:microsoft.com/office/officeart/2009/3/layout/HorizontalOrganizationChart"/>
    <dgm:cxn modelId="{05F2F027-3A2E-4373-8169-32023D48441D}" type="presParOf" srcId="{43A73A04-2A60-4CA5-8900-03C5E58571E8}" destId="{F2CCA0E7-607D-452D-BD56-754C5EF752FC}" srcOrd="2" destOrd="0" presId="urn:microsoft.com/office/officeart/2009/3/layout/HorizontalOrganizationChart"/>
    <dgm:cxn modelId="{E97575F7-4B09-4062-BDE4-8F740240774B}" type="presParOf" srcId="{43A73A04-2A60-4CA5-8900-03C5E58571E8}" destId="{11D6E6C6-932B-49BC-8473-43BCBB02BCF4}" srcOrd="3" destOrd="0" presId="urn:microsoft.com/office/officeart/2009/3/layout/HorizontalOrganizationChart"/>
    <dgm:cxn modelId="{CA62BDD4-6AB3-4492-B338-B46C8F10AEA3}" type="presParOf" srcId="{11D6E6C6-932B-49BC-8473-43BCBB02BCF4}" destId="{9C1DCBDE-EC9E-4B30-8219-71C3CADBCD3D}" srcOrd="0" destOrd="0" presId="urn:microsoft.com/office/officeart/2009/3/layout/HorizontalOrganizationChart"/>
    <dgm:cxn modelId="{3662EDBC-8FBE-45A4-8D80-CC7B39F81070}" type="presParOf" srcId="{9C1DCBDE-EC9E-4B30-8219-71C3CADBCD3D}" destId="{E0BF66FB-EDC4-4524-BCF9-47367AFE2667}" srcOrd="0" destOrd="0" presId="urn:microsoft.com/office/officeart/2009/3/layout/HorizontalOrganizationChart"/>
    <dgm:cxn modelId="{41B03324-6E7F-4259-9B30-EBA015732999}" type="presParOf" srcId="{9C1DCBDE-EC9E-4B30-8219-71C3CADBCD3D}" destId="{089CFF1E-3E19-4706-AF9B-C891D7B40723}" srcOrd="1" destOrd="0" presId="urn:microsoft.com/office/officeart/2009/3/layout/HorizontalOrganizationChart"/>
    <dgm:cxn modelId="{E9E72AC5-1E85-432A-9DC6-6B5F2B59B739}" type="presParOf" srcId="{11D6E6C6-932B-49BC-8473-43BCBB02BCF4}" destId="{38EFCBBF-F190-4CDC-81C0-D5A03E921C5D}" srcOrd="1" destOrd="0" presId="urn:microsoft.com/office/officeart/2009/3/layout/HorizontalOrganizationChart"/>
    <dgm:cxn modelId="{64011572-8564-4C03-BAE9-1F21AEAB39D2}" type="presParOf" srcId="{11D6E6C6-932B-49BC-8473-43BCBB02BCF4}" destId="{E59BDF67-249C-4528-A46E-67D9867304D3}" srcOrd="2" destOrd="0" presId="urn:microsoft.com/office/officeart/2009/3/layout/HorizontalOrganizationChart"/>
    <dgm:cxn modelId="{E5E3F344-6000-4487-9D1E-EAB2705C1E4E}" type="presParOf" srcId="{43A73A04-2A60-4CA5-8900-03C5E58571E8}" destId="{CD78ACF3-9AD0-4990-8017-7542598CC8FE}" srcOrd="4" destOrd="0" presId="urn:microsoft.com/office/officeart/2009/3/layout/HorizontalOrganizationChart"/>
    <dgm:cxn modelId="{AD59B6B3-0360-4F4B-B94B-6C6B529E7F27}" type="presParOf" srcId="{43A73A04-2A60-4CA5-8900-03C5E58571E8}" destId="{5FB90634-7CEA-474F-B446-60F4E301796C}" srcOrd="5" destOrd="0" presId="urn:microsoft.com/office/officeart/2009/3/layout/HorizontalOrganizationChart"/>
    <dgm:cxn modelId="{BA0BFA07-1CC7-4A72-B8EC-D6C1564FC750}" type="presParOf" srcId="{5FB90634-7CEA-474F-B446-60F4E301796C}" destId="{8BA52AD6-F6EF-4519-8304-84D0350600B8}" srcOrd="0" destOrd="0" presId="urn:microsoft.com/office/officeart/2009/3/layout/HorizontalOrganizationChart"/>
    <dgm:cxn modelId="{86A78576-4CE5-4A0B-845C-B6531F5D0F18}" type="presParOf" srcId="{8BA52AD6-F6EF-4519-8304-84D0350600B8}" destId="{C4B0DA59-E2E8-4C82-B802-274E363AEDA6}" srcOrd="0" destOrd="0" presId="urn:microsoft.com/office/officeart/2009/3/layout/HorizontalOrganizationChart"/>
    <dgm:cxn modelId="{788192BB-3F4D-4CC4-AFE1-722EBD4A8E53}" type="presParOf" srcId="{8BA52AD6-F6EF-4519-8304-84D0350600B8}" destId="{64421054-A7E0-4725-A6FC-ABC250B91F46}" srcOrd="1" destOrd="0" presId="urn:microsoft.com/office/officeart/2009/3/layout/HorizontalOrganizationChart"/>
    <dgm:cxn modelId="{AAA06F37-332E-4735-AD78-592F8B0466E4}" type="presParOf" srcId="{5FB90634-7CEA-474F-B446-60F4E301796C}" destId="{D9624ACC-66C0-4144-8968-94FA9688A493}" srcOrd="1" destOrd="0" presId="urn:microsoft.com/office/officeart/2009/3/layout/HorizontalOrganizationChart"/>
    <dgm:cxn modelId="{347A34AB-ABC3-4C02-8351-7794C6BEB3AB}" type="presParOf" srcId="{5FB90634-7CEA-474F-B446-60F4E301796C}" destId="{77528FC4-8FA9-47DB-8EFB-00E642453DD4}" srcOrd="2" destOrd="0" presId="urn:microsoft.com/office/officeart/2009/3/layout/HorizontalOrganizationChart"/>
    <dgm:cxn modelId="{5848AD2D-41D8-4C0C-8628-FE2A739DA9A2}" type="presParOf" srcId="{43A73A04-2A60-4CA5-8900-03C5E58571E8}" destId="{078A17C1-57CA-4359-AB80-43A748135A79}" srcOrd="6" destOrd="0" presId="urn:microsoft.com/office/officeart/2009/3/layout/HorizontalOrganizationChart"/>
    <dgm:cxn modelId="{097B6CCF-351F-4567-8856-0EDBF1A3991E}" type="presParOf" srcId="{43A73A04-2A60-4CA5-8900-03C5E58571E8}" destId="{B1879452-4143-4561-9BC9-497D6B95FF65}" srcOrd="7" destOrd="0" presId="urn:microsoft.com/office/officeart/2009/3/layout/HorizontalOrganizationChart"/>
    <dgm:cxn modelId="{B050A3FC-1CCF-4329-B085-2342E88149F1}" type="presParOf" srcId="{B1879452-4143-4561-9BC9-497D6B95FF65}" destId="{4D93AE29-288F-405F-B6CE-2E1953C2ABAE}" srcOrd="0" destOrd="0" presId="urn:microsoft.com/office/officeart/2009/3/layout/HorizontalOrganizationChart"/>
    <dgm:cxn modelId="{B3E21F83-1FA9-476E-9B16-05E245E0F0EB}" type="presParOf" srcId="{4D93AE29-288F-405F-B6CE-2E1953C2ABAE}" destId="{4F71263C-6BF1-4ABF-B462-7E024F2C289D}" srcOrd="0" destOrd="0" presId="urn:microsoft.com/office/officeart/2009/3/layout/HorizontalOrganizationChart"/>
    <dgm:cxn modelId="{529545C9-2E8F-4FC1-93B4-7E86F159938F}" type="presParOf" srcId="{4D93AE29-288F-405F-B6CE-2E1953C2ABAE}" destId="{219A969A-740C-4B78-BFFE-17DC8285A342}" srcOrd="1" destOrd="0" presId="urn:microsoft.com/office/officeart/2009/3/layout/HorizontalOrganizationChart"/>
    <dgm:cxn modelId="{40557D9F-E747-463F-B2D4-6E7EC6DEE73C}" type="presParOf" srcId="{B1879452-4143-4561-9BC9-497D6B95FF65}" destId="{1C73A600-C4E9-4C4F-86B6-EF55B1BD49FF}" srcOrd="1" destOrd="0" presId="urn:microsoft.com/office/officeart/2009/3/layout/HorizontalOrganizationChart"/>
    <dgm:cxn modelId="{ECD4CAB5-4450-4394-A575-A48D37CA8644}" type="presParOf" srcId="{B1879452-4143-4561-9BC9-497D6B95FF65}" destId="{E991F384-D554-4609-994B-7A1A05E51300}" srcOrd="2" destOrd="0" presId="urn:microsoft.com/office/officeart/2009/3/layout/HorizontalOrganizationChart"/>
    <dgm:cxn modelId="{7AF378AA-92B8-49E0-BBB1-0613A8532738}" type="presParOf" srcId="{43A73A04-2A60-4CA5-8900-03C5E58571E8}" destId="{63C8D171-2F95-4807-A805-944D885ECF70}" srcOrd="8" destOrd="0" presId="urn:microsoft.com/office/officeart/2009/3/layout/HorizontalOrganizationChart"/>
    <dgm:cxn modelId="{6C04E407-ED36-4C45-A64D-BE52ECC7F804}" type="presParOf" srcId="{43A73A04-2A60-4CA5-8900-03C5E58571E8}" destId="{68DCFA24-4A52-4799-979F-FEF73CC09D93}" srcOrd="9" destOrd="0" presId="urn:microsoft.com/office/officeart/2009/3/layout/HorizontalOrganizationChart"/>
    <dgm:cxn modelId="{BFE33B26-176B-4925-95A6-9DD1170C0594}" type="presParOf" srcId="{68DCFA24-4A52-4799-979F-FEF73CC09D93}" destId="{6EE2A0C3-166D-4018-A17E-7F74DB74D02B}" srcOrd="0" destOrd="0" presId="urn:microsoft.com/office/officeart/2009/3/layout/HorizontalOrganizationChart"/>
    <dgm:cxn modelId="{59D22430-08D5-433E-A767-543A00FC4B98}" type="presParOf" srcId="{6EE2A0C3-166D-4018-A17E-7F74DB74D02B}" destId="{DC3F1B3B-61DE-482D-9751-09CC71E6E88B}" srcOrd="0" destOrd="0" presId="urn:microsoft.com/office/officeart/2009/3/layout/HorizontalOrganizationChart"/>
    <dgm:cxn modelId="{3FE246EF-619F-41F5-8DDA-382CDAFC62F2}" type="presParOf" srcId="{6EE2A0C3-166D-4018-A17E-7F74DB74D02B}" destId="{2C01A786-72F8-4BCE-AD96-700DF124D2AA}" srcOrd="1" destOrd="0" presId="urn:microsoft.com/office/officeart/2009/3/layout/HorizontalOrganizationChart"/>
    <dgm:cxn modelId="{58AF03E2-750F-4C27-98B9-2F7534AC9D4A}" type="presParOf" srcId="{68DCFA24-4A52-4799-979F-FEF73CC09D93}" destId="{D16AAEBE-F831-49C2-9EB9-56EFF39EE5CF}" srcOrd="1" destOrd="0" presId="urn:microsoft.com/office/officeart/2009/3/layout/HorizontalOrganizationChart"/>
    <dgm:cxn modelId="{F67CB56C-2761-4BE7-81E7-5C728C5F49CA}" type="presParOf" srcId="{68DCFA24-4A52-4799-979F-FEF73CC09D93}" destId="{0716CC2B-5E5D-45B8-93AD-3440DF7CA431}" srcOrd="2" destOrd="0" presId="urn:microsoft.com/office/officeart/2009/3/layout/HorizontalOrganizationChart"/>
    <dgm:cxn modelId="{FFD66662-A084-4FD8-89CA-9A7CBDEA8E18}" type="presParOf" srcId="{43A73A04-2A60-4CA5-8900-03C5E58571E8}" destId="{AF0ECDC7-00E8-4AB9-B853-8F07911F40E6}" srcOrd="10" destOrd="0" presId="urn:microsoft.com/office/officeart/2009/3/layout/HorizontalOrganizationChart"/>
    <dgm:cxn modelId="{643220C2-9151-4C36-90BF-1170D1960678}" type="presParOf" srcId="{43A73A04-2A60-4CA5-8900-03C5E58571E8}" destId="{C38A2303-EBFB-47BB-AF27-6A7488D8369E}" srcOrd="11" destOrd="0" presId="urn:microsoft.com/office/officeart/2009/3/layout/HorizontalOrganizationChart"/>
    <dgm:cxn modelId="{492EF616-B366-4B91-8591-551144B3D55F}" type="presParOf" srcId="{C38A2303-EBFB-47BB-AF27-6A7488D8369E}" destId="{73F44ECA-DCF2-4689-886B-C29E0C4DA8DE}" srcOrd="0" destOrd="0" presId="urn:microsoft.com/office/officeart/2009/3/layout/HorizontalOrganizationChart"/>
    <dgm:cxn modelId="{B2C67D43-2997-4489-82C2-87EC9CE06009}" type="presParOf" srcId="{73F44ECA-DCF2-4689-886B-C29E0C4DA8DE}" destId="{92A58DC0-C5B0-4F6B-94BC-11E58200A9B5}" srcOrd="0" destOrd="0" presId="urn:microsoft.com/office/officeart/2009/3/layout/HorizontalOrganizationChart"/>
    <dgm:cxn modelId="{B56F0446-0AA6-46F6-AD31-2400506CFFD2}" type="presParOf" srcId="{73F44ECA-DCF2-4689-886B-C29E0C4DA8DE}" destId="{BABD7AD5-542E-4DAF-8D16-02E0C31D04CE}" srcOrd="1" destOrd="0" presId="urn:microsoft.com/office/officeart/2009/3/layout/HorizontalOrganizationChart"/>
    <dgm:cxn modelId="{6276E85C-94BC-4ECD-B824-D3F11D49A15C}" type="presParOf" srcId="{C38A2303-EBFB-47BB-AF27-6A7488D8369E}" destId="{2FCF9E4C-4AA2-4D1E-8AFE-2087576C14F4}" srcOrd="1" destOrd="0" presId="urn:microsoft.com/office/officeart/2009/3/layout/HorizontalOrganizationChart"/>
    <dgm:cxn modelId="{DF1CA334-D89E-41D7-BF84-73D0BAE6BD51}" type="presParOf" srcId="{C38A2303-EBFB-47BB-AF27-6A7488D8369E}" destId="{68A13D20-0446-4130-BF7B-EDFA4AAB03FF}" srcOrd="2" destOrd="0" presId="urn:microsoft.com/office/officeart/2009/3/layout/HorizontalOrganizationChart"/>
    <dgm:cxn modelId="{38FB2BDB-28B8-4A7F-96F3-5162488FA097}" type="presParOf" srcId="{43A73A04-2A60-4CA5-8900-03C5E58571E8}" destId="{CA5A7813-F2CA-462C-93B6-1F2EA072B29D}" srcOrd="12" destOrd="0" presId="urn:microsoft.com/office/officeart/2009/3/layout/HorizontalOrganizationChart"/>
    <dgm:cxn modelId="{8D921BD5-F914-43FE-9D7E-E817BDD7909B}" type="presParOf" srcId="{43A73A04-2A60-4CA5-8900-03C5E58571E8}" destId="{6F286C88-F6D3-4420-8911-188523F97CE9}" srcOrd="13" destOrd="0" presId="urn:microsoft.com/office/officeart/2009/3/layout/HorizontalOrganizationChart"/>
    <dgm:cxn modelId="{F4A92CBE-889C-4CA0-99A6-1905757704B2}" type="presParOf" srcId="{6F286C88-F6D3-4420-8911-188523F97CE9}" destId="{43AF953C-1568-4051-9B4A-80EA9C39FFC5}" srcOrd="0" destOrd="0" presId="urn:microsoft.com/office/officeart/2009/3/layout/HorizontalOrganizationChart"/>
    <dgm:cxn modelId="{2F881149-07E8-4A4B-8560-122D6B505A12}" type="presParOf" srcId="{43AF953C-1568-4051-9B4A-80EA9C39FFC5}" destId="{98977EE2-DFF1-48B0-9091-3B2EADDB0443}" srcOrd="0" destOrd="0" presId="urn:microsoft.com/office/officeart/2009/3/layout/HorizontalOrganizationChart"/>
    <dgm:cxn modelId="{C61E3FF7-75D6-4861-85DB-9CCED8255A12}" type="presParOf" srcId="{43AF953C-1568-4051-9B4A-80EA9C39FFC5}" destId="{34859F7B-1D44-4FBE-8A0A-D630759880AE}" srcOrd="1" destOrd="0" presId="urn:microsoft.com/office/officeart/2009/3/layout/HorizontalOrganizationChart"/>
    <dgm:cxn modelId="{D41F9422-D026-48C1-A3B1-739971F87834}" type="presParOf" srcId="{6F286C88-F6D3-4420-8911-188523F97CE9}" destId="{173B7AED-FF8E-4E99-9815-F688AFC22D45}" srcOrd="1" destOrd="0" presId="urn:microsoft.com/office/officeart/2009/3/layout/HorizontalOrganizationChart"/>
    <dgm:cxn modelId="{8E1CFAE4-3AB1-4411-8B0E-6C716F24D099}" type="presParOf" srcId="{6F286C88-F6D3-4420-8911-188523F97CE9}" destId="{E23F1C3A-6199-4DB2-AE2D-6D8DED3AE1E9}" srcOrd="2" destOrd="0" presId="urn:microsoft.com/office/officeart/2009/3/layout/HorizontalOrganizationChart"/>
    <dgm:cxn modelId="{7DFBF4F9-8DEE-41EE-830A-98BE53807819}" type="presParOf" srcId="{43A73A04-2A60-4CA5-8900-03C5E58571E8}" destId="{ECCD4552-ECB1-4656-B261-D1143D0304AD}" srcOrd="14" destOrd="0" presId="urn:microsoft.com/office/officeart/2009/3/layout/HorizontalOrganizationChart"/>
    <dgm:cxn modelId="{5404BD82-3805-46CF-A2F7-04B11D31B8FA}" type="presParOf" srcId="{43A73A04-2A60-4CA5-8900-03C5E58571E8}" destId="{FD317FE2-7A95-4247-AA06-54AF9ED6ADBF}" srcOrd="15" destOrd="0" presId="urn:microsoft.com/office/officeart/2009/3/layout/HorizontalOrganizationChart"/>
    <dgm:cxn modelId="{31F0BD11-DAC8-4446-A76F-0A126FD5C444}" type="presParOf" srcId="{FD317FE2-7A95-4247-AA06-54AF9ED6ADBF}" destId="{8AC1015C-E8F0-42BB-9458-E5C518566D20}" srcOrd="0" destOrd="0" presId="urn:microsoft.com/office/officeart/2009/3/layout/HorizontalOrganizationChart"/>
    <dgm:cxn modelId="{B42C1100-C424-405E-96BA-38E32BF6B2E8}" type="presParOf" srcId="{8AC1015C-E8F0-42BB-9458-E5C518566D20}" destId="{5BF62B9F-B997-42E2-92F3-BBF40901281E}" srcOrd="0" destOrd="0" presId="urn:microsoft.com/office/officeart/2009/3/layout/HorizontalOrganizationChart"/>
    <dgm:cxn modelId="{CFD24C83-DF7C-4228-BA1E-61A907236DB4}" type="presParOf" srcId="{8AC1015C-E8F0-42BB-9458-E5C518566D20}" destId="{C8774F67-0A30-4908-9E50-C930EEA21AE3}" srcOrd="1" destOrd="0" presId="urn:microsoft.com/office/officeart/2009/3/layout/HorizontalOrganizationChart"/>
    <dgm:cxn modelId="{DBB547A0-7887-4DF1-B2EA-76407420FEB2}" type="presParOf" srcId="{FD317FE2-7A95-4247-AA06-54AF9ED6ADBF}" destId="{C0E83E5B-8B73-4F5D-8351-4B830A80D23B}" srcOrd="1" destOrd="0" presId="urn:microsoft.com/office/officeart/2009/3/layout/HorizontalOrganizationChart"/>
    <dgm:cxn modelId="{5264FA83-C619-471C-A871-A3D743E58943}" type="presParOf" srcId="{FD317FE2-7A95-4247-AA06-54AF9ED6ADBF}" destId="{411B33C5-2E53-411A-ADEE-10131D222341}" srcOrd="2" destOrd="0" presId="urn:microsoft.com/office/officeart/2009/3/layout/HorizontalOrganizationChart"/>
    <dgm:cxn modelId="{DFFEB7A8-77FA-4448-86D3-870439EB1721}" type="presParOf" srcId="{43A73A04-2A60-4CA5-8900-03C5E58571E8}" destId="{88086561-2338-4888-B975-F94FC51619F8}" srcOrd="16" destOrd="0" presId="urn:microsoft.com/office/officeart/2009/3/layout/HorizontalOrganizationChart"/>
    <dgm:cxn modelId="{E938CF66-4161-4E01-B257-B1FD55A35AE7}" type="presParOf" srcId="{43A73A04-2A60-4CA5-8900-03C5E58571E8}" destId="{51C05CB8-8E5F-4757-9071-9F0BB5871D5D}" srcOrd="17" destOrd="0" presId="urn:microsoft.com/office/officeart/2009/3/layout/HorizontalOrganizationChart"/>
    <dgm:cxn modelId="{32C57B88-DC6E-424A-A5B4-BEF23441EAA7}" type="presParOf" srcId="{51C05CB8-8E5F-4757-9071-9F0BB5871D5D}" destId="{6349F60A-FD9D-4398-849E-682672144FDC}" srcOrd="0" destOrd="0" presId="urn:microsoft.com/office/officeart/2009/3/layout/HorizontalOrganizationChart"/>
    <dgm:cxn modelId="{DED40436-8606-4340-AFD5-D6C98D99D083}" type="presParOf" srcId="{6349F60A-FD9D-4398-849E-682672144FDC}" destId="{8053D2E4-C46A-4D19-BDE2-7C1C57AF54E0}" srcOrd="0" destOrd="0" presId="urn:microsoft.com/office/officeart/2009/3/layout/HorizontalOrganizationChart"/>
    <dgm:cxn modelId="{B5286D22-192D-4B3C-9CB5-A1D45DE633B0}" type="presParOf" srcId="{6349F60A-FD9D-4398-849E-682672144FDC}" destId="{C849D132-9C16-45D6-AB40-3E60BC33D228}" srcOrd="1" destOrd="0" presId="urn:microsoft.com/office/officeart/2009/3/layout/HorizontalOrganizationChart"/>
    <dgm:cxn modelId="{7F5701D9-036C-4906-9A0C-411E75E67A72}" type="presParOf" srcId="{51C05CB8-8E5F-4757-9071-9F0BB5871D5D}" destId="{6A9E4B9A-697F-4610-A162-1FB5396053F2}" srcOrd="1" destOrd="0" presId="urn:microsoft.com/office/officeart/2009/3/layout/HorizontalOrganizationChart"/>
    <dgm:cxn modelId="{AB07E6A7-3BBC-43BB-BB4F-A861EF3286B7}" type="presParOf" srcId="{51C05CB8-8E5F-4757-9071-9F0BB5871D5D}" destId="{1C6F67B3-D81F-46C4-8BA3-2DC6D16770EB}" srcOrd="2" destOrd="0" presId="urn:microsoft.com/office/officeart/2009/3/layout/HorizontalOrganizationChart"/>
    <dgm:cxn modelId="{A500FA28-30AD-4415-A08D-4F4551854448}" type="presParOf" srcId="{CADE3716-8223-44A1-B147-F03C556C2A55}" destId="{47FA7810-8434-4657-AD11-A4B586A3FB15}" srcOrd="2" destOrd="0" presId="urn:microsoft.com/office/officeart/2009/3/layout/HorizontalOrganizationChart"/>
  </dgm:cxnLst>
  <dgm:bg>
    <a:noFill/>
  </dgm:bg>
  <dgm:whole>
    <a:ln>
      <a:noFill/>
    </a:ln>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A4BDBCFF-70F9-4B61-9A47-10FA9B50CB0B}" type="doc">
      <dgm:prSet loTypeId="urn:microsoft.com/office/officeart/2011/layout/TabList" loCatId="list" qsTypeId="urn:microsoft.com/office/officeart/2005/8/quickstyle/simple3" qsCatId="simple" csTypeId="urn:microsoft.com/office/officeart/2005/8/colors/accent0_1" csCatId="mainScheme" phldr="1"/>
      <dgm:spPr/>
      <dgm:t>
        <a:bodyPr/>
        <a:lstStyle/>
        <a:p>
          <a:endParaRPr lang="en-US"/>
        </a:p>
      </dgm:t>
    </dgm:pt>
    <dgm:pt modelId="{275286FA-C71B-48D6-BD42-964D7EE74701}">
      <dgm:prSet phldrT="[Text]"/>
      <dgm:spPr/>
      <dgm:t>
        <a:bodyPr/>
        <a:lstStyle/>
        <a:p>
          <a:r>
            <a:rPr lang="en-US" altLang="ja-JP">
              <a:latin typeface="Tahoma" pitchFamily="34" charset="0"/>
            </a:rPr>
            <a:t>① </a:t>
          </a:r>
          <a:r>
            <a:rPr lang="en-US" altLang="ja-JP"/>
            <a:t>Finish to Start </a:t>
          </a:r>
          <a:r>
            <a:rPr lang="en-US" altLang="ja-JP">
              <a:latin typeface="Tahoma" pitchFamily="34" charset="0"/>
            </a:rPr>
            <a:t>(FS)</a:t>
          </a:r>
          <a:endParaRPr lang="en-US"/>
        </a:p>
      </dgm:t>
    </dgm:pt>
    <dgm:pt modelId="{23E7F912-12AA-4476-8415-6528F55FE47E}" type="parTrans" cxnId="{0D428698-8C4A-44F1-B4EB-A12137710D60}">
      <dgm:prSet/>
      <dgm:spPr/>
      <dgm:t>
        <a:bodyPr/>
        <a:lstStyle/>
        <a:p>
          <a:endParaRPr lang="en-US"/>
        </a:p>
      </dgm:t>
    </dgm:pt>
    <dgm:pt modelId="{BD563A2E-5957-43C9-8A84-D92021D215BD}" type="sibTrans" cxnId="{0D428698-8C4A-44F1-B4EB-A12137710D60}">
      <dgm:prSet/>
      <dgm:spPr/>
      <dgm:t>
        <a:bodyPr/>
        <a:lstStyle/>
        <a:p>
          <a:endParaRPr lang="en-US"/>
        </a:p>
      </dgm:t>
    </dgm:pt>
    <dgm:pt modelId="{C8F813A9-C016-4FB0-89D7-7DDD1B1440F8}">
      <dgm:prSet phldrT="[Text]"/>
      <dgm:spPr/>
      <dgm:t>
        <a:bodyPr/>
        <a:lstStyle/>
        <a:p>
          <a:r>
            <a:rPr lang="en-US" altLang="ja-JP">
              <a:latin typeface="Tahoma" pitchFamily="34" charset="0"/>
            </a:rPr>
            <a:t>Sự bắt đầu của hành động sau phụ thuộc vào hoàn thành của hành động trước</a:t>
          </a:r>
          <a:endParaRPr lang="en-US"/>
        </a:p>
      </dgm:t>
    </dgm:pt>
    <dgm:pt modelId="{BD481FBD-60CC-4340-9E84-38D9D61257B0}" type="parTrans" cxnId="{761CAC25-9CC5-4C27-8B5C-ADB1FFCB8BB8}">
      <dgm:prSet/>
      <dgm:spPr/>
      <dgm:t>
        <a:bodyPr/>
        <a:lstStyle/>
        <a:p>
          <a:endParaRPr lang="en-US"/>
        </a:p>
      </dgm:t>
    </dgm:pt>
    <dgm:pt modelId="{FE511D80-F1D8-40CE-87CF-CA3BE35A0D27}" type="sibTrans" cxnId="{761CAC25-9CC5-4C27-8B5C-ADB1FFCB8BB8}">
      <dgm:prSet/>
      <dgm:spPr/>
      <dgm:t>
        <a:bodyPr/>
        <a:lstStyle/>
        <a:p>
          <a:endParaRPr lang="en-US"/>
        </a:p>
      </dgm:t>
    </dgm:pt>
    <dgm:pt modelId="{239AEC7C-6F60-415E-8334-B78D534C9DB9}">
      <dgm:prSet phldrT="[Text]"/>
      <dgm:spPr/>
      <dgm:t>
        <a:bodyPr/>
        <a:lstStyle/>
        <a:p>
          <a:r>
            <a:rPr lang="en-US" altLang="ja-JP">
              <a:latin typeface="Tahoma" pitchFamily="34" charset="0"/>
            </a:rPr>
            <a:t>② </a:t>
          </a:r>
          <a:r>
            <a:rPr lang="en-US" altLang="ja-JP"/>
            <a:t>Finish to Finish (FF)</a:t>
          </a:r>
          <a:endParaRPr lang="en-US"/>
        </a:p>
      </dgm:t>
    </dgm:pt>
    <dgm:pt modelId="{9014EF2B-7A9F-4B03-BF4E-1FD562DEDAA5}" type="parTrans" cxnId="{C5807506-2A19-42EF-9B8C-4DCF046BBFBE}">
      <dgm:prSet/>
      <dgm:spPr/>
      <dgm:t>
        <a:bodyPr/>
        <a:lstStyle/>
        <a:p>
          <a:endParaRPr lang="en-US"/>
        </a:p>
      </dgm:t>
    </dgm:pt>
    <dgm:pt modelId="{0CDD95EF-BE17-485C-A40A-3F2CFAC48AFE}" type="sibTrans" cxnId="{C5807506-2A19-42EF-9B8C-4DCF046BBFBE}">
      <dgm:prSet/>
      <dgm:spPr/>
      <dgm:t>
        <a:bodyPr/>
        <a:lstStyle/>
        <a:p>
          <a:endParaRPr lang="en-US"/>
        </a:p>
      </dgm:t>
    </dgm:pt>
    <dgm:pt modelId="{81EFEBAB-B8E3-408E-8C98-CCFA3C7170BE}">
      <dgm:prSet phldrT="[Text]"/>
      <dgm:spPr/>
      <dgm:t>
        <a:bodyPr/>
        <a:lstStyle/>
        <a:p>
          <a:r>
            <a:rPr lang="en-US" altLang="ja-JP">
              <a:latin typeface="Tahoma" pitchFamily="34" charset="0"/>
            </a:rPr>
            <a:t>Sự kết thúc của hành động sau phụ thuộc vào hoàn thành của hành động trước</a:t>
          </a:r>
          <a:endParaRPr lang="en-US"/>
        </a:p>
      </dgm:t>
    </dgm:pt>
    <dgm:pt modelId="{71AFC35B-EAE8-424F-B4B2-FB61A615B1D1}" type="parTrans" cxnId="{A251039B-D395-4010-98D8-66B2363F28E2}">
      <dgm:prSet/>
      <dgm:spPr/>
      <dgm:t>
        <a:bodyPr/>
        <a:lstStyle/>
        <a:p>
          <a:endParaRPr lang="en-US"/>
        </a:p>
      </dgm:t>
    </dgm:pt>
    <dgm:pt modelId="{8732FDC8-D5AC-4F03-BD00-06232AC72457}" type="sibTrans" cxnId="{A251039B-D395-4010-98D8-66B2363F28E2}">
      <dgm:prSet/>
      <dgm:spPr/>
      <dgm:t>
        <a:bodyPr/>
        <a:lstStyle/>
        <a:p>
          <a:endParaRPr lang="en-US"/>
        </a:p>
      </dgm:t>
    </dgm:pt>
    <dgm:pt modelId="{04C45E32-9E88-4ABC-A289-CEF0EAC68587}">
      <dgm:prSet phldrT="[Text]"/>
      <dgm:spPr/>
      <dgm:t>
        <a:bodyPr/>
        <a:lstStyle/>
        <a:p>
          <a:r>
            <a:rPr lang="en-US" altLang="ja-JP">
              <a:latin typeface="Tahoma" pitchFamily="34" charset="0"/>
            </a:rPr>
            <a:t>③ Start to Start (SS)</a:t>
          </a:r>
          <a:endParaRPr lang="en-US"/>
        </a:p>
      </dgm:t>
    </dgm:pt>
    <dgm:pt modelId="{D773BA1F-675B-4EAD-AC84-9E340124171D}" type="parTrans" cxnId="{348E36A0-D004-42FA-84D6-AA05A1B144AE}">
      <dgm:prSet/>
      <dgm:spPr/>
      <dgm:t>
        <a:bodyPr/>
        <a:lstStyle/>
        <a:p>
          <a:endParaRPr lang="en-US"/>
        </a:p>
      </dgm:t>
    </dgm:pt>
    <dgm:pt modelId="{A4CA5CD5-A99E-45CF-924D-6804A78A8390}" type="sibTrans" cxnId="{348E36A0-D004-42FA-84D6-AA05A1B144AE}">
      <dgm:prSet/>
      <dgm:spPr/>
      <dgm:t>
        <a:bodyPr/>
        <a:lstStyle/>
        <a:p>
          <a:endParaRPr lang="en-US"/>
        </a:p>
      </dgm:t>
    </dgm:pt>
    <dgm:pt modelId="{0923F234-1304-4C68-AC5D-38EAD1A645B5}">
      <dgm:prSet phldrT="[Text]"/>
      <dgm:spPr/>
      <dgm:t>
        <a:bodyPr/>
        <a:lstStyle/>
        <a:p>
          <a:r>
            <a:rPr lang="en-US" altLang="ja-JP">
              <a:latin typeface="Tahoma" pitchFamily="34" charset="0"/>
            </a:rPr>
            <a:t>④ Start to Finish (SF)</a:t>
          </a:r>
          <a:endParaRPr lang="en-US"/>
        </a:p>
      </dgm:t>
    </dgm:pt>
    <dgm:pt modelId="{0A8869E5-014E-426B-BBA4-EA06B646CFB6}" type="parTrans" cxnId="{73958117-9DC5-4ABB-B90E-60859BC74C6E}">
      <dgm:prSet/>
      <dgm:spPr/>
      <dgm:t>
        <a:bodyPr/>
        <a:lstStyle/>
        <a:p>
          <a:endParaRPr lang="en-US"/>
        </a:p>
      </dgm:t>
    </dgm:pt>
    <dgm:pt modelId="{C8F1FC1F-0B35-4E60-B211-FEE040BB395F}" type="sibTrans" cxnId="{73958117-9DC5-4ABB-B90E-60859BC74C6E}">
      <dgm:prSet/>
      <dgm:spPr/>
      <dgm:t>
        <a:bodyPr/>
        <a:lstStyle/>
        <a:p>
          <a:endParaRPr lang="en-US"/>
        </a:p>
      </dgm:t>
    </dgm:pt>
    <dgm:pt modelId="{3DDD9ADA-C9BB-4D13-8765-474B1583B36F}">
      <dgm:prSet phldrT="[Text]"/>
      <dgm:spPr/>
      <dgm:t>
        <a:bodyPr/>
        <a:lstStyle/>
        <a:p>
          <a:r>
            <a:rPr lang="en-US"/>
            <a:t>Sự bắt đầu của hành động sau phụ thuộc vào sự bắt đầu của hành động trước</a:t>
          </a:r>
        </a:p>
      </dgm:t>
    </dgm:pt>
    <dgm:pt modelId="{5DAE4FE4-DB73-4025-8393-F3FBABF57EA6}" type="parTrans" cxnId="{D346BC7D-273B-41C9-89A3-09AC7C85906E}">
      <dgm:prSet/>
      <dgm:spPr/>
      <dgm:t>
        <a:bodyPr/>
        <a:lstStyle/>
        <a:p>
          <a:endParaRPr lang="en-US"/>
        </a:p>
      </dgm:t>
    </dgm:pt>
    <dgm:pt modelId="{CA17AEC3-3B37-465F-83E8-6E9774C965CD}" type="sibTrans" cxnId="{D346BC7D-273B-41C9-89A3-09AC7C85906E}">
      <dgm:prSet/>
      <dgm:spPr/>
      <dgm:t>
        <a:bodyPr/>
        <a:lstStyle/>
        <a:p>
          <a:endParaRPr lang="en-US"/>
        </a:p>
      </dgm:t>
    </dgm:pt>
    <dgm:pt modelId="{DFD6A73A-041A-4ADD-951B-30F625DBE176}">
      <dgm:prSet phldrT="[Text]"/>
      <dgm:spPr/>
      <dgm:t>
        <a:bodyPr/>
        <a:lstStyle/>
        <a:p>
          <a:r>
            <a:rPr lang="en-US"/>
            <a:t>Sự kết thúc của hoạt động sau phụ thuộc vào sự bắt đầu của hoạt động trước</a:t>
          </a:r>
        </a:p>
      </dgm:t>
    </dgm:pt>
    <dgm:pt modelId="{96DB7A6F-CDDE-4395-B6E8-1AA147A502F3}" type="parTrans" cxnId="{A26FB6F6-F186-43E3-AA90-933F3DD5AB40}">
      <dgm:prSet/>
      <dgm:spPr/>
      <dgm:t>
        <a:bodyPr/>
        <a:lstStyle/>
        <a:p>
          <a:endParaRPr lang="en-US"/>
        </a:p>
      </dgm:t>
    </dgm:pt>
    <dgm:pt modelId="{6E11621E-E42A-469D-A450-FBED6919376C}" type="sibTrans" cxnId="{A26FB6F6-F186-43E3-AA90-933F3DD5AB40}">
      <dgm:prSet/>
      <dgm:spPr/>
      <dgm:t>
        <a:bodyPr/>
        <a:lstStyle/>
        <a:p>
          <a:endParaRPr lang="en-US"/>
        </a:p>
      </dgm:t>
    </dgm:pt>
    <dgm:pt modelId="{BC7283E3-3405-488F-94A5-86C612A9B1F6}" type="pres">
      <dgm:prSet presAssocID="{A4BDBCFF-70F9-4B61-9A47-10FA9B50CB0B}" presName="Name0" presStyleCnt="0">
        <dgm:presLayoutVars>
          <dgm:chMax/>
          <dgm:chPref val="3"/>
          <dgm:dir/>
          <dgm:animOne val="branch"/>
          <dgm:animLvl val="lvl"/>
        </dgm:presLayoutVars>
      </dgm:prSet>
      <dgm:spPr/>
      <dgm:t>
        <a:bodyPr/>
        <a:lstStyle/>
        <a:p>
          <a:endParaRPr lang="en-US"/>
        </a:p>
      </dgm:t>
    </dgm:pt>
    <dgm:pt modelId="{81F95D08-463C-4915-A5A9-2A42637256B3}" type="pres">
      <dgm:prSet presAssocID="{275286FA-C71B-48D6-BD42-964D7EE74701}" presName="composite" presStyleCnt="0"/>
      <dgm:spPr/>
    </dgm:pt>
    <dgm:pt modelId="{84A91F83-FF60-40C0-A990-ADB293F0F0D6}" type="pres">
      <dgm:prSet presAssocID="{275286FA-C71B-48D6-BD42-964D7EE74701}" presName="FirstChild" presStyleLbl="revTx" presStyleIdx="0" presStyleCnt="4">
        <dgm:presLayoutVars>
          <dgm:chMax val="0"/>
          <dgm:chPref val="0"/>
          <dgm:bulletEnabled val="1"/>
        </dgm:presLayoutVars>
      </dgm:prSet>
      <dgm:spPr/>
      <dgm:t>
        <a:bodyPr/>
        <a:lstStyle/>
        <a:p>
          <a:endParaRPr lang="en-US"/>
        </a:p>
      </dgm:t>
    </dgm:pt>
    <dgm:pt modelId="{2F579D9D-66B9-4E23-925F-B77624D06A96}" type="pres">
      <dgm:prSet presAssocID="{275286FA-C71B-48D6-BD42-964D7EE74701}" presName="Parent" presStyleLbl="alignNode1" presStyleIdx="0" presStyleCnt="4">
        <dgm:presLayoutVars>
          <dgm:chMax val="3"/>
          <dgm:chPref val="3"/>
          <dgm:bulletEnabled val="1"/>
        </dgm:presLayoutVars>
      </dgm:prSet>
      <dgm:spPr/>
      <dgm:t>
        <a:bodyPr/>
        <a:lstStyle/>
        <a:p>
          <a:endParaRPr lang="en-US"/>
        </a:p>
      </dgm:t>
    </dgm:pt>
    <dgm:pt modelId="{9F08826A-5530-491D-A41F-69AA0C24F854}" type="pres">
      <dgm:prSet presAssocID="{275286FA-C71B-48D6-BD42-964D7EE74701}" presName="Accent" presStyleLbl="parChTrans1D1" presStyleIdx="0" presStyleCnt="4"/>
      <dgm:spPr/>
    </dgm:pt>
    <dgm:pt modelId="{95D83516-57BE-4AB7-BBB0-0BFB49BDD09B}" type="pres">
      <dgm:prSet presAssocID="{BD563A2E-5957-43C9-8A84-D92021D215BD}" presName="sibTrans" presStyleCnt="0"/>
      <dgm:spPr/>
    </dgm:pt>
    <dgm:pt modelId="{534E7BF8-FE71-4790-842B-494B84F00CEC}" type="pres">
      <dgm:prSet presAssocID="{239AEC7C-6F60-415E-8334-B78D534C9DB9}" presName="composite" presStyleCnt="0"/>
      <dgm:spPr/>
    </dgm:pt>
    <dgm:pt modelId="{23CA65D4-44BD-4656-B42E-41DBD4833566}" type="pres">
      <dgm:prSet presAssocID="{239AEC7C-6F60-415E-8334-B78D534C9DB9}" presName="FirstChild" presStyleLbl="revTx" presStyleIdx="1" presStyleCnt="4">
        <dgm:presLayoutVars>
          <dgm:chMax val="0"/>
          <dgm:chPref val="0"/>
          <dgm:bulletEnabled val="1"/>
        </dgm:presLayoutVars>
      </dgm:prSet>
      <dgm:spPr/>
      <dgm:t>
        <a:bodyPr/>
        <a:lstStyle/>
        <a:p>
          <a:endParaRPr lang="en-US"/>
        </a:p>
      </dgm:t>
    </dgm:pt>
    <dgm:pt modelId="{A9CF9983-7DB1-48D1-9C64-D272EE8BE128}" type="pres">
      <dgm:prSet presAssocID="{239AEC7C-6F60-415E-8334-B78D534C9DB9}" presName="Parent" presStyleLbl="alignNode1" presStyleIdx="1" presStyleCnt="4">
        <dgm:presLayoutVars>
          <dgm:chMax val="3"/>
          <dgm:chPref val="3"/>
          <dgm:bulletEnabled val="1"/>
        </dgm:presLayoutVars>
      </dgm:prSet>
      <dgm:spPr/>
      <dgm:t>
        <a:bodyPr/>
        <a:lstStyle/>
        <a:p>
          <a:endParaRPr lang="en-US"/>
        </a:p>
      </dgm:t>
    </dgm:pt>
    <dgm:pt modelId="{F35BAAA7-7515-46E9-969F-621785CB2B0D}" type="pres">
      <dgm:prSet presAssocID="{239AEC7C-6F60-415E-8334-B78D534C9DB9}" presName="Accent" presStyleLbl="parChTrans1D1" presStyleIdx="1" presStyleCnt="4"/>
      <dgm:spPr/>
    </dgm:pt>
    <dgm:pt modelId="{A4A16FC6-F31C-4B98-8449-C7E5CAB73AE8}" type="pres">
      <dgm:prSet presAssocID="{0CDD95EF-BE17-485C-A40A-3F2CFAC48AFE}" presName="sibTrans" presStyleCnt="0"/>
      <dgm:spPr/>
    </dgm:pt>
    <dgm:pt modelId="{746F25CF-C5E2-46A7-8CE5-99F797F474AB}" type="pres">
      <dgm:prSet presAssocID="{04C45E32-9E88-4ABC-A289-CEF0EAC68587}" presName="composite" presStyleCnt="0"/>
      <dgm:spPr/>
    </dgm:pt>
    <dgm:pt modelId="{808820A7-91B6-41AB-A112-33481BBA641B}" type="pres">
      <dgm:prSet presAssocID="{04C45E32-9E88-4ABC-A289-CEF0EAC68587}" presName="FirstChild" presStyleLbl="revTx" presStyleIdx="2" presStyleCnt="4">
        <dgm:presLayoutVars>
          <dgm:chMax val="0"/>
          <dgm:chPref val="0"/>
          <dgm:bulletEnabled val="1"/>
        </dgm:presLayoutVars>
      </dgm:prSet>
      <dgm:spPr/>
      <dgm:t>
        <a:bodyPr/>
        <a:lstStyle/>
        <a:p>
          <a:endParaRPr lang="en-US"/>
        </a:p>
      </dgm:t>
    </dgm:pt>
    <dgm:pt modelId="{5A122FFB-1676-416F-9BBA-F6F1CDCAB169}" type="pres">
      <dgm:prSet presAssocID="{04C45E32-9E88-4ABC-A289-CEF0EAC68587}" presName="Parent" presStyleLbl="alignNode1" presStyleIdx="2" presStyleCnt="4">
        <dgm:presLayoutVars>
          <dgm:chMax val="3"/>
          <dgm:chPref val="3"/>
          <dgm:bulletEnabled val="1"/>
        </dgm:presLayoutVars>
      </dgm:prSet>
      <dgm:spPr/>
      <dgm:t>
        <a:bodyPr/>
        <a:lstStyle/>
        <a:p>
          <a:endParaRPr lang="en-US"/>
        </a:p>
      </dgm:t>
    </dgm:pt>
    <dgm:pt modelId="{033594D1-6EDD-401B-B3E4-E5BD8FB64490}" type="pres">
      <dgm:prSet presAssocID="{04C45E32-9E88-4ABC-A289-CEF0EAC68587}" presName="Accent" presStyleLbl="parChTrans1D1" presStyleIdx="2" presStyleCnt="4"/>
      <dgm:spPr/>
    </dgm:pt>
    <dgm:pt modelId="{D45E709E-7FB9-4F9A-9BBA-82698BF10453}" type="pres">
      <dgm:prSet presAssocID="{A4CA5CD5-A99E-45CF-924D-6804A78A8390}" presName="sibTrans" presStyleCnt="0"/>
      <dgm:spPr/>
    </dgm:pt>
    <dgm:pt modelId="{EC0A5EC8-DA12-4370-9BE8-F8EDC9061D0D}" type="pres">
      <dgm:prSet presAssocID="{0923F234-1304-4C68-AC5D-38EAD1A645B5}" presName="composite" presStyleCnt="0"/>
      <dgm:spPr/>
    </dgm:pt>
    <dgm:pt modelId="{4677C68C-2563-4FC3-A2A4-4DE9BF70D0BE}" type="pres">
      <dgm:prSet presAssocID="{0923F234-1304-4C68-AC5D-38EAD1A645B5}" presName="FirstChild" presStyleLbl="revTx" presStyleIdx="3" presStyleCnt="4">
        <dgm:presLayoutVars>
          <dgm:chMax val="0"/>
          <dgm:chPref val="0"/>
          <dgm:bulletEnabled val="1"/>
        </dgm:presLayoutVars>
      </dgm:prSet>
      <dgm:spPr/>
      <dgm:t>
        <a:bodyPr/>
        <a:lstStyle/>
        <a:p>
          <a:endParaRPr lang="en-US"/>
        </a:p>
      </dgm:t>
    </dgm:pt>
    <dgm:pt modelId="{A6B312C6-4286-4B47-8EEF-5A9C05AF612B}" type="pres">
      <dgm:prSet presAssocID="{0923F234-1304-4C68-AC5D-38EAD1A645B5}" presName="Parent" presStyleLbl="alignNode1" presStyleIdx="3" presStyleCnt="4">
        <dgm:presLayoutVars>
          <dgm:chMax val="3"/>
          <dgm:chPref val="3"/>
          <dgm:bulletEnabled val="1"/>
        </dgm:presLayoutVars>
      </dgm:prSet>
      <dgm:spPr/>
      <dgm:t>
        <a:bodyPr/>
        <a:lstStyle/>
        <a:p>
          <a:endParaRPr lang="en-US"/>
        </a:p>
      </dgm:t>
    </dgm:pt>
    <dgm:pt modelId="{3F3939D2-7DE0-48D5-B01C-32AF3BB134F0}" type="pres">
      <dgm:prSet presAssocID="{0923F234-1304-4C68-AC5D-38EAD1A645B5}" presName="Accent" presStyleLbl="parChTrans1D1" presStyleIdx="3" presStyleCnt="4"/>
      <dgm:spPr/>
    </dgm:pt>
  </dgm:ptLst>
  <dgm:cxnLst>
    <dgm:cxn modelId="{73958117-9DC5-4ABB-B90E-60859BC74C6E}" srcId="{A4BDBCFF-70F9-4B61-9A47-10FA9B50CB0B}" destId="{0923F234-1304-4C68-AC5D-38EAD1A645B5}" srcOrd="3" destOrd="0" parTransId="{0A8869E5-014E-426B-BBA4-EA06B646CFB6}" sibTransId="{C8F1FC1F-0B35-4E60-B211-FEE040BB395F}"/>
    <dgm:cxn modelId="{0D428698-8C4A-44F1-B4EB-A12137710D60}" srcId="{A4BDBCFF-70F9-4B61-9A47-10FA9B50CB0B}" destId="{275286FA-C71B-48D6-BD42-964D7EE74701}" srcOrd="0" destOrd="0" parTransId="{23E7F912-12AA-4476-8415-6528F55FE47E}" sibTransId="{BD563A2E-5957-43C9-8A84-D92021D215BD}"/>
    <dgm:cxn modelId="{98EC3753-2DFC-4FB4-8107-D1299B509372}" type="presOf" srcId="{C8F813A9-C016-4FB0-89D7-7DDD1B1440F8}" destId="{84A91F83-FF60-40C0-A990-ADB293F0F0D6}" srcOrd="0" destOrd="0" presId="urn:microsoft.com/office/officeart/2011/layout/TabList"/>
    <dgm:cxn modelId="{3E401A27-0A24-40B7-AC50-534E85D0C9C5}" type="presOf" srcId="{81EFEBAB-B8E3-408E-8C98-CCFA3C7170BE}" destId="{23CA65D4-44BD-4656-B42E-41DBD4833566}" srcOrd="0" destOrd="0" presId="urn:microsoft.com/office/officeart/2011/layout/TabList"/>
    <dgm:cxn modelId="{0AFA0AE2-9C7E-4F3A-8307-AB98D3D8ACD3}" type="presOf" srcId="{0923F234-1304-4C68-AC5D-38EAD1A645B5}" destId="{A6B312C6-4286-4B47-8EEF-5A9C05AF612B}" srcOrd="0" destOrd="0" presId="urn:microsoft.com/office/officeart/2011/layout/TabList"/>
    <dgm:cxn modelId="{D346BC7D-273B-41C9-89A3-09AC7C85906E}" srcId="{04C45E32-9E88-4ABC-A289-CEF0EAC68587}" destId="{3DDD9ADA-C9BB-4D13-8765-474B1583B36F}" srcOrd="0" destOrd="0" parTransId="{5DAE4FE4-DB73-4025-8393-F3FBABF57EA6}" sibTransId="{CA17AEC3-3B37-465F-83E8-6E9774C965CD}"/>
    <dgm:cxn modelId="{A26FB6F6-F186-43E3-AA90-933F3DD5AB40}" srcId="{0923F234-1304-4C68-AC5D-38EAD1A645B5}" destId="{DFD6A73A-041A-4ADD-951B-30F625DBE176}" srcOrd="0" destOrd="0" parTransId="{96DB7A6F-CDDE-4395-B6E8-1AA147A502F3}" sibTransId="{6E11621E-E42A-469D-A450-FBED6919376C}"/>
    <dgm:cxn modelId="{7B86315D-82BC-4E6C-8720-8F7304ECD2B9}" type="presOf" srcId="{04C45E32-9E88-4ABC-A289-CEF0EAC68587}" destId="{5A122FFB-1676-416F-9BBA-F6F1CDCAB169}" srcOrd="0" destOrd="0" presId="urn:microsoft.com/office/officeart/2011/layout/TabList"/>
    <dgm:cxn modelId="{B8C2AAF1-08A6-4317-9D0F-15BAF0A400A1}" type="presOf" srcId="{3DDD9ADA-C9BB-4D13-8765-474B1583B36F}" destId="{808820A7-91B6-41AB-A112-33481BBA641B}" srcOrd="0" destOrd="0" presId="urn:microsoft.com/office/officeart/2011/layout/TabList"/>
    <dgm:cxn modelId="{255FE78E-2F4D-44FA-87B2-0601D4E408C3}" type="presOf" srcId="{239AEC7C-6F60-415E-8334-B78D534C9DB9}" destId="{A9CF9983-7DB1-48D1-9C64-D272EE8BE128}" srcOrd="0" destOrd="0" presId="urn:microsoft.com/office/officeart/2011/layout/TabList"/>
    <dgm:cxn modelId="{F746468A-5DF4-40D0-8085-A51E3C679A72}" type="presOf" srcId="{DFD6A73A-041A-4ADD-951B-30F625DBE176}" destId="{4677C68C-2563-4FC3-A2A4-4DE9BF70D0BE}" srcOrd="0" destOrd="0" presId="urn:microsoft.com/office/officeart/2011/layout/TabList"/>
    <dgm:cxn modelId="{761CAC25-9CC5-4C27-8B5C-ADB1FFCB8BB8}" srcId="{275286FA-C71B-48D6-BD42-964D7EE74701}" destId="{C8F813A9-C016-4FB0-89D7-7DDD1B1440F8}" srcOrd="0" destOrd="0" parTransId="{BD481FBD-60CC-4340-9E84-38D9D61257B0}" sibTransId="{FE511D80-F1D8-40CE-87CF-CA3BE35A0D27}"/>
    <dgm:cxn modelId="{4666D90B-C326-4075-B89C-555E8A91E215}" type="presOf" srcId="{A4BDBCFF-70F9-4B61-9A47-10FA9B50CB0B}" destId="{BC7283E3-3405-488F-94A5-86C612A9B1F6}" srcOrd="0" destOrd="0" presId="urn:microsoft.com/office/officeart/2011/layout/TabList"/>
    <dgm:cxn modelId="{348E36A0-D004-42FA-84D6-AA05A1B144AE}" srcId="{A4BDBCFF-70F9-4B61-9A47-10FA9B50CB0B}" destId="{04C45E32-9E88-4ABC-A289-CEF0EAC68587}" srcOrd="2" destOrd="0" parTransId="{D773BA1F-675B-4EAD-AC84-9E340124171D}" sibTransId="{A4CA5CD5-A99E-45CF-924D-6804A78A8390}"/>
    <dgm:cxn modelId="{37E7B7AE-1465-44C8-9723-71672D4056D4}" type="presOf" srcId="{275286FA-C71B-48D6-BD42-964D7EE74701}" destId="{2F579D9D-66B9-4E23-925F-B77624D06A96}" srcOrd="0" destOrd="0" presId="urn:microsoft.com/office/officeart/2011/layout/TabList"/>
    <dgm:cxn modelId="{A251039B-D395-4010-98D8-66B2363F28E2}" srcId="{239AEC7C-6F60-415E-8334-B78D534C9DB9}" destId="{81EFEBAB-B8E3-408E-8C98-CCFA3C7170BE}" srcOrd="0" destOrd="0" parTransId="{71AFC35B-EAE8-424F-B4B2-FB61A615B1D1}" sibTransId="{8732FDC8-D5AC-4F03-BD00-06232AC72457}"/>
    <dgm:cxn modelId="{C5807506-2A19-42EF-9B8C-4DCF046BBFBE}" srcId="{A4BDBCFF-70F9-4B61-9A47-10FA9B50CB0B}" destId="{239AEC7C-6F60-415E-8334-B78D534C9DB9}" srcOrd="1" destOrd="0" parTransId="{9014EF2B-7A9F-4B03-BF4E-1FD562DEDAA5}" sibTransId="{0CDD95EF-BE17-485C-A40A-3F2CFAC48AFE}"/>
    <dgm:cxn modelId="{7A3F54A5-4464-4F47-A396-2A2867341935}" type="presParOf" srcId="{BC7283E3-3405-488F-94A5-86C612A9B1F6}" destId="{81F95D08-463C-4915-A5A9-2A42637256B3}" srcOrd="0" destOrd="0" presId="urn:microsoft.com/office/officeart/2011/layout/TabList"/>
    <dgm:cxn modelId="{81459C74-FFAF-4027-B529-69A66E288F36}" type="presParOf" srcId="{81F95D08-463C-4915-A5A9-2A42637256B3}" destId="{84A91F83-FF60-40C0-A990-ADB293F0F0D6}" srcOrd="0" destOrd="0" presId="urn:microsoft.com/office/officeart/2011/layout/TabList"/>
    <dgm:cxn modelId="{96EB2DDF-42A1-4675-83DE-74E0E008491D}" type="presParOf" srcId="{81F95D08-463C-4915-A5A9-2A42637256B3}" destId="{2F579D9D-66B9-4E23-925F-B77624D06A96}" srcOrd="1" destOrd="0" presId="urn:microsoft.com/office/officeart/2011/layout/TabList"/>
    <dgm:cxn modelId="{152391B3-E832-4B6E-9B7E-0878911EB45D}" type="presParOf" srcId="{81F95D08-463C-4915-A5A9-2A42637256B3}" destId="{9F08826A-5530-491D-A41F-69AA0C24F854}" srcOrd="2" destOrd="0" presId="urn:microsoft.com/office/officeart/2011/layout/TabList"/>
    <dgm:cxn modelId="{E2D10EDC-A067-4421-8A7D-C4F7E93D47B3}" type="presParOf" srcId="{BC7283E3-3405-488F-94A5-86C612A9B1F6}" destId="{95D83516-57BE-4AB7-BBB0-0BFB49BDD09B}" srcOrd="1" destOrd="0" presId="urn:microsoft.com/office/officeart/2011/layout/TabList"/>
    <dgm:cxn modelId="{74E986F5-667E-4225-AA4D-3FCF43D399D7}" type="presParOf" srcId="{BC7283E3-3405-488F-94A5-86C612A9B1F6}" destId="{534E7BF8-FE71-4790-842B-494B84F00CEC}" srcOrd="2" destOrd="0" presId="urn:microsoft.com/office/officeart/2011/layout/TabList"/>
    <dgm:cxn modelId="{F97C6F6C-0B89-435A-9724-C4544C52DDB2}" type="presParOf" srcId="{534E7BF8-FE71-4790-842B-494B84F00CEC}" destId="{23CA65D4-44BD-4656-B42E-41DBD4833566}" srcOrd="0" destOrd="0" presId="urn:microsoft.com/office/officeart/2011/layout/TabList"/>
    <dgm:cxn modelId="{C3F0DA55-EED5-47D6-85B3-7E18DC7E284F}" type="presParOf" srcId="{534E7BF8-FE71-4790-842B-494B84F00CEC}" destId="{A9CF9983-7DB1-48D1-9C64-D272EE8BE128}" srcOrd="1" destOrd="0" presId="urn:microsoft.com/office/officeart/2011/layout/TabList"/>
    <dgm:cxn modelId="{064D70C2-EF50-4BC1-A7E3-C82B47B2083E}" type="presParOf" srcId="{534E7BF8-FE71-4790-842B-494B84F00CEC}" destId="{F35BAAA7-7515-46E9-969F-621785CB2B0D}" srcOrd="2" destOrd="0" presId="urn:microsoft.com/office/officeart/2011/layout/TabList"/>
    <dgm:cxn modelId="{72F0CD87-6BDA-434A-886F-C0B0638A8BBB}" type="presParOf" srcId="{BC7283E3-3405-488F-94A5-86C612A9B1F6}" destId="{A4A16FC6-F31C-4B98-8449-C7E5CAB73AE8}" srcOrd="3" destOrd="0" presId="urn:microsoft.com/office/officeart/2011/layout/TabList"/>
    <dgm:cxn modelId="{2798FC18-0CDA-45EB-8CFB-80A6BA7FA956}" type="presParOf" srcId="{BC7283E3-3405-488F-94A5-86C612A9B1F6}" destId="{746F25CF-C5E2-46A7-8CE5-99F797F474AB}" srcOrd="4" destOrd="0" presId="urn:microsoft.com/office/officeart/2011/layout/TabList"/>
    <dgm:cxn modelId="{3387FB22-5513-421C-BB5E-6075BABC0603}" type="presParOf" srcId="{746F25CF-C5E2-46A7-8CE5-99F797F474AB}" destId="{808820A7-91B6-41AB-A112-33481BBA641B}" srcOrd="0" destOrd="0" presId="urn:microsoft.com/office/officeart/2011/layout/TabList"/>
    <dgm:cxn modelId="{4ACCB291-DA86-4D0C-89BD-0CE3DE29E876}" type="presParOf" srcId="{746F25CF-C5E2-46A7-8CE5-99F797F474AB}" destId="{5A122FFB-1676-416F-9BBA-F6F1CDCAB169}" srcOrd="1" destOrd="0" presId="urn:microsoft.com/office/officeart/2011/layout/TabList"/>
    <dgm:cxn modelId="{0E6F4ADA-D82B-429D-9605-782F9B539261}" type="presParOf" srcId="{746F25CF-C5E2-46A7-8CE5-99F797F474AB}" destId="{033594D1-6EDD-401B-B3E4-E5BD8FB64490}" srcOrd="2" destOrd="0" presId="urn:microsoft.com/office/officeart/2011/layout/TabList"/>
    <dgm:cxn modelId="{718B574C-0076-4ECC-BF77-6107846C2F2D}" type="presParOf" srcId="{BC7283E3-3405-488F-94A5-86C612A9B1F6}" destId="{D45E709E-7FB9-4F9A-9BBA-82698BF10453}" srcOrd="5" destOrd="0" presId="urn:microsoft.com/office/officeart/2011/layout/TabList"/>
    <dgm:cxn modelId="{2ACE26E2-327C-4641-81BB-FBC201B7FE71}" type="presParOf" srcId="{BC7283E3-3405-488F-94A5-86C612A9B1F6}" destId="{EC0A5EC8-DA12-4370-9BE8-F8EDC9061D0D}" srcOrd="6" destOrd="0" presId="urn:microsoft.com/office/officeart/2011/layout/TabList"/>
    <dgm:cxn modelId="{7E0ABE28-B63B-4EC2-B071-55765E728D12}" type="presParOf" srcId="{EC0A5EC8-DA12-4370-9BE8-F8EDC9061D0D}" destId="{4677C68C-2563-4FC3-A2A4-4DE9BF70D0BE}" srcOrd="0" destOrd="0" presId="urn:microsoft.com/office/officeart/2011/layout/TabList"/>
    <dgm:cxn modelId="{1BF32C93-D9AC-4F6A-A55F-35DBA4DC7E29}" type="presParOf" srcId="{EC0A5EC8-DA12-4370-9BE8-F8EDC9061D0D}" destId="{A6B312C6-4286-4B47-8EEF-5A9C05AF612B}" srcOrd="1" destOrd="0" presId="urn:microsoft.com/office/officeart/2011/layout/TabList"/>
    <dgm:cxn modelId="{00F406F4-E7AE-48FD-A3AB-725F38450161}" type="presParOf" srcId="{EC0A5EC8-DA12-4370-9BE8-F8EDC9061D0D}" destId="{3F3939D2-7DE0-48D5-B01C-32AF3BB134F0}" srcOrd="2" destOrd="0" presId="urn:microsoft.com/office/officeart/2011/layout/Tab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4BDBCFF-70F9-4B61-9A47-10FA9B50CB0B}" type="doc">
      <dgm:prSet loTypeId="urn:microsoft.com/office/officeart/2011/layout/TabList" loCatId="list" qsTypeId="urn:microsoft.com/office/officeart/2005/8/quickstyle/simple3" qsCatId="simple" csTypeId="urn:microsoft.com/office/officeart/2005/8/colors/accent0_1" csCatId="mainScheme" phldr="1"/>
      <dgm:spPr/>
      <dgm:t>
        <a:bodyPr/>
        <a:lstStyle/>
        <a:p>
          <a:endParaRPr lang="en-US"/>
        </a:p>
      </dgm:t>
    </dgm:pt>
    <dgm:pt modelId="{275286FA-C71B-48D6-BD42-964D7EE74701}">
      <dgm:prSet phldrT="[Text]"/>
      <dgm:spPr/>
      <dgm:t>
        <a:bodyPr/>
        <a:lstStyle/>
        <a:p>
          <a:r>
            <a:rPr lang="en-US" altLang="ja-JP">
              <a:solidFill>
                <a:srgbClr val="003300"/>
              </a:solidFill>
            </a:rPr>
            <a:t>① Finish to Start (FS)</a:t>
          </a:r>
          <a:endParaRPr lang="en-US"/>
        </a:p>
      </dgm:t>
    </dgm:pt>
    <dgm:pt modelId="{23E7F912-12AA-4476-8415-6528F55FE47E}" type="parTrans" cxnId="{0D428698-8C4A-44F1-B4EB-A12137710D60}">
      <dgm:prSet/>
      <dgm:spPr/>
      <dgm:t>
        <a:bodyPr/>
        <a:lstStyle/>
        <a:p>
          <a:endParaRPr lang="en-US"/>
        </a:p>
      </dgm:t>
    </dgm:pt>
    <dgm:pt modelId="{BD563A2E-5957-43C9-8A84-D92021D215BD}" type="sibTrans" cxnId="{0D428698-8C4A-44F1-B4EB-A12137710D60}">
      <dgm:prSet/>
      <dgm:spPr/>
      <dgm:t>
        <a:bodyPr/>
        <a:lstStyle/>
        <a:p>
          <a:endParaRPr lang="en-US"/>
        </a:p>
      </dgm:t>
    </dgm:pt>
    <dgm:pt modelId="{07FDB667-1E75-4C4D-A768-4B68B2E55433}">
      <dgm:prSet/>
      <dgm:spPr/>
      <dgm:t>
        <a:bodyPr/>
        <a:lstStyle/>
        <a:p>
          <a:r>
            <a:rPr lang="en-US" altLang="ja-JP"/>
            <a:t>Sau khi Ng</a:t>
          </a:r>
          <a:r>
            <a:rPr lang="vi-VN" altLang="ja-JP"/>
            <a:t>ư</a:t>
          </a:r>
          <a:r>
            <a:rPr lang="en-US" altLang="ja-JP"/>
            <a:t>ời tham gia vào phòng, buổi seminar bắt đầu</a:t>
          </a:r>
        </a:p>
      </dgm:t>
    </dgm:pt>
    <dgm:pt modelId="{E338298A-D826-447D-A3AF-E6C6858A8DEB}" type="parTrans" cxnId="{375DB330-FF53-4C5C-A1F9-70A5C089753B}">
      <dgm:prSet/>
      <dgm:spPr/>
      <dgm:t>
        <a:bodyPr/>
        <a:lstStyle/>
        <a:p>
          <a:endParaRPr lang="en-US"/>
        </a:p>
      </dgm:t>
    </dgm:pt>
    <dgm:pt modelId="{8FFFF5D4-64AF-4042-8915-74CB94B3E5D3}" type="sibTrans" cxnId="{375DB330-FF53-4C5C-A1F9-70A5C089753B}">
      <dgm:prSet/>
      <dgm:spPr/>
      <dgm:t>
        <a:bodyPr/>
        <a:lstStyle/>
        <a:p>
          <a:endParaRPr lang="en-US"/>
        </a:p>
      </dgm:t>
    </dgm:pt>
    <dgm:pt modelId="{592D9097-FA60-4072-8B70-A9C629E0275E}">
      <dgm:prSet/>
      <dgm:spPr/>
      <dgm:t>
        <a:bodyPr/>
        <a:lstStyle/>
        <a:p>
          <a:r>
            <a:rPr lang="en-US" altLang="ja-JP">
              <a:solidFill>
                <a:srgbClr val="003300"/>
              </a:solidFill>
            </a:rPr>
            <a:t>② Finish to Finish (FF)</a:t>
          </a:r>
          <a:endParaRPr lang="ja-JP" altLang="en-US"/>
        </a:p>
      </dgm:t>
    </dgm:pt>
    <dgm:pt modelId="{285721D2-A9E3-44DF-8E90-81B595A50EF4}" type="parTrans" cxnId="{6F3AD153-F85B-4E01-9C59-05927BB36E25}">
      <dgm:prSet/>
      <dgm:spPr/>
      <dgm:t>
        <a:bodyPr/>
        <a:lstStyle/>
        <a:p>
          <a:endParaRPr lang="en-US"/>
        </a:p>
      </dgm:t>
    </dgm:pt>
    <dgm:pt modelId="{53005E14-FD8E-4689-808B-F34AA1C2064B}" type="sibTrans" cxnId="{6F3AD153-F85B-4E01-9C59-05927BB36E25}">
      <dgm:prSet/>
      <dgm:spPr/>
      <dgm:t>
        <a:bodyPr/>
        <a:lstStyle/>
        <a:p>
          <a:endParaRPr lang="en-US"/>
        </a:p>
      </dgm:t>
    </dgm:pt>
    <dgm:pt modelId="{9D33CCC2-B7EC-4832-A6A5-2316349C87FA}">
      <dgm:prSet/>
      <dgm:spPr/>
      <dgm:t>
        <a:bodyPr/>
        <a:lstStyle/>
        <a:p>
          <a:r>
            <a:rPr lang="en-US" altLang="ja-JP"/>
            <a:t>Sau khi NTG ra khỏi phỏng, hội nghị kết thúc</a:t>
          </a:r>
        </a:p>
      </dgm:t>
    </dgm:pt>
    <dgm:pt modelId="{595945C2-DB41-42BB-9EE7-20CB93C402DB}" type="parTrans" cxnId="{E514E1F7-496D-4666-9845-345D3884F82D}">
      <dgm:prSet/>
      <dgm:spPr/>
      <dgm:t>
        <a:bodyPr/>
        <a:lstStyle/>
        <a:p>
          <a:endParaRPr lang="en-US"/>
        </a:p>
      </dgm:t>
    </dgm:pt>
    <dgm:pt modelId="{7107D4A4-A2B7-45BC-883B-BCF416BC0A5F}" type="sibTrans" cxnId="{E514E1F7-496D-4666-9845-345D3884F82D}">
      <dgm:prSet/>
      <dgm:spPr/>
      <dgm:t>
        <a:bodyPr/>
        <a:lstStyle/>
        <a:p>
          <a:endParaRPr lang="en-US"/>
        </a:p>
      </dgm:t>
    </dgm:pt>
    <dgm:pt modelId="{1BB2DDEA-00CC-4194-919A-11204A644AB5}">
      <dgm:prSet/>
      <dgm:spPr/>
      <dgm:t>
        <a:bodyPr/>
        <a:lstStyle/>
        <a:p>
          <a:r>
            <a:rPr lang="en-US" altLang="ja-JP">
              <a:solidFill>
                <a:srgbClr val="003300"/>
              </a:solidFill>
            </a:rPr>
            <a:t>③ Start to Start (SS)</a:t>
          </a:r>
          <a:endParaRPr lang="en-US" altLang="ja-JP"/>
        </a:p>
      </dgm:t>
    </dgm:pt>
    <dgm:pt modelId="{D228B29B-AB27-400B-916E-8345A74390A9}" type="parTrans" cxnId="{FF32AA1C-7704-4FC3-BBAB-A4F771E32C20}">
      <dgm:prSet/>
      <dgm:spPr/>
      <dgm:t>
        <a:bodyPr/>
        <a:lstStyle/>
        <a:p>
          <a:endParaRPr lang="en-US"/>
        </a:p>
      </dgm:t>
    </dgm:pt>
    <dgm:pt modelId="{3B663715-A45C-429A-B78D-3C43B9C87262}" type="sibTrans" cxnId="{FF32AA1C-7704-4FC3-BBAB-A4F771E32C20}">
      <dgm:prSet/>
      <dgm:spPr/>
      <dgm:t>
        <a:bodyPr/>
        <a:lstStyle/>
        <a:p>
          <a:endParaRPr lang="en-US"/>
        </a:p>
      </dgm:t>
    </dgm:pt>
    <dgm:pt modelId="{3232BAC3-A830-41F7-8DE3-D3F10D4985A5}">
      <dgm:prSet/>
      <dgm:spPr/>
      <dgm:t>
        <a:bodyPr/>
        <a:lstStyle/>
        <a:p>
          <a:r>
            <a:rPr lang="en-US" altLang="ja-JP">
              <a:solidFill>
                <a:srgbClr val="003300"/>
              </a:solidFill>
            </a:rPr>
            <a:t>④ Start to Finish (SF)</a:t>
          </a:r>
          <a:endParaRPr lang="ja-JP" altLang="en-US"/>
        </a:p>
      </dgm:t>
    </dgm:pt>
    <dgm:pt modelId="{354BA1F3-2876-4D9C-B840-2202541CAEA2}" type="parTrans" cxnId="{47F6494A-FB5D-470F-8804-5A4D6FA5F547}">
      <dgm:prSet/>
      <dgm:spPr/>
      <dgm:t>
        <a:bodyPr/>
        <a:lstStyle/>
        <a:p>
          <a:endParaRPr lang="en-US"/>
        </a:p>
      </dgm:t>
    </dgm:pt>
    <dgm:pt modelId="{5E575187-604D-4B8F-A057-8B7E90A73629}" type="sibTrans" cxnId="{47F6494A-FB5D-470F-8804-5A4D6FA5F547}">
      <dgm:prSet/>
      <dgm:spPr/>
      <dgm:t>
        <a:bodyPr/>
        <a:lstStyle/>
        <a:p>
          <a:endParaRPr lang="en-US"/>
        </a:p>
      </dgm:t>
    </dgm:pt>
    <dgm:pt modelId="{5A5817EE-6733-4EEE-8B82-45DA6305CCA2}">
      <dgm:prSet/>
      <dgm:spPr/>
      <dgm:t>
        <a:bodyPr/>
        <a:lstStyle/>
        <a:p>
          <a:r>
            <a:rPr lang="en-US" altLang="ja-JP"/>
            <a:t>Khi MC dẫn dắt, buổi hội thảo bắt đầu</a:t>
          </a:r>
        </a:p>
      </dgm:t>
    </dgm:pt>
    <dgm:pt modelId="{94898DD1-ECD7-4EA0-8CC8-E31EAE3FF9F3}" type="parTrans" cxnId="{67D735ED-FEA0-47C2-8B19-4DB220067E0F}">
      <dgm:prSet/>
      <dgm:spPr/>
      <dgm:t>
        <a:bodyPr/>
        <a:lstStyle/>
        <a:p>
          <a:endParaRPr lang="en-US"/>
        </a:p>
      </dgm:t>
    </dgm:pt>
    <dgm:pt modelId="{7E65D7EE-9F0C-440E-A3F6-AB329C628A8D}" type="sibTrans" cxnId="{67D735ED-FEA0-47C2-8B19-4DB220067E0F}">
      <dgm:prSet/>
      <dgm:spPr/>
      <dgm:t>
        <a:bodyPr/>
        <a:lstStyle/>
        <a:p>
          <a:endParaRPr lang="en-US"/>
        </a:p>
      </dgm:t>
    </dgm:pt>
    <dgm:pt modelId="{C0A80C99-8390-4024-A5E1-15B59E1461CB}">
      <dgm:prSet/>
      <dgm:spPr/>
      <dgm:t>
        <a:bodyPr/>
        <a:lstStyle/>
        <a:p>
          <a:r>
            <a:rPr lang="en-US" altLang="ja-JP"/>
            <a:t>Khi buổi hội thảo bắt đầu,  quá trình đón khách kết thúc</a:t>
          </a:r>
          <a:endParaRPr lang="ja-JP" altLang="en-US"/>
        </a:p>
      </dgm:t>
    </dgm:pt>
    <dgm:pt modelId="{69DAA121-818F-4E23-BB5D-19499136A5C0}" type="parTrans" cxnId="{3AC621A5-4F07-4BCA-9236-5192861FAB93}">
      <dgm:prSet/>
      <dgm:spPr/>
      <dgm:t>
        <a:bodyPr/>
        <a:lstStyle/>
        <a:p>
          <a:endParaRPr lang="en-US"/>
        </a:p>
      </dgm:t>
    </dgm:pt>
    <dgm:pt modelId="{373E538E-00B3-4885-AA15-62A154787E8F}" type="sibTrans" cxnId="{3AC621A5-4F07-4BCA-9236-5192861FAB93}">
      <dgm:prSet/>
      <dgm:spPr/>
      <dgm:t>
        <a:bodyPr/>
        <a:lstStyle/>
        <a:p>
          <a:endParaRPr lang="en-US"/>
        </a:p>
      </dgm:t>
    </dgm:pt>
    <dgm:pt modelId="{BC7283E3-3405-488F-94A5-86C612A9B1F6}" type="pres">
      <dgm:prSet presAssocID="{A4BDBCFF-70F9-4B61-9A47-10FA9B50CB0B}" presName="Name0" presStyleCnt="0">
        <dgm:presLayoutVars>
          <dgm:chMax/>
          <dgm:chPref val="3"/>
          <dgm:dir/>
          <dgm:animOne val="branch"/>
          <dgm:animLvl val="lvl"/>
        </dgm:presLayoutVars>
      </dgm:prSet>
      <dgm:spPr/>
      <dgm:t>
        <a:bodyPr/>
        <a:lstStyle/>
        <a:p>
          <a:endParaRPr lang="en-US"/>
        </a:p>
      </dgm:t>
    </dgm:pt>
    <dgm:pt modelId="{81F95D08-463C-4915-A5A9-2A42637256B3}" type="pres">
      <dgm:prSet presAssocID="{275286FA-C71B-48D6-BD42-964D7EE74701}" presName="composite" presStyleCnt="0"/>
      <dgm:spPr/>
    </dgm:pt>
    <dgm:pt modelId="{84A91F83-FF60-40C0-A990-ADB293F0F0D6}" type="pres">
      <dgm:prSet presAssocID="{275286FA-C71B-48D6-BD42-964D7EE74701}" presName="FirstChild" presStyleLbl="revTx" presStyleIdx="0" presStyleCnt="4">
        <dgm:presLayoutVars>
          <dgm:chMax val="0"/>
          <dgm:chPref val="0"/>
          <dgm:bulletEnabled val="1"/>
        </dgm:presLayoutVars>
      </dgm:prSet>
      <dgm:spPr/>
      <dgm:t>
        <a:bodyPr/>
        <a:lstStyle/>
        <a:p>
          <a:endParaRPr lang="en-US"/>
        </a:p>
      </dgm:t>
    </dgm:pt>
    <dgm:pt modelId="{2F579D9D-66B9-4E23-925F-B77624D06A96}" type="pres">
      <dgm:prSet presAssocID="{275286FA-C71B-48D6-BD42-964D7EE74701}" presName="Parent" presStyleLbl="alignNode1" presStyleIdx="0" presStyleCnt="4">
        <dgm:presLayoutVars>
          <dgm:chMax val="3"/>
          <dgm:chPref val="3"/>
          <dgm:bulletEnabled val="1"/>
        </dgm:presLayoutVars>
      </dgm:prSet>
      <dgm:spPr/>
      <dgm:t>
        <a:bodyPr/>
        <a:lstStyle/>
        <a:p>
          <a:endParaRPr lang="en-US"/>
        </a:p>
      </dgm:t>
    </dgm:pt>
    <dgm:pt modelId="{9F08826A-5530-491D-A41F-69AA0C24F854}" type="pres">
      <dgm:prSet presAssocID="{275286FA-C71B-48D6-BD42-964D7EE74701}" presName="Accent" presStyleLbl="parChTrans1D1" presStyleIdx="0" presStyleCnt="4"/>
      <dgm:spPr/>
    </dgm:pt>
    <dgm:pt modelId="{95D83516-57BE-4AB7-BBB0-0BFB49BDD09B}" type="pres">
      <dgm:prSet presAssocID="{BD563A2E-5957-43C9-8A84-D92021D215BD}" presName="sibTrans" presStyleCnt="0"/>
      <dgm:spPr/>
    </dgm:pt>
    <dgm:pt modelId="{470310BE-FC36-4612-9E7A-0DDC6C6C928A}" type="pres">
      <dgm:prSet presAssocID="{592D9097-FA60-4072-8B70-A9C629E0275E}" presName="composite" presStyleCnt="0"/>
      <dgm:spPr/>
    </dgm:pt>
    <dgm:pt modelId="{2A8EE714-F187-47CD-A105-807B51717AFF}" type="pres">
      <dgm:prSet presAssocID="{592D9097-FA60-4072-8B70-A9C629E0275E}" presName="FirstChild" presStyleLbl="revTx" presStyleIdx="1" presStyleCnt="4">
        <dgm:presLayoutVars>
          <dgm:chMax val="0"/>
          <dgm:chPref val="0"/>
          <dgm:bulletEnabled val="1"/>
        </dgm:presLayoutVars>
      </dgm:prSet>
      <dgm:spPr/>
      <dgm:t>
        <a:bodyPr/>
        <a:lstStyle/>
        <a:p>
          <a:endParaRPr lang="en-US"/>
        </a:p>
      </dgm:t>
    </dgm:pt>
    <dgm:pt modelId="{AC7E6E18-4D64-41D6-9DE0-397C98322F2B}" type="pres">
      <dgm:prSet presAssocID="{592D9097-FA60-4072-8B70-A9C629E0275E}" presName="Parent" presStyleLbl="alignNode1" presStyleIdx="1" presStyleCnt="4">
        <dgm:presLayoutVars>
          <dgm:chMax val="3"/>
          <dgm:chPref val="3"/>
          <dgm:bulletEnabled val="1"/>
        </dgm:presLayoutVars>
      </dgm:prSet>
      <dgm:spPr/>
      <dgm:t>
        <a:bodyPr/>
        <a:lstStyle/>
        <a:p>
          <a:endParaRPr lang="en-US"/>
        </a:p>
      </dgm:t>
    </dgm:pt>
    <dgm:pt modelId="{6F66CB2B-1F96-4543-8BB8-CA1006EFEEAA}" type="pres">
      <dgm:prSet presAssocID="{592D9097-FA60-4072-8B70-A9C629E0275E}" presName="Accent" presStyleLbl="parChTrans1D1" presStyleIdx="1" presStyleCnt="4"/>
      <dgm:spPr/>
    </dgm:pt>
    <dgm:pt modelId="{2F704E06-A825-4619-8ABE-F060EAEA0286}" type="pres">
      <dgm:prSet presAssocID="{53005E14-FD8E-4689-808B-F34AA1C2064B}" presName="sibTrans" presStyleCnt="0"/>
      <dgm:spPr/>
    </dgm:pt>
    <dgm:pt modelId="{B8EA4D58-8A16-4CD6-9382-4B0F18A84ABF}" type="pres">
      <dgm:prSet presAssocID="{1BB2DDEA-00CC-4194-919A-11204A644AB5}" presName="composite" presStyleCnt="0"/>
      <dgm:spPr/>
    </dgm:pt>
    <dgm:pt modelId="{D45F1457-1291-4B2B-8634-9EF9885283B1}" type="pres">
      <dgm:prSet presAssocID="{1BB2DDEA-00CC-4194-919A-11204A644AB5}" presName="FirstChild" presStyleLbl="revTx" presStyleIdx="2" presStyleCnt="4">
        <dgm:presLayoutVars>
          <dgm:chMax val="0"/>
          <dgm:chPref val="0"/>
          <dgm:bulletEnabled val="1"/>
        </dgm:presLayoutVars>
      </dgm:prSet>
      <dgm:spPr/>
      <dgm:t>
        <a:bodyPr/>
        <a:lstStyle/>
        <a:p>
          <a:endParaRPr lang="en-US"/>
        </a:p>
      </dgm:t>
    </dgm:pt>
    <dgm:pt modelId="{67E917A5-B641-4E43-9D64-CE6C50669869}" type="pres">
      <dgm:prSet presAssocID="{1BB2DDEA-00CC-4194-919A-11204A644AB5}" presName="Parent" presStyleLbl="alignNode1" presStyleIdx="2" presStyleCnt="4">
        <dgm:presLayoutVars>
          <dgm:chMax val="3"/>
          <dgm:chPref val="3"/>
          <dgm:bulletEnabled val="1"/>
        </dgm:presLayoutVars>
      </dgm:prSet>
      <dgm:spPr/>
      <dgm:t>
        <a:bodyPr/>
        <a:lstStyle/>
        <a:p>
          <a:endParaRPr lang="en-US"/>
        </a:p>
      </dgm:t>
    </dgm:pt>
    <dgm:pt modelId="{865AB47E-CEBE-4633-A814-4E3159C17B11}" type="pres">
      <dgm:prSet presAssocID="{1BB2DDEA-00CC-4194-919A-11204A644AB5}" presName="Accent" presStyleLbl="parChTrans1D1" presStyleIdx="2" presStyleCnt="4"/>
      <dgm:spPr/>
    </dgm:pt>
    <dgm:pt modelId="{76997F37-D0AF-4F8B-80E3-AE087F2FB89E}" type="pres">
      <dgm:prSet presAssocID="{3B663715-A45C-429A-B78D-3C43B9C87262}" presName="sibTrans" presStyleCnt="0"/>
      <dgm:spPr/>
    </dgm:pt>
    <dgm:pt modelId="{6E4632D0-7543-4E3F-95C0-48DCEDA16F16}" type="pres">
      <dgm:prSet presAssocID="{3232BAC3-A830-41F7-8DE3-D3F10D4985A5}" presName="composite" presStyleCnt="0"/>
      <dgm:spPr/>
    </dgm:pt>
    <dgm:pt modelId="{F0D013F5-0D59-40AE-AF87-7A543BC639B0}" type="pres">
      <dgm:prSet presAssocID="{3232BAC3-A830-41F7-8DE3-D3F10D4985A5}" presName="FirstChild" presStyleLbl="revTx" presStyleIdx="3" presStyleCnt="4">
        <dgm:presLayoutVars>
          <dgm:chMax val="0"/>
          <dgm:chPref val="0"/>
          <dgm:bulletEnabled val="1"/>
        </dgm:presLayoutVars>
      </dgm:prSet>
      <dgm:spPr/>
      <dgm:t>
        <a:bodyPr/>
        <a:lstStyle/>
        <a:p>
          <a:endParaRPr lang="en-US"/>
        </a:p>
      </dgm:t>
    </dgm:pt>
    <dgm:pt modelId="{E5D3DEC0-7C40-48B6-B043-B2B51E76DEE9}" type="pres">
      <dgm:prSet presAssocID="{3232BAC3-A830-41F7-8DE3-D3F10D4985A5}" presName="Parent" presStyleLbl="alignNode1" presStyleIdx="3" presStyleCnt="4">
        <dgm:presLayoutVars>
          <dgm:chMax val="3"/>
          <dgm:chPref val="3"/>
          <dgm:bulletEnabled val="1"/>
        </dgm:presLayoutVars>
      </dgm:prSet>
      <dgm:spPr/>
      <dgm:t>
        <a:bodyPr/>
        <a:lstStyle/>
        <a:p>
          <a:endParaRPr lang="en-US"/>
        </a:p>
      </dgm:t>
    </dgm:pt>
    <dgm:pt modelId="{E63E4F52-8368-4F99-911E-EB2424084EA4}" type="pres">
      <dgm:prSet presAssocID="{3232BAC3-A830-41F7-8DE3-D3F10D4985A5}" presName="Accent" presStyleLbl="parChTrans1D1" presStyleIdx="3" presStyleCnt="4"/>
      <dgm:spPr/>
    </dgm:pt>
  </dgm:ptLst>
  <dgm:cxnLst>
    <dgm:cxn modelId="{47F6494A-FB5D-470F-8804-5A4D6FA5F547}" srcId="{A4BDBCFF-70F9-4B61-9A47-10FA9B50CB0B}" destId="{3232BAC3-A830-41F7-8DE3-D3F10D4985A5}" srcOrd="3" destOrd="0" parTransId="{354BA1F3-2876-4D9C-B840-2202541CAEA2}" sibTransId="{5E575187-604D-4B8F-A057-8B7E90A73629}"/>
    <dgm:cxn modelId="{0D428698-8C4A-44F1-B4EB-A12137710D60}" srcId="{A4BDBCFF-70F9-4B61-9A47-10FA9B50CB0B}" destId="{275286FA-C71B-48D6-BD42-964D7EE74701}" srcOrd="0" destOrd="0" parTransId="{23E7F912-12AA-4476-8415-6528F55FE47E}" sibTransId="{BD563A2E-5957-43C9-8A84-D92021D215BD}"/>
    <dgm:cxn modelId="{E830FD97-147C-41EE-A367-4498358816C7}" type="presOf" srcId="{1BB2DDEA-00CC-4194-919A-11204A644AB5}" destId="{67E917A5-B641-4E43-9D64-CE6C50669869}" srcOrd="0" destOrd="0" presId="urn:microsoft.com/office/officeart/2011/layout/TabList"/>
    <dgm:cxn modelId="{375DB330-FF53-4C5C-A1F9-70A5C089753B}" srcId="{275286FA-C71B-48D6-BD42-964D7EE74701}" destId="{07FDB667-1E75-4C4D-A768-4B68B2E55433}" srcOrd="0" destOrd="0" parTransId="{E338298A-D826-447D-A3AF-E6C6858A8DEB}" sibTransId="{8FFFF5D4-64AF-4042-8915-74CB94B3E5D3}"/>
    <dgm:cxn modelId="{92F75EA3-C6D4-4D62-BEBF-A958583AE909}" type="presOf" srcId="{07FDB667-1E75-4C4D-A768-4B68B2E55433}" destId="{84A91F83-FF60-40C0-A990-ADB293F0F0D6}" srcOrd="0" destOrd="0" presId="urn:microsoft.com/office/officeart/2011/layout/TabList"/>
    <dgm:cxn modelId="{F41FCA67-0C6A-40E0-9EEC-6907C316E516}" type="presOf" srcId="{5A5817EE-6733-4EEE-8B82-45DA6305CCA2}" destId="{D45F1457-1291-4B2B-8634-9EF9885283B1}" srcOrd="0" destOrd="0" presId="urn:microsoft.com/office/officeart/2011/layout/TabList"/>
    <dgm:cxn modelId="{A2866174-554D-430F-B0D8-5D1376CFACAF}" type="presOf" srcId="{3232BAC3-A830-41F7-8DE3-D3F10D4985A5}" destId="{E5D3DEC0-7C40-48B6-B043-B2B51E76DEE9}" srcOrd="0" destOrd="0" presId="urn:microsoft.com/office/officeart/2011/layout/TabList"/>
    <dgm:cxn modelId="{D37D2983-F6BB-48FA-BB9F-487BDEDDACDD}" type="presOf" srcId="{592D9097-FA60-4072-8B70-A9C629E0275E}" destId="{AC7E6E18-4D64-41D6-9DE0-397C98322F2B}" srcOrd="0" destOrd="0" presId="urn:microsoft.com/office/officeart/2011/layout/TabList"/>
    <dgm:cxn modelId="{E514E1F7-496D-4666-9845-345D3884F82D}" srcId="{592D9097-FA60-4072-8B70-A9C629E0275E}" destId="{9D33CCC2-B7EC-4832-A6A5-2316349C87FA}" srcOrd="0" destOrd="0" parTransId="{595945C2-DB41-42BB-9EE7-20CB93C402DB}" sibTransId="{7107D4A4-A2B7-45BC-883B-BCF416BC0A5F}"/>
    <dgm:cxn modelId="{4666D90B-C326-4075-B89C-555E8A91E215}" type="presOf" srcId="{A4BDBCFF-70F9-4B61-9A47-10FA9B50CB0B}" destId="{BC7283E3-3405-488F-94A5-86C612A9B1F6}" srcOrd="0" destOrd="0" presId="urn:microsoft.com/office/officeart/2011/layout/TabList"/>
    <dgm:cxn modelId="{37E7B7AE-1465-44C8-9723-71672D4056D4}" type="presOf" srcId="{275286FA-C71B-48D6-BD42-964D7EE74701}" destId="{2F579D9D-66B9-4E23-925F-B77624D06A96}" srcOrd="0" destOrd="0" presId="urn:microsoft.com/office/officeart/2011/layout/TabList"/>
    <dgm:cxn modelId="{7D9118F7-80CC-45F2-B37E-E63572BBDF29}" type="presOf" srcId="{9D33CCC2-B7EC-4832-A6A5-2316349C87FA}" destId="{2A8EE714-F187-47CD-A105-807B51717AFF}" srcOrd="0" destOrd="0" presId="urn:microsoft.com/office/officeart/2011/layout/TabList"/>
    <dgm:cxn modelId="{67D735ED-FEA0-47C2-8B19-4DB220067E0F}" srcId="{1BB2DDEA-00CC-4194-919A-11204A644AB5}" destId="{5A5817EE-6733-4EEE-8B82-45DA6305CCA2}" srcOrd="0" destOrd="0" parTransId="{94898DD1-ECD7-4EA0-8CC8-E31EAE3FF9F3}" sibTransId="{7E65D7EE-9F0C-440E-A3F6-AB329C628A8D}"/>
    <dgm:cxn modelId="{3AC621A5-4F07-4BCA-9236-5192861FAB93}" srcId="{3232BAC3-A830-41F7-8DE3-D3F10D4985A5}" destId="{C0A80C99-8390-4024-A5E1-15B59E1461CB}" srcOrd="0" destOrd="0" parTransId="{69DAA121-818F-4E23-BB5D-19499136A5C0}" sibTransId="{373E538E-00B3-4885-AA15-62A154787E8F}"/>
    <dgm:cxn modelId="{FF32AA1C-7704-4FC3-BBAB-A4F771E32C20}" srcId="{A4BDBCFF-70F9-4B61-9A47-10FA9B50CB0B}" destId="{1BB2DDEA-00CC-4194-919A-11204A644AB5}" srcOrd="2" destOrd="0" parTransId="{D228B29B-AB27-400B-916E-8345A74390A9}" sibTransId="{3B663715-A45C-429A-B78D-3C43B9C87262}"/>
    <dgm:cxn modelId="{6F3AD153-F85B-4E01-9C59-05927BB36E25}" srcId="{A4BDBCFF-70F9-4B61-9A47-10FA9B50CB0B}" destId="{592D9097-FA60-4072-8B70-A9C629E0275E}" srcOrd="1" destOrd="0" parTransId="{285721D2-A9E3-44DF-8E90-81B595A50EF4}" sibTransId="{53005E14-FD8E-4689-808B-F34AA1C2064B}"/>
    <dgm:cxn modelId="{28CC9087-B53B-4225-A9BD-6CC037A0D161}" type="presOf" srcId="{C0A80C99-8390-4024-A5E1-15B59E1461CB}" destId="{F0D013F5-0D59-40AE-AF87-7A543BC639B0}" srcOrd="0" destOrd="0" presId="urn:microsoft.com/office/officeart/2011/layout/TabList"/>
    <dgm:cxn modelId="{7A3F54A5-4464-4F47-A396-2A2867341935}" type="presParOf" srcId="{BC7283E3-3405-488F-94A5-86C612A9B1F6}" destId="{81F95D08-463C-4915-A5A9-2A42637256B3}" srcOrd="0" destOrd="0" presId="urn:microsoft.com/office/officeart/2011/layout/TabList"/>
    <dgm:cxn modelId="{81459C74-FFAF-4027-B529-69A66E288F36}" type="presParOf" srcId="{81F95D08-463C-4915-A5A9-2A42637256B3}" destId="{84A91F83-FF60-40C0-A990-ADB293F0F0D6}" srcOrd="0" destOrd="0" presId="urn:microsoft.com/office/officeart/2011/layout/TabList"/>
    <dgm:cxn modelId="{96EB2DDF-42A1-4675-83DE-74E0E008491D}" type="presParOf" srcId="{81F95D08-463C-4915-A5A9-2A42637256B3}" destId="{2F579D9D-66B9-4E23-925F-B77624D06A96}" srcOrd="1" destOrd="0" presId="urn:microsoft.com/office/officeart/2011/layout/TabList"/>
    <dgm:cxn modelId="{152391B3-E832-4B6E-9B7E-0878911EB45D}" type="presParOf" srcId="{81F95D08-463C-4915-A5A9-2A42637256B3}" destId="{9F08826A-5530-491D-A41F-69AA0C24F854}" srcOrd="2" destOrd="0" presId="urn:microsoft.com/office/officeart/2011/layout/TabList"/>
    <dgm:cxn modelId="{E2D10EDC-A067-4421-8A7D-C4F7E93D47B3}" type="presParOf" srcId="{BC7283E3-3405-488F-94A5-86C612A9B1F6}" destId="{95D83516-57BE-4AB7-BBB0-0BFB49BDD09B}" srcOrd="1" destOrd="0" presId="urn:microsoft.com/office/officeart/2011/layout/TabList"/>
    <dgm:cxn modelId="{9E6C4B36-D25F-4E68-B8D2-0B323788128C}" type="presParOf" srcId="{BC7283E3-3405-488F-94A5-86C612A9B1F6}" destId="{470310BE-FC36-4612-9E7A-0DDC6C6C928A}" srcOrd="2" destOrd="0" presId="urn:microsoft.com/office/officeart/2011/layout/TabList"/>
    <dgm:cxn modelId="{BD191429-1E9F-496B-9812-D24F16FA7E55}" type="presParOf" srcId="{470310BE-FC36-4612-9E7A-0DDC6C6C928A}" destId="{2A8EE714-F187-47CD-A105-807B51717AFF}" srcOrd="0" destOrd="0" presId="urn:microsoft.com/office/officeart/2011/layout/TabList"/>
    <dgm:cxn modelId="{0DD19059-68AC-4694-96D7-471F35CC9B94}" type="presParOf" srcId="{470310BE-FC36-4612-9E7A-0DDC6C6C928A}" destId="{AC7E6E18-4D64-41D6-9DE0-397C98322F2B}" srcOrd="1" destOrd="0" presId="urn:microsoft.com/office/officeart/2011/layout/TabList"/>
    <dgm:cxn modelId="{663504F0-D2F0-4E2F-8254-52F2B10A3892}" type="presParOf" srcId="{470310BE-FC36-4612-9E7A-0DDC6C6C928A}" destId="{6F66CB2B-1F96-4543-8BB8-CA1006EFEEAA}" srcOrd="2" destOrd="0" presId="urn:microsoft.com/office/officeart/2011/layout/TabList"/>
    <dgm:cxn modelId="{02F65BE1-073F-47AC-874D-67E9C1E5D7D4}" type="presParOf" srcId="{BC7283E3-3405-488F-94A5-86C612A9B1F6}" destId="{2F704E06-A825-4619-8ABE-F060EAEA0286}" srcOrd="3" destOrd="0" presId="urn:microsoft.com/office/officeart/2011/layout/TabList"/>
    <dgm:cxn modelId="{74384335-F462-46BF-B575-6C7A7A5BCFF0}" type="presParOf" srcId="{BC7283E3-3405-488F-94A5-86C612A9B1F6}" destId="{B8EA4D58-8A16-4CD6-9382-4B0F18A84ABF}" srcOrd="4" destOrd="0" presId="urn:microsoft.com/office/officeart/2011/layout/TabList"/>
    <dgm:cxn modelId="{ECBEBAC5-9F4A-40BC-9D67-85BA96363C0A}" type="presParOf" srcId="{B8EA4D58-8A16-4CD6-9382-4B0F18A84ABF}" destId="{D45F1457-1291-4B2B-8634-9EF9885283B1}" srcOrd="0" destOrd="0" presId="urn:microsoft.com/office/officeart/2011/layout/TabList"/>
    <dgm:cxn modelId="{EF825E97-7A42-453A-A88F-1D0F02D7C27C}" type="presParOf" srcId="{B8EA4D58-8A16-4CD6-9382-4B0F18A84ABF}" destId="{67E917A5-B641-4E43-9D64-CE6C50669869}" srcOrd="1" destOrd="0" presId="urn:microsoft.com/office/officeart/2011/layout/TabList"/>
    <dgm:cxn modelId="{67254D5A-ED3E-43C7-A097-4C59DD75C79D}" type="presParOf" srcId="{B8EA4D58-8A16-4CD6-9382-4B0F18A84ABF}" destId="{865AB47E-CEBE-4633-A814-4E3159C17B11}" srcOrd="2" destOrd="0" presId="urn:microsoft.com/office/officeart/2011/layout/TabList"/>
    <dgm:cxn modelId="{2A47815D-E918-4133-B88D-D140AC06318E}" type="presParOf" srcId="{BC7283E3-3405-488F-94A5-86C612A9B1F6}" destId="{76997F37-D0AF-4F8B-80E3-AE087F2FB89E}" srcOrd="5" destOrd="0" presId="urn:microsoft.com/office/officeart/2011/layout/TabList"/>
    <dgm:cxn modelId="{C6126338-CB44-4486-BD68-74584E0D25A5}" type="presParOf" srcId="{BC7283E3-3405-488F-94A5-86C612A9B1F6}" destId="{6E4632D0-7543-4E3F-95C0-48DCEDA16F16}" srcOrd="6" destOrd="0" presId="urn:microsoft.com/office/officeart/2011/layout/TabList"/>
    <dgm:cxn modelId="{FFFF9BA6-A2D9-47CC-8A88-9935FD7AAE6F}" type="presParOf" srcId="{6E4632D0-7543-4E3F-95C0-48DCEDA16F16}" destId="{F0D013F5-0D59-40AE-AF87-7A543BC639B0}" srcOrd="0" destOrd="0" presId="urn:microsoft.com/office/officeart/2011/layout/TabList"/>
    <dgm:cxn modelId="{A2EF1C8E-2680-459F-A62F-D617E0417AC2}" type="presParOf" srcId="{6E4632D0-7543-4E3F-95C0-48DCEDA16F16}" destId="{E5D3DEC0-7C40-48B6-B043-B2B51E76DEE9}" srcOrd="1" destOrd="0" presId="urn:microsoft.com/office/officeart/2011/layout/TabList"/>
    <dgm:cxn modelId="{935362E5-1112-4AA0-ADAB-A1110A7D6A92}" type="presParOf" srcId="{6E4632D0-7543-4E3F-95C0-48DCEDA16F16}" destId="{E63E4F52-8368-4F99-911E-EB2424084EA4}" srcOrd="2" destOrd="0" presId="urn:microsoft.com/office/officeart/2011/layout/Tab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90026B6-DFBF-4778-8A5F-E532BF02F947}" type="doc">
      <dgm:prSet loTypeId="urn:microsoft.com/office/officeart/2005/8/layout/default" loCatId="list" qsTypeId="urn:microsoft.com/office/officeart/2005/8/quickstyle/simple3" qsCatId="simple" csTypeId="urn:microsoft.com/office/officeart/2005/8/colors/colorful1" csCatId="colorful" phldr="1"/>
      <dgm:spPr/>
      <dgm:t>
        <a:bodyPr/>
        <a:lstStyle/>
        <a:p>
          <a:endParaRPr lang="en-US"/>
        </a:p>
      </dgm:t>
    </dgm:pt>
    <dgm:pt modelId="{FDB76D16-C78C-42EF-9E38-9EF83392A50F}">
      <dgm:prSet phldrT="[Text]"/>
      <dgm:spPr/>
      <dgm:t>
        <a:bodyPr/>
        <a:lstStyle/>
        <a:p>
          <a:r>
            <a:rPr lang="en-US" b="1" i="0"/>
            <a:t>Analogous estimating</a:t>
          </a:r>
          <a:endParaRPr lang="en-US"/>
        </a:p>
      </dgm:t>
    </dgm:pt>
    <dgm:pt modelId="{A4AC3559-6DF9-4BBF-9CF5-0C64BB9DD020}" type="parTrans" cxnId="{36E27B9F-03DF-4CDB-A301-B92755BC47FD}">
      <dgm:prSet/>
      <dgm:spPr/>
      <dgm:t>
        <a:bodyPr/>
        <a:lstStyle/>
        <a:p>
          <a:endParaRPr lang="en-US"/>
        </a:p>
      </dgm:t>
    </dgm:pt>
    <dgm:pt modelId="{C0600697-57B1-412E-B2F5-44A354933869}" type="sibTrans" cxnId="{36E27B9F-03DF-4CDB-A301-B92755BC47FD}">
      <dgm:prSet/>
      <dgm:spPr/>
      <dgm:t>
        <a:bodyPr/>
        <a:lstStyle/>
        <a:p>
          <a:endParaRPr lang="en-US"/>
        </a:p>
      </dgm:t>
    </dgm:pt>
    <dgm:pt modelId="{8C032D8C-EFD0-4541-95DB-691B15C03FE6}">
      <dgm:prSet phldrT="[Text]"/>
      <dgm:spPr/>
      <dgm:t>
        <a:bodyPr/>
        <a:lstStyle/>
        <a:p>
          <a:r>
            <a:rPr lang="en-US"/>
            <a:t>Ước lượng lựa trên các dự án tương tự đã làm</a:t>
          </a:r>
        </a:p>
      </dgm:t>
    </dgm:pt>
    <dgm:pt modelId="{6E4F8A98-3B19-474C-9AE4-30FC3B30B702}" type="parTrans" cxnId="{AB993594-8C45-4058-920F-708829D80BFD}">
      <dgm:prSet/>
      <dgm:spPr/>
      <dgm:t>
        <a:bodyPr/>
        <a:lstStyle/>
        <a:p>
          <a:endParaRPr lang="en-US"/>
        </a:p>
      </dgm:t>
    </dgm:pt>
    <dgm:pt modelId="{42C5867F-88A3-425B-8A35-D84C4F6EBCC5}" type="sibTrans" cxnId="{AB993594-8C45-4058-920F-708829D80BFD}">
      <dgm:prSet/>
      <dgm:spPr/>
      <dgm:t>
        <a:bodyPr/>
        <a:lstStyle/>
        <a:p>
          <a:endParaRPr lang="en-US"/>
        </a:p>
      </dgm:t>
    </dgm:pt>
    <dgm:pt modelId="{66068A9C-2C7A-4BE7-A7D9-D6980A604390}">
      <dgm:prSet phldrT="[Text]"/>
      <dgm:spPr/>
      <dgm:t>
        <a:bodyPr/>
        <a:lstStyle/>
        <a:p>
          <a:r>
            <a:rPr lang="en-US" b="1" i="0"/>
            <a:t>Parametric estimating</a:t>
          </a:r>
          <a:endParaRPr lang="en-US"/>
        </a:p>
      </dgm:t>
    </dgm:pt>
    <dgm:pt modelId="{DC8A526F-DAD3-4C67-86CB-EEA4BE8F22BF}" type="parTrans" cxnId="{F0E78733-9E0F-4F2E-9E43-65E9E11EBA70}">
      <dgm:prSet/>
      <dgm:spPr/>
      <dgm:t>
        <a:bodyPr/>
        <a:lstStyle/>
        <a:p>
          <a:endParaRPr lang="en-US"/>
        </a:p>
      </dgm:t>
    </dgm:pt>
    <dgm:pt modelId="{DD3639FE-CF8F-4C71-8F0E-E1A9E4166643}" type="sibTrans" cxnId="{F0E78733-9E0F-4F2E-9E43-65E9E11EBA70}">
      <dgm:prSet/>
      <dgm:spPr/>
      <dgm:t>
        <a:bodyPr/>
        <a:lstStyle/>
        <a:p>
          <a:endParaRPr lang="en-US"/>
        </a:p>
      </dgm:t>
    </dgm:pt>
    <dgm:pt modelId="{D8BAA760-3DF6-4330-9665-225340199738}">
      <dgm:prSet phldrT="[Text]"/>
      <dgm:spPr/>
      <dgm:t>
        <a:bodyPr/>
        <a:lstStyle/>
        <a:p>
          <a:r>
            <a:rPr lang="en-US"/>
            <a:t>= </a:t>
          </a:r>
          <a:r>
            <a:rPr lang="en-US" b="1" i="0"/>
            <a:t>Analogous estimating + tham số hiệu chỉnh</a:t>
          </a:r>
          <a:endParaRPr lang="en-US"/>
        </a:p>
      </dgm:t>
    </dgm:pt>
    <dgm:pt modelId="{38A41DD1-39F7-4FD0-BB08-244408796DB6}" type="parTrans" cxnId="{6487DC13-F7BD-46E5-A76B-0C992610E9B9}">
      <dgm:prSet/>
      <dgm:spPr/>
      <dgm:t>
        <a:bodyPr/>
        <a:lstStyle/>
        <a:p>
          <a:endParaRPr lang="en-US"/>
        </a:p>
      </dgm:t>
    </dgm:pt>
    <dgm:pt modelId="{4D990094-B724-4974-A48F-004A60687F28}" type="sibTrans" cxnId="{6487DC13-F7BD-46E5-A76B-0C992610E9B9}">
      <dgm:prSet/>
      <dgm:spPr/>
      <dgm:t>
        <a:bodyPr/>
        <a:lstStyle/>
        <a:p>
          <a:endParaRPr lang="en-US"/>
        </a:p>
      </dgm:t>
    </dgm:pt>
    <dgm:pt modelId="{52644DF0-2C5B-4BBD-864B-F0FA475063A7}">
      <dgm:prSet phldrT="[Text]"/>
      <dgm:spPr/>
      <dgm:t>
        <a:bodyPr/>
        <a:lstStyle/>
        <a:p>
          <a:r>
            <a:rPr lang="en-US"/>
            <a:t>Ví dụ: web cũ trị giá 70 triệu với 7 chức năng, vậy web mới có giá 90 tr với 9 tính năng.</a:t>
          </a:r>
        </a:p>
      </dgm:t>
    </dgm:pt>
    <dgm:pt modelId="{F4FF1FE2-5B9D-42C8-ACE9-54ED9E27CFBA}" type="parTrans" cxnId="{FE7B29C2-3B8C-4F7A-A6B0-2D5EFA85B13B}">
      <dgm:prSet/>
      <dgm:spPr/>
      <dgm:t>
        <a:bodyPr/>
        <a:lstStyle/>
        <a:p>
          <a:endParaRPr lang="en-US"/>
        </a:p>
      </dgm:t>
    </dgm:pt>
    <dgm:pt modelId="{2A22408C-608A-44B5-8B2F-DAEAC34ED409}" type="sibTrans" cxnId="{FE7B29C2-3B8C-4F7A-A6B0-2D5EFA85B13B}">
      <dgm:prSet/>
      <dgm:spPr/>
      <dgm:t>
        <a:bodyPr/>
        <a:lstStyle/>
        <a:p>
          <a:endParaRPr lang="en-US"/>
        </a:p>
      </dgm:t>
    </dgm:pt>
    <dgm:pt modelId="{94E69807-3091-41CD-9C42-E9323EA3F559}">
      <dgm:prSet phldrT="[Text]"/>
      <dgm:spPr/>
      <dgm:t>
        <a:bodyPr/>
        <a:lstStyle/>
        <a:p>
          <a:r>
            <a:rPr lang="en-US" b="1" i="0"/>
            <a:t>Three-point estimating</a:t>
          </a:r>
          <a:endParaRPr lang="en-US"/>
        </a:p>
      </dgm:t>
    </dgm:pt>
    <dgm:pt modelId="{F2E1A4FB-65DA-4235-AE6C-D997D24F80F9}" type="parTrans" cxnId="{48138163-F4E1-492E-A123-17039546CCFB}">
      <dgm:prSet/>
      <dgm:spPr/>
      <dgm:t>
        <a:bodyPr/>
        <a:lstStyle/>
        <a:p>
          <a:endParaRPr lang="en-US"/>
        </a:p>
      </dgm:t>
    </dgm:pt>
    <dgm:pt modelId="{ED73AB00-AA2B-4831-96A3-9DE1D592EAC1}" type="sibTrans" cxnId="{48138163-F4E1-492E-A123-17039546CCFB}">
      <dgm:prSet/>
      <dgm:spPr/>
      <dgm:t>
        <a:bodyPr/>
        <a:lstStyle/>
        <a:p>
          <a:endParaRPr lang="en-US"/>
        </a:p>
      </dgm:t>
    </dgm:pt>
    <dgm:pt modelId="{37E146D0-D39B-4B27-8561-3B581100F706}">
      <dgm:prSet phldrT="[Text]"/>
      <dgm:spPr/>
      <dgm:t>
        <a:bodyPr/>
        <a:lstStyle/>
        <a:p>
          <a:r>
            <a:rPr lang="fr-FR" b="1" i="0"/>
            <a:t>Ce = (Co  + 4 Cm        + Cp)/6</a:t>
          </a:r>
          <a:br>
            <a:rPr lang="fr-FR" b="1" i="0"/>
          </a:br>
          <a:r>
            <a:rPr lang="fr-FR" b="1" i="0"/>
            <a:t>      = (Tốt + 4 thường + Tệ)/6</a:t>
          </a:r>
          <a:endParaRPr lang="en-US"/>
        </a:p>
      </dgm:t>
    </dgm:pt>
    <dgm:pt modelId="{F8B2E3FF-1313-4415-B8CF-02DF7AE45B4B}" type="parTrans" cxnId="{C5520E81-ED7E-46E5-B5CE-88CE26489EDA}">
      <dgm:prSet/>
      <dgm:spPr/>
      <dgm:t>
        <a:bodyPr/>
        <a:lstStyle/>
        <a:p>
          <a:endParaRPr lang="en-US"/>
        </a:p>
      </dgm:t>
    </dgm:pt>
    <dgm:pt modelId="{5714D0C6-409E-49C5-9A9F-5BBAA3267ABB}" type="sibTrans" cxnId="{C5520E81-ED7E-46E5-B5CE-88CE26489EDA}">
      <dgm:prSet/>
      <dgm:spPr/>
      <dgm:t>
        <a:bodyPr/>
        <a:lstStyle/>
        <a:p>
          <a:endParaRPr lang="en-US"/>
        </a:p>
      </dgm:t>
    </dgm:pt>
    <dgm:pt modelId="{73444124-ED2C-410F-A23C-E0ED5E20E656}">
      <dgm:prSet phldrT="[Text]"/>
      <dgm:spPr/>
      <dgm:t>
        <a:bodyPr/>
        <a:lstStyle/>
        <a:p>
          <a:r>
            <a:rPr lang="en-US"/>
            <a:t>Cho thấy kết quả khá sát với thực tế</a:t>
          </a:r>
        </a:p>
      </dgm:t>
    </dgm:pt>
    <dgm:pt modelId="{0C7457C5-1CCF-4CF9-B2E8-FB2DF37ACB58}" type="parTrans" cxnId="{B135F8CC-37F9-4375-BAB0-9205994ACEA0}">
      <dgm:prSet/>
      <dgm:spPr/>
      <dgm:t>
        <a:bodyPr/>
        <a:lstStyle/>
        <a:p>
          <a:endParaRPr lang="en-US"/>
        </a:p>
      </dgm:t>
    </dgm:pt>
    <dgm:pt modelId="{7F65AFAD-8D18-4066-9622-4CC9B0EA88AE}" type="sibTrans" cxnId="{B135F8CC-37F9-4375-BAB0-9205994ACEA0}">
      <dgm:prSet/>
      <dgm:spPr/>
      <dgm:t>
        <a:bodyPr/>
        <a:lstStyle/>
        <a:p>
          <a:endParaRPr lang="en-US"/>
        </a:p>
      </dgm:t>
    </dgm:pt>
    <dgm:pt modelId="{FBA0EB49-EDEE-43A7-A63D-B139914D796F}">
      <dgm:prSet phldrT="[Text]"/>
      <dgm:spPr/>
      <dgm:t>
        <a:bodyPr/>
        <a:lstStyle/>
        <a:p>
          <a:r>
            <a:rPr lang="en-US"/>
            <a:t>Dễ làm, ít chi phí. Nếu tính tương đồng của dự án cũ-mới không cao thì sẽ rât kém chính xác</a:t>
          </a:r>
        </a:p>
      </dgm:t>
    </dgm:pt>
    <dgm:pt modelId="{73D26142-F010-4AD6-B345-B1C72B01461F}" type="parTrans" cxnId="{41411BE9-39B1-4418-8FF7-967324DB5EB3}">
      <dgm:prSet/>
      <dgm:spPr/>
      <dgm:t>
        <a:bodyPr/>
        <a:lstStyle/>
        <a:p>
          <a:endParaRPr lang="en-US"/>
        </a:p>
      </dgm:t>
    </dgm:pt>
    <dgm:pt modelId="{DFE086B3-40EB-432C-9F94-DE9198C6BC57}" type="sibTrans" cxnId="{41411BE9-39B1-4418-8FF7-967324DB5EB3}">
      <dgm:prSet/>
      <dgm:spPr/>
      <dgm:t>
        <a:bodyPr/>
        <a:lstStyle/>
        <a:p>
          <a:endParaRPr lang="en-US"/>
        </a:p>
      </dgm:t>
    </dgm:pt>
    <dgm:pt modelId="{E813B5D2-9510-4653-9831-3944AB6EAFC1}">
      <dgm:prSet phldrT="[Text]"/>
      <dgm:spPr/>
      <dgm:t>
        <a:bodyPr/>
        <a:lstStyle/>
        <a:p>
          <a:r>
            <a:rPr lang="en-US"/>
            <a:t>Ví dụ: web cũ trị giá 70 triệu, vậy web mới cũng 70 tr</a:t>
          </a:r>
        </a:p>
      </dgm:t>
    </dgm:pt>
    <dgm:pt modelId="{74FC0AC3-E224-4AC0-93E3-B41A48356B25}" type="parTrans" cxnId="{53CD8D7D-74AE-483B-838E-F3D7A5B7E66C}">
      <dgm:prSet/>
      <dgm:spPr/>
      <dgm:t>
        <a:bodyPr/>
        <a:lstStyle/>
        <a:p>
          <a:endParaRPr lang="en-US"/>
        </a:p>
      </dgm:t>
    </dgm:pt>
    <dgm:pt modelId="{C23F502E-8B95-47C4-BD1B-9BC9C805F230}" type="sibTrans" cxnId="{53CD8D7D-74AE-483B-838E-F3D7A5B7E66C}">
      <dgm:prSet/>
      <dgm:spPr/>
      <dgm:t>
        <a:bodyPr/>
        <a:lstStyle/>
        <a:p>
          <a:endParaRPr lang="en-US"/>
        </a:p>
      </dgm:t>
    </dgm:pt>
    <dgm:pt modelId="{92530C28-17CE-448D-A6BA-C7C46344B32E}">
      <dgm:prSet phldrT="[Text]"/>
      <dgm:spPr/>
      <dgm:t>
        <a:bodyPr/>
        <a:lstStyle/>
        <a:p>
          <a:r>
            <a:rPr lang="en-US" b="1" i="0"/>
            <a:t>Bottom-up estimating</a:t>
          </a:r>
          <a:endParaRPr lang="en-US"/>
        </a:p>
      </dgm:t>
    </dgm:pt>
    <dgm:pt modelId="{6A592948-41ED-4EEE-87C3-B392AFFC4E1A}" type="parTrans" cxnId="{4DA3103B-93B1-4200-85CB-4E945ABB7EEF}">
      <dgm:prSet/>
      <dgm:spPr/>
      <dgm:t>
        <a:bodyPr/>
        <a:lstStyle/>
        <a:p>
          <a:endParaRPr lang="en-US"/>
        </a:p>
      </dgm:t>
    </dgm:pt>
    <dgm:pt modelId="{401FB218-4D40-4E7A-853E-53F43B88B0A2}" type="sibTrans" cxnId="{4DA3103B-93B1-4200-85CB-4E945ABB7EEF}">
      <dgm:prSet/>
      <dgm:spPr/>
      <dgm:t>
        <a:bodyPr/>
        <a:lstStyle/>
        <a:p>
          <a:endParaRPr lang="en-US"/>
        </a:p>
      </dgm:t>
    </dgm:pt>
    <dgm:pt modelId="{D836C5E2-475F-46C3-BF3D-2CCF22D7BF42}">
      <dgm:prSet phldrT="[Text]"/>
      <dgm:spPr/>
      <dgm:t>
        <a:bodyPr/>
        <a:lstStyle/>
        <a:p>
          <a:r>
            <a:rPr lang="en-US"/>
            <a:t>Chia nhỏ dự án thành các công việc càng nhỏ càng tốt, rồi mới ước lượng</a:t>
          </a:r>
        </a:p>
      </dgm:t>
    </dgm:pt>
    <dgm:pt modelId="{12852AFE-39D4-4286-BEBC-67DC463265D2}" type="parTrans" cxnId="{33835BC9-F573-4A7A-98C9-614224FB88F0}">
      <dgm:prSet/>
      <dgm:spPr/>
      <dgm:t>
        <a:bodyPr/>
        <a:lstStyle/>
        <a:p>
          <a:endParaRPr lang="en-US"/>
        </a:p>
      </dgm:t>
    </dgm:pt>
    <dgm:pt modelId="{22EC595D-F72D-45B5-8345-AF4275EC5E2E}" type="sibTrans" cxnId="{33835BC9-F573-4A7A-98C9-614224FB88F0}">
      <dgm:prSet/>
      <dgm:spPr/>
      <dgm:t>
        <a:bodyPr/>
        <a:lstStyle/>
        <a:p>
          <a:endParaRPr lang="en-US"/>
        </a:p>
      </dgm:t>
    </dgm:pt>
    <dgm:pt modelId="{343C31DE-A1E5-4D2D-9F38-0619B63C8F26}">
      <dgm:prSet phldrT="[Text]"/>
      <dgm:spPr/>
      <dgm:t>
        <a:bodyPr/>
        <a:lstStyle/>
        <a:p>
          <a:r>
            <a:rPr lang="en-US"/>
            <a:t>Giá trị dự án = tổng giá trị các công việc nhỏ lẻ</a:t>
          </a:r>
        </a:p>
      </dgm:t>
    </dgm:pt>
    <dgm:pt modelId="{C5261802-C70A-4E94-8DD0-43E131F773EF}" type="parTrans" cxnId="{DBF2AF72-98B2-4C42-B697-B8CE381B2E44}">
      <dgm:prSet/>
      <dgm:spPr/>
      <dgm:t>
        <a:bodyPr/>
        <a:lstStyle/>
        <a:p>
          <a:endParaRPr lang="en-US"/>
        </a:p>
      </dgm:t>
    </dgm:pt>
    <dgm:pt modelId="{3967D2C7-8577-4076-BF67-4F11286E48E9}" type="sibTrans" cxnId="{DBF2AF72-98B2-4C42-B697-B8CE381B2E44}">
      <dgm:prSet/>
      <dgm:spPr/>
      <dgm:t>
        <a:bodyPr/>
        <a:lstStyle/>
        <a:p>
          <a:endParaRPr lang="en-US"/>
        </a:p>
      </dgm:t>
    </dgm:pt>
    <dgm:pt modelId="{51D0B318-11ED-4096-B18C-F7762237BDA0}">
      <dgm:prSet phldrT="[Text]"/>
      <dgm:spPr/>
      <dgm:t>
        <a:bodyPr/>
        <a:lstStyle/>
        <a:p>
          <a:r>
            <a:rPr lang="en-US"/>
            <a:t>Chính xác cao, tốn chi phí và thời gian</a:t>
          </a:r>
        </a:p>
      </dgm:t>
    </dgm:pt>
    <dgm:pt modelId="{C944992F-3818-4D1A-A623-B4649192585B}" type="parTrans" cxnId="{AD18EE37-66C4-448B-B598-41108FE828E3}">
      <dgm:prSet/>
      <dgm:spPr/>
      <dgm:t>
        <a:bodyPr/>
        <a:lstStyle/>
        <a:p>
          <a:endParaRPr lang="en-US"/>
        </a:p>
      </dgm:t>
    </dgm:pt>
    <dgm:pt modelId="{93607F0D-32EF-45DE-ACA4-BF6B32DBEDD8}" type="sibTrans" cxnId="{AD18EE37-66C4-448B-B598-41108FE828E3}">
      <dgm:prSet/>
      <dgm:spPr/>
      <dgm:t>
        <a:bodyPr/>
        <a:lstStyle/>
        <a:p>
          <a:endParaRPr lang="en-US"/>
        </a:p>
      </dgm:t>
    </dgm:pt>
    <dgm:pt modelId="{2D97E106-025E-4512-B18D-D36BCF8A4C99}" type="pres">
      <dgm:prSet presAssocID="{490026B6-DFBF-4778-8A5F-E532BF02F947}" presName="diagram" presStyleCnt="0">
        <dgm:presLayoutVars>
          <dgm:dir/>
          <dgm:resizeHandles val="exact"/>
        </dgm:presLayoutVars>
      </dgm:prSet>
      <dgm:spPr/>
      <dgm:t>
        <a:bodyPr/>
        <a:lstStyle/>
        <a:p>
          <a:endParaRPr lang="en-US"/>
        </a:p>
      </dgm:t>
    </dgm:pt>
    <dgm:pt modelId="{A85FE691-71DD-4E26-AB74-F1D5165B205A}" type="pres">
      <dgm:prSet presAssocID="{FDB76D16-C78C-42EF-9E38-9EF83392A50F}" presName="node" presStyleLbl="node1" presStyleIdx="0" presStyleCnt="4">
        <dgm:presLayoutVars>
          <dgm:bulletEnabled val="1"/>
        </dgm:presLayoutVars>
      </dgm:prSet>
      <dgm:spPr/>
      <dgm:t>
        <a:bodyPr/>
        <a:lstStyle/>
        <a:p>
          <a:endParaRPr lang="en-US"/>
        </a:p>
      </dgm:t>
    </dgm:pt>
    <dgm:pt modelId="{CDB867AD-AB13-4DC3-B99D-652915825AD4}" type="pres">
      <dgm:prSet presAssocID="{C0600697-57B1-412E-B2F5-44A354933869}" presName="sibTrans" presStyleCnt="0"/>
      <dgm:spPr/>
    </dgm:pt>
    <dgm:pt modelId="{BBE7F8CC-819A-48C7-8FD9-6F9269D52EF7}" type="pres">
      <dgm:prSet presAssocID="{66068A9C-2C7A-4BE7-A7D9-D6980A604390}" presName="node" presStyleLbl="node1" presStyleIdx="1" presStyleCnt="4">
        <dgm:presLayoutVars>
          <dgm:bulletEnabled val="1"/>
        </dgm:presLayoutVars>
      </dgm:prSet>
      <dgm:spPr/>
      <dgm:t>
        <a:bodyPr/>
        <a:lstStyle/>
        <a:p>
          <a:endParaRPr lang="en-US"/>
        </a:p>
      </dgm:t>
    </dgm:pt>
    <dgm:pt modelId="{48BA90CE-5EE7-4678-86A4-5092EB3E0E44}" type="pres">
      <dgm:prSet presAssocID="{DD3639FE-CF8F-4C71-8F0E-E1A9E4166643}" presName="sibTrans" presStyleCnt="0"/>
      <dgm:spPr/>
    </dgm:pt>
    <dgm:pt modelId="{B50F80C5-6A87-439F-B0EA-7E7D4D19B7BC}" type="pres">
      <dgm:prSet presAssocID="{94E69807-3091-41CD-9C42-E9323EA3F559}" presName="node" presStyleLbl="node1" presStyleIdx="2" presStyleCnt="4">
        <dgm:presLayoutVars>
          <dgm:bulletEnabled val="1"/>
        </dgm:presLayoutVars>
      </dgm:prSet>
      <dgm:spPr/>
      <dgm:t>
        <a:bodyPr/>
        <a:lstStyle/>
        <a:p>
          <a:endParaRPr lang="en-US"/>
        </a:p>
      </dgm:t>
    </dgm:pt>
    <dgm:pt modelId="{0EAE5A42-C593-43CC-B23C-EBF147B61174}" type="pres">
      <dgm:prSet presAssocID="{ED73AB00-AA2B-4831-96A3-9DE1D592EAC1}" presName="sibTrans" presStyleCnt="0"/>
      <dgm:spPr/>
    </dgm:pt>
    <dgm:pt modelId="{F62D5CB3-080A-4B53-B258-B6B4AD1F448E}" type="pres">
      <dgm:prSet presAssocID="{92530C28-17CE-448D-A6BA-C7C46344B32E}" presName="node" presStyleLbl="node1" presStyleIdx="3" presStyleCnt="4">
        <dgm:presLayoutVars>
          <dgm:bulletEnabled val="1"/>
        </dgm:presLayoutVars>
      </dgm:prSet>
      <dgm:spPr/>
      <dgm:t>
        <a:bodyPr/>
        <a:lstStyle/>
        <a:p>
          <a:endParaRPr lang="en-US"/>
        </a:p>
      </dgm:t>
    </dgm:pt>
  </dgm:ptLst>
  <dgm:cxnLst>
    <dgm:cxn modelId="{2F5B7270-3013-4F0A-812D-2A90B1C0CA3A}" type="presOf" srcId="{FBA0EB49-EDEE-43A7-A63D-B139914D796F}" destId="{A85FE691-71DD-4E26-AB74-F1D5165B205A}" srcOrd="0" destOrd="2" presId="urn:microsoft.com/office/officeart/2005/8/layout/default"/>
    <dgm:cxn modelId="{41411BE9-39B1-4418-8FF7-967324DB5EB3}" srcId="{FDB76D16-C78C-42EF-9E38-9EF83392A50F}" destId="{FBA0EB49-EDEE-43A7-A63D-B139914D796F}" srcOrd="1" destOrd="0" parTransId="{73D26142-F010-4AD6-B345-B1C72B01461F}" sibTransId="{DFE086B3-40EB-432C-9F94-DE9198C6BC57}"/>
    <dgm:cxn modelId="{33835BC9-F573-4A7A-98C9-614224FB88F0}" srcId="{92530C28-17CE-448D-A6BA-C7C46344B32E}" destId="{D836C5E2-475F-46C3-BF3D-2CCF22D7BF42}" srcOrd="1" destOrd="0" parTransId="{12852AFE-39D4-4286-BEBC-67DC463265D2}" sibTransId="{22EC595D-F72D-45B5-8345-AF4275EC5E2E}"/>
    <dgm:cxn modelId="{6487DC13-F7BD-46E5-A76B-0C992610E9B9}" srcId="{66068A9C-2C7A-4BE7-A7D9-D6980A604390}" destId="{D8BAA760-3DF6-4330-9665-225340199738}" srcOrd="0" destOrd="0" parTransId="{38A41DD1-39F7-4FD0-BB08-244408796DB6}" sibTransId="{4D990094-B724-4974-A48F-004A60687F28}"/>
    <dgm:cxn modelId="{C4C8DCB9-98A2-4F08-97F8-66039E026636}" type="presOf" srcId="{51D0B318-11ED-4096-B18C-F7762237BDA0}" destId="{F62D5CB3-080A-4B53-B258-B6B4AD1F448E}" srcOrd="0" destOrd="3" presId="urn:microsoft.com/office/officeart/2005/8/layout/default"/>
    <dgm:cxn modelId="{B135F8CC-37F9-4375-BAB0-9205994ACEA0}" srcId="{94E69807-3091-41CD-9C42-E9323EA3F559}" destId="{73444124-ED2C-410F-A23C-E0ED5E20E656}" srcOrd="1" destOrd="0" parTransId="{0C7457C5-1CCF-4CF9-B2E8-FB2DF37ACB58}" sibTransId="{7F65AFAD-8D18-4066-9622-4CC9B0EA88AE}"/>
    <dgm:cxn modelId="{AD18EE37-66C4-448B-B598-41108FE828E3}" srcId="{92530C28-17CE-448D-A6BA-C7C46344B32E}" destId="{51D0B318-11ED-4096-B18C-F7762237BDA0}" srcOrd="2" destOrd="0" parTransId="{C944992F-3818-4D1A-A623-B4649192585B}" sibTransId="{93607F0D-32EF-45DE-ACA4-BF6B32DBEDD8}"/>
    <dgm:cxn modelId="{DBF2AF72-98B2-4C42-B697-B8CE381B2E44}" srcId="{92530C28-17CE-448D-A6BA-C7C46344B32E}" destId="{343C31DE-A1E5-4D2D-9F38-0619B63C8F26}" srcOrd="0" destOrd="0" parTransId="{C5261802-C70A-4E94-8DD0-43E131F773EF}" sibTransId="{3967D2C7-8577-4076-BF67-4F11286E48E9}"/>
    <dgm:cxn modelId="{C5520E81-ED7E-46E5-B5CE-88CE26489EDA}" srcId="{94E69807-3091-41CD-9C42-E9323EA3F559}" destId="{37E146D0-D39B-4B27-8561-3B581100F706}" srcOrd="0" destOrd="0" parTransId="{F8B2E3FF-1313-4415-B8CF-02DF7AE45B4B}" sibTransId="{5714D0C6-409E-49C5-9A9F-5BBAA3267ABB}"/>
    <dgm:cxn modelId="{8D602008-CEF2-4761-BA23-BAC7E4602EDB}" type="presOf" srcId="{92530C28-17CE-448D-A6BA-C7C46344B32E}" destId="{F62D5CB3-080A-4B53-B258-B6B4AD1F448E}" srcOrd="0" destOrd="0" presId="urn:microsoft.com/office/officeart/2005/8/layout/default"/>
    <dgm:cxn modelId="{AB993594-8C45-4058-920F-708829D80BFD}" srcId="{FDB76D16-C78C-42EF-9E38-9EF83392A50F}" destId="{8C032D8C-EFD0-4541-95DB-691B15C03FE6}" srcOrd="0" destOrd="0" parTransId="{6E4F8A98-3B19-474C-9AE4-30FC3B30B702}" sibTransId="{42C5867F-88A3-425B-8A35-D84C4F6EBCC5}"/>
    <dgm:cxn modelId="{BC82E95C-268D-4D32-BBBF-2824C8ED5E62}" type="presOf" srcId="{D836C5E2-475F-46C3-BF3D-2CCF22D7BF42}" destId="{F62D5CB3-080A-4B53-B258-B6B4AD1F448E}" srcOrd="0" destOrd="2" presId="urn:microsoft.com/office/officeart/2005/8/layout/default"/>
    <dgm:cxn modelId="{4DA3103B-93B1-4200-85CB-4E945ABB7EEF}" srcId="{490026B6-DFBF-4778-8A5F-E532BF02F947}" destId="{92530C28-17CE-448D-A6BA-C7C46344B32E}" srcOrd="3" destOrd="0" parTransId="{6A592948-41ED-4EEE-87C3-B392AFFC4E1A}" sibTransId="{401FB218-4D40-4E7A-853E-53F43B88B0A2}"/>
    <dgm:cxn modelId="{C1D0C7E5-0216-4182-B691-602A4C535997}" type="presOf" srcId="{8C032D8C-EFD0-4541-95DB-691B15C03FE6}" destId="{A85FE691-71DD-4E26-AB74-F1D5165B205A}" srcOrd="0" destOrd="1" presId="urn:microsoft.com/office/officeart/2005/8/layout/default"/>
    <dgm:cxn modelId="{31A2A2B2-3198-4693-A88A-B9C34B456CAE}" type="presOf" srcId="{343C31DE-A1E5-4D2D-9F38-0619B63C8F26}" destId="{F62D5CB3-080A-4B53-B258-B6B4AD1F448E}" srcOrd="0" destOrd="1" presId="urn:microsoft.com/office/officeart/2005/8/layout/default"/>
    <dgm:cxn modelId="{48138163-F4E1-492E-A123-17039546CCFB}" srcId="{490026B6-DFBF-4778-8A5F-E532BF02F947}" destId="{94E69807-3091-41CD-9C42-E9323EA3F559}" srcOrd="2" destOrd="0" parTransId="{F2E1A4FB-65DA-4235-AE6C-D997D24F80F9}" sibTransId="{ED73AB00-AA2B-4831-96A3-9DE1D592EAC1}"/>
    <dgm:cxn modelId="{7C9F8F1B-D221-4A4D-8A87-3DD522FE36DA}" type="presOf" srcId="{D8BAA760-3DF6-4330-9665-225340199738}" destId="{BBE7F8CC-819A-48C7-8FD9-6F9269D52EF7}" srcOrd="0" destOrd="1" presId="urn:microsoft.com/office/officeart/2005/8/layout/default"/>
    <dgm:cxn modelId="{FA265A26-0E34-4F85-8767-FF75E176666F}" type="presOf" srcId="{94E69807-3091-41CD-9C42-E9323EA3F559}" destId="{B50F80C5-6A87-439F-B0EA-7E7D4D19B7BC}" srcOrd="0" destOrd="0" presId="urn:microsoft.com/office/officeart/2005/8/layout/default"/>
    <dgm:cxn modelId="{F0E78733-9E0F-4F2E-9E43-65E9E11EBA70}" srcId="{490026B6-DFBF-4778-8A5F-E532BF02F947}" destId="{66068A9C-2C7A-4BE7-A7D9-D6980A604390}" srcOrd="1" destOrd="0" parTransId="{DC8A526F-DAD3-4C67-86CB-EEA4BE8F22BF}" sibTransId="{DD3639FE-CF8F-4C71-8F0E-E1A9E4166643}"/>
    <dgm:cxn modelId="{810AD953-F3BD-4D9B-90FF-C3C6D41C24C8}" type="presOf" srcId="{E813B5D2-9510-4653-9831-3944AB6EAFC1}" destId="{A85FE691-71DD-4E26-AB74-F1D5165B205A}" srcOrd="0" destOrd="3" presId="urn:microsoft.com/office/officeart/2005/8/layout/default"/>
    <dgm:cxn modelId="{FE7B29C2-3B8C-4F7A-A6B0-2D5EFA85B13B}" srcId="{66068A9C-2C7A-4BE7-A7D9-D6980A604390}" destId="{52644DF0-2C5B-4BBD-864B-F0FA475063A7}" srcOrd="1" destOrd="0" parTransId="{F4FF1FE2-5B9D-42C8-ACE9-54ED9E27CFBA}" sibTransId="{2A22408C-608A-44B5-8B2F-DAEAC34ED409}"/>
    <dgm:cxn modelId="{C04D73CA-492B-42D4-A4B8-F0E5D57A38F9}" type="presOf" srcId="{FDB76D16-C78C-42EF-9E38-9EF83392A50F}" destId="{A85FE691-71DD-4E26-AB74-F1D5165B205A}" srcOrd="0" destOrd="0" presId="urn:microsoft.com/office/officeart/2005/8/layout/default"/>
    <dgm:cxn modelId="{74D719C6-9F99-4FC7-9A67-0F3BA66B56FA}" type="presOf" srcId="{73444124-ED2C-410F-A23C-E0ED5E20E656}" destId="{B50F80C5-6A87-439F-B0EA-7E7D4D19B7BC}" srcOrd="0" destOrd="2" presId="urn:microsoft.com/office/officeart/2005/8/layout/default"/>
    <dgm:cxn modelId="{FD7F6A59-5FCE-491E-B850-600607FA4AAE}" type="presOf" srcId="{37E146D0-D39B-4B27-8561-3B581100F706}" destId="{B50F80C5-6A87-439F-B0EA-7E7D4D19B7BC}" srcOrd="0" destOrd="1" presId="urn:microsoft.com/office/officeart/2005/8/layout/default"/>
    <dgm:cxn modelId="{18A3F7CA-F648-4D91-AC2C-DDEC5E2BFEF3}" type="presOf" srcId="{52644DF0-2C5B-4BBD-864B-F0FA475063A7}" destId="{BBE7F8CC-819A-48C7-8FD9-6F9269D52EF7}" srcOrd="0" destOrd="2" presId="urn:microsoft.com/office/officeart/2005/8/layout/default"/>
    <dgm:cxn modelId="{BDD35717-9391-4DA3-93C3-B86E2271B77A}" type="presOf" srcId="{490026B6-DFBF-4778-8A5F-E532BF02F947}" destId="{2D97E106-025E-4512-B18D-D36BCF8A4C99}" srcOrd="0" destOrd="0" presId="urn:microsoft.com/office/officeart/2005/8/layout/default"/>
    <dgm:cxn modelId="{36E27B9F-03DF-4CDB-A301-B92755BC47FD}" srcId="{490026B6-DFBF-4778-8A5F-E532BF02F947}" destId="{FDB76D16-C78C-42EF-9E38-9EF83392A50F}" srcOrd="0" destOrd="0" parTransId="{A4AC3559-6DF9-4BBF-9CF5-0C64BB9DD020}" sibTransId="{C0600697-57B1-412E-B2F5-44A354933869}"/>
    <dgm:cxn modelId="{CE72F42C-F995-4CBD-B5DF-EE7375BE54CF}" type="presOf" srcId="{66068A9C-2C7A-4BE7-A7D9-D6980A604390}" destId="{BBE7F8CC-819A-48C7-8FD9-6F9269D52EF7}" srcOrd="0" destOrd="0" presId="urn:microsoft.com/office/officeart/2005/8/layout/default"/>
    <dgm:cxn modelId="{53CD8D7D-74AE-483B-838E-F3D7A5B7E66C}" srcId="{FDB76D16-C78C-42EF-9E38-9EF83392A50F}" destId="{E813B5D2-9510-4653-9831-3944AB6EAFC1}" srcOrd="2" destOrd="0" parTransId="{74FC0AC3-E224-4AC0-93E3-B41A48356B25}" sibTransId="{C23F502E-8B95-47C4-BD1B-9BC9C805F230}"/>
    <dgm:cxn modelId="{4AB65555-2BA8-430E-A5E3-D74D858164BC}" type="presParOf" srcId="{2D97E106-025E-4512-B18D-D36BCF8A4C99}" destId="{A85FE691-71DD-4E26-AB74-F1D5165B205A}" srcOrd="0" destOrd="0" presId="urn:microsoft.com/office/officeart/2005/8/layout/default"/>
    <dgm:cxn modelId="{46E0C91C-9B11-4CCA-8908-19C05EAA50E6}" type="presParOf" srcId="{2D97E106-025E-4512-B18D-D36BCF8A4C99}" destId="{CDB867AD-AB13-4DC3-B99D-652915825AD4}" srcOrd="1" destOrd="0" presId="urn:microsoft.com/office/officeart/2005/8/layout/default"/>
    <dgm:cxn modelId="{8E5ABEFF-9A09-4D2A-BECD-D26FE4A0BE18}" type="presParOf" srcId="{2D97E106-025E-4512-B18D-D36BCF8A4C99}" destId="{BBE7F8CC-819A-48C7-8FD9-6F9269D52EF7}" srcOrd="2" destOrd="0" presId="urn:microsoft.com/office/officeart/2005/8/layout/default"/>
    <dgm:cxn modelId="{AC379172-15AC-4292-BA6B-EA3D8DCDF5A8}" type="presParOf" srcId="{2D97E106-025E-4512-B18D-D36BCF8A4C99}" destId="{48BA90CE-5EE7-4678-86A4-5092EB3E0E44}" srcOrd="3" destOrd="0" presId="urn:microsoft.com/office/officeart/2005/8/layout/default"/>
    <dgm:cxn modelId="{9D191C6B-F312-4E8A-BB5D-4E152FD69FD6}" type="presParOf" srcId="{2D97E106-025E-4512-B18D-D36BCF8A4C99}" destId="{B50F80C5-6A87-439F-B0EA-7E7D4D19B7BC}" srcOrd="4" destOrd="0" presId="urn:microsoft.com/office/officeart/2005/8/layout/default"/>
    <dgm:cxn modelId="{DAB80C5E-0FCD-45A3-A8B8-14DE05E08AD3}" type="presParOf" srcId="{2D97E106-025E-4512-B18D-D36BCF8A4C99}" destId="{0EAE5A42-C593-43CC-B23C-EBF147B61174}" srcOrd="5" destOrd="0" presId="urn:microsoft.com/office/officeart/2005/8/layout/default"/>
    <dgm:cxn modelId="{FBE199DB-0F7C-46FE-A838-69D846CA2DF0}" type="presParOf" srcId="{2D97E106-025E-4512-B18D-D36BCF8A4C99}" destId="{F62D5CB3-080A-4B53-B258-B6B4AD1F448E}" srcOrd="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0534B48-1544-40B4-90B6-F4251F653D15}" type="doc">
      <dgm:prSet loTypeId="urn:microsoft.com/office/officeart/2005/8/layout/lProcess2" loCatId="list" qsTypeId="urn:microsoft.com/office/officeart/2005/8/quickstyle/simple1" qsCatId="simple" csTypeId="urn:microsoft.com/office/officeart/2005/8/colors/accent0_1" csCatId="mainScheme" phldr="1"/>
      <dgm:spPr/>
    </dgm:pt>
    <dgm:pt modelId="{A710C54A-43E5-4E05-9EFE-5C9991A8B773}">
      <dgm:prSet phldrT="[Text]"/>
      <dgm:spPr/>
      <dgm:t>
        <a:bodyPr/>
        <a:lstStyle/>
        <a:p>
          <a:r>
            <a:rPr lang="en-US" b="1" i="0"/>
            <a:t>FP (Fixed Price Contract)</a:t>
          </a:r>
          <a:r>
            <a:rPr lang="en-US" b="0" i="0"/>
            <a:t>: Dùng cho các dự án có scope rõ ràng, rủi ro về phía seller cao nhất.</a:t>
          </a:r>
          <a:endParaRPr lang="en-US"/>
        </a:p>
      </dgm:t>
    </dgm:pt>
    <dgm:pt modelId="{ABCBB1C0-9C14-4B19-8369-E9A83EFB7770}" type="parTrans" cxnId="{9F61D54A-476B-4C37-9C6F-EE582E3272E1}">
      <dgm:prSet/>
      <dgm:spPr/>
      <dgm:t>
        <a:bodyPr/>
        <a:lstStyle/>
        <a:p>
          <a:endParaRPr lang="en-US"/>
        </a:p>
      </dgm:t>
    </dgm:pt>
    <dgm:pt modelId="{49BC8AC1-8D53-4B11-9495-A805BDFC3D61}" type="sibTrans" cxnId="{9F61D54A-476B-4C37-9C6F-EE582E3272E1}">
      <dgm:prSet/>
      <dgm:spPr/>
      <dgm:t>
        <a:bodyPr/>
        <a:lstStyle/>
        <a:p>
          <a:endParaRPr lang="en-US"/>
        </a:p>
      </dgm:t>
    </dgm:pt>
    <dgm:pt modelId="{FC0137E3-6741-42F9-B052-3ECFBBAB407A}">
      <dgm:prSet phldrT="[Text]"/>
      <dgm:spPr/>
      <dgm:t>
        <a:bodyPr/>
        <a:lstStyle/>
        <a:p>
          <a:pPr>
            <a:buFont typeface="+mj-lt"/>
            <a:buAutoNum type="arabicPeriod"/>
          </a:pPr>
          <a:r>
            <a:rPr lang="en-US" b="0" i="0"/>
            <a:t>FFP (Firm Fixed Price Contract)</a:t>
          </a:r>
          <a:endParaRPr lang="en-US"/>
        </a:p>
      </dgm:t>
    </dgm:pt>
    <dgm:pt modelId="{23045C2D-A9A4-49C0-9FBC-9E456A82FA95}" type="parTrans" cxnId="{8C95264B-E86B-460E-8C8B-40380D3A2DC0}">
      <dgm:prSet/>
      <dgm:spPr/>
      <dgm:t>
        <a:bodyPr/>
        <a:lstStyle/>
        <a:p>
          <a:endParaRPr lang="en-US"/>
        </a:p>
      </dgm:t>
    </dgm:pt>
    <dgm:pt modelId="{02D749D2-BB87-4B5B-9F69-D8689038EC0D}" type="sibTrans" cxnId="{8C95264B-E86B-460E-8C8B-40380D3A2DC0}">
      <dgm:prSet/>
      <dgm:spPr/>
      <dgm:t>
        <a:bodyPr/>
        <a:lstStyle/>
        <a:p>
          <a:endParaRPr lang="en-US"/>
        </a:p>
      </dgm:t>
    </dgm:pt>
    <dgm:pt modelId="{D27EA79E-08E3-4CBB-A9EA-179485C8B128}">
      <dgm:prSet phldrT="[Text]"/>
      <dgm:spPr/>
      <dgm:t>
        <a:bodyPr/>
        <a:lstStyle/>
        <a:p>
          <a:r>
            <a:rPr lang="vi-VN" b="1" i="0"/>
            <a:t>CR (Cost-Reimbursable)</a:t>
          </a:r>
          <a:r>
            <a:rPr lang="vi-VN" b="0" i="0"/>
            <a:t>: Dùng cho các dự án có scope chưa rõ ràng, dễ bị scope creep, rủi ro phía buyer cao nhất.</a:t>
          </a:r>
          <a:endParaRPr lang="en-US"/>
        </a:p>
      </dgm:t>
    </dgm:pt>
    <dgm:pt modelId="{4687D0DA-1AF8-4EF0-B61A-FA43144E6C82}" type="parTrans" cxnId="{FAAA0C5B-49C2-44C5-B70D-DABD58BDF0F0}">
      <dgm:prSet/>
      <dgm:spPr/>
      <dgm:t>
        <a:bodyPr/>
        <a:lstStyle/>
        <a:p>
          <a:endParaRPr lang="en-US"/>
        </a:p>
      </dgm:t>
    </dgm:pt>
    <dgm:pt modelId="{32D4CF9C-6D24-4FA3-A853-CC3A2B86F7DB}" type="sibTrans" cxnId="{FAAA0C5B-49C2-44C5-B70D-DABD58BDF0F0}">
      <dgm:prSet/>
      <dgm:spPr/>
      <dgm:t>
        <a:bodyPr/>
        <a:lstStyle/>
        <a:p>
          <a:endParaRPr lang="en-US"/>
        </a:p>
      </dgm:t>
    </dgm:pt>
    <dgm:pt modelId="{9237ECCF-4839-4039-89F3-C45488D92E2B}">
      <dgm:prSet/>
      <dgm:spPr/>
      <dgm:t>
        <a:bodyPr/>
        <a:lstStyle/>
        <a:p>
          <a:pPr>
            <a:buFont typeface="+mj-lt"/>
            <a:buAutoNum type="arabicPeriod"/>
          </a:pPr>
          <a:r>
            <a:rPr lang="en-US" b="0" i="0"/>
            <a:t>FPIF (Fixed Price Incentive Fee Contract)</a:t>
          </a:r>
        </a:p>
      </dgm:t>
    </dgm:pt>
    <dgm:pt modelId="{D7764685-F091-410E-8909-8E465F7EF1B0}" type="parTrans" cxnId="{D5499F07-A087-4855-B964-45D4C055AC1C}">
      <dgm:prSet/>
      <dgm:spPr/>
      <dgm:t>
        <a:bodyPr/>
        <a:lstStyle/>
        <a:p>
          <a:endParaRPr lang="en-US"/>
        </a:p>
      </dgm:t>
    </dgm:pt>
    <dgm:pt modelId="{FAA42BC5-DCC6-4F7A-A4A5-34D84590B025}" type="sibTrans" cxnId="{D5499F07-A087-4855-B964-45D4C055AC1C}">
      <dgm:prSet/>
      <dgm:spPr/>
      <dgm:t>
        <a:bodyPr/>
        <a:lstStyle/>
        <a:p>
          <a:endParaRPr lang="en-US"/>
        </a:p>
      </dgm:t>
    </dgm:pt>
    <dgm:pt modelId="{4612AC8B-F1C0-439E-9183-30F58AB6C3D7}">
      <dgm:prSet/>
      <dgm:spPr/>
      <dgm:t>
        <a:bodyPr/>
        <a:lstStyle/>
        <a:p>
          <a:pPr>
            <a:buFont typeface="+mj-lt"/>
            <a:buAutoNum type="arabicPeriod"/>
          </a:pPr>
          <a:r>
            <a:rPr lang="en-US" b="0" i="0"/>
            <a:t>fpepa</a:t>
          </a:r>
        </a:p>
      </dgm:t>
    </dgm:pt>
    <dgm:pt modelId="{2C429007-04D3-4634-A04B-94F0AD21EE78}" type="parTrans" cxnId="{A7A4C663-A549-41F6-93EB-F602A1908BCE}">
      <dgm:prSet/>
      <dgm:spPr/>
      <dgm:t>
        <a:bodyPr/>
        <a:lstStyle/>
        <a:p>
          <a:endParaRPr lang="en-US"/>
        </a:p>
      </dgm:t>
    </dgm:pt>
    <dgm:pt modelId="{943311FC-4370-4D68-BD64-D38C29E27BFD}" type="sibTrans" cxnId="{A7A4C663-A549-41F6-93EB-F602A1908BCE}">
      <dgm:prSet/>
      <dgm:spPr/>
      <dgm:t>
        <a:bodyPr/>
        <a:lstStyle/>
        <a:p>
          <a:endParaRPr lang="en-US"/>
        </a:p>
      </dgm:t>
    </dgm:pt>
    <dgm:pt modelId="{FE72CE44-60CA-4D1E-8ABF-35C1D9C62546}">
      <dgm:prSet phldrT="[Text]"/>
      <dgm:spPr/>
      <dgm:t>
        <a:bodyPr/>
        <a:lstStyle/>
        <a:p>
          <a:pPr>
            <a:buFont typeface="+mj-lt"/>
            <a:buAutoNum type="arabicPeriod"/>
          </a:pPr>
          <a:r>
            <a:rPr lang="en-US" b="0" i="0"/>
            <a:t>CPFF (Cost Plus Fixed Fee)</a:t>
          </a:r>
          <a:endParaRPr lang="en-US"/>
        </a:p>
      </dgm:t>
    </dgm:pt>
    <dgm:pt modelId="{4ABDDB68-1790-4A4A-BB28-86223035A208}" type="parTrans" cxnId="{3228E30C-850C-4F83-A2C9-F1F7BD4119C9}">
      <dgm:prSet/>
      <dgm:spPr/>
      <dgm:t>
        <a:bodyPr/>
        <a:lstStyle/>
        <a:p>
          <a:endParaRPr lang="en-US"/>
        </a:p>
      </dgm:t>
    </dgm:pt>
    <dgm:pt modelId="{08174AA7-09E4-44D4-B694-A8DFC978DA1D}" type="sibTrans" cxnId="{3228E30C-850C-4F83-A2C9-F1F7BD4119C9}">
      <dgm:prSet/>
      <dgm:spPr/>
      <dgm:t>
        <a:bodyPr/>
        <a:lstStyle/>
        <a:p>
          <a:endParaRPr lang="en-US"/>
        </a:p>
      </dgm:t>
    </dgm:pt>
    <dgm:pt modelId="{A3E494DC-42C2-42CC-92E7-E784D5D861BD}">
      <dgm:prSet/>
      <dgm:spPr/>
      <dgm:t>
        <a:bodyPr/>
        <a:lstStyle/>
        <a:p>
          <a:pPr>
            <a:buFont typeface="+mj-lt"/>
            <a:buAutoNum type="arabicPeriod"/>
          </a:pPr>
          <a:r>
            <a:rPr lang="en-US" b="0" i="0"/>
            <a:t>CPIF (Cost Plus Incentive Fee)</a:t>
          </a:r>
        </a:p>
      </dgm:t>
    </dgm:pt>
    <dgm:pt modelId="{6D234826-C52C-43E9-B78F-6FD3791D3885}" type="parTrans" cxnId="{8F0A0D77-B0AF-4FC3-8927-3ABA36ED94A7}">
      <dgm:prSet/>
      <dgm:spPr/>
      <dgm:t>
        <a:bodyPr/>
        <a:lstStyle/>
        <a:p>
          <a:endParaRPr lang="en-US"/>
        </a:p>
      </dgm:t>
    </dgm:pt>
    <dgm:pt modelId="{94BF588A-9C2C-4181-BB42-6474138EE7AB}" type="sibTrans" cxnId="{8F0A0D77-B0AF-4FC3-8927-3ABA36ED94A7}">
      <dgm:prSet/>
      <dgm:spPr/>
      <dgm:t>
        <a:bodyPr/>
        <a:lstStyle/>
        <a:p>
          <a:endParaRPr lang="en-US"/>
        </a:p>
      </dgm:t>
    </dgm:pt>
    <dgm:pt modelId="{315334B7-4980-4B69-81C4-98A8F840304F}">
      <dgm:prSet/>
      <dgm:spPr/>
      <dgm:t>
        <a:bodyPr/>
        <a:lstStyle/>
        <a:p>
          <a:pPr>
            <a:buFont typeface="+mj-lt"/>
            <a:buAutoNum type="arabicPeriod"/>
          </a:pPr>
          <a:r>
            <a:rPr lang="en-US" b="0" i="0"/>
            <a:t>CPPC (Cost Plus a Percentage of Costs)</a:t>
          </a:r>
        </a:p>
      </dgm:t>
    </dgm:pt>
    <dgm:pt modelId="{8FD5E01F-F13A-4DDB-BD4F-0E94A95F3753}" type="parTrans" cxnId="{741D3D81-E73D-47B6-81C1-D19BF94D124D}">
      <dgm:prSet/>
      <dgm:spPr/>
      <dgm:t>
        <a:bodyPr/>
        <a:lstStyle/>
        <a:p>
          <a:endParaRPr lang="en-US"/>
        </a:p>
      </dgm:t>
    </dgm:pt>
    <dgm:pt modelId="{A2112B8C-AFD1-43EB-8F83-45D309DC52AC}" type="sibTrans" cxnId="{741D3D81-E73D-47B6-81C1-D19BF94D124D}">
      <dgm:prSet/>
      <dgm:spPr/>
      <dgm:t>
        <a:bodyPr/>
        <a:lstStyle/>
        <a:p>
          <a:endParaRPr lang="en-US"/>
        </a:p>
      </dgm:t>
    </dgm:pt>
    <dgm:pt modelId="{321538C0-34B7-468F-AE62-2AC5D7B05D69}">
      <dgm:prSet/>
      <dgm:spPr/>
      <dgm:t>
        <a:bodyPr/>
        <a:lstStyle/>
        <a:p>
          <a:pPr>
            <a:buFont typeface="+mj-lt"/>
            <a:buAutoNum type="arabicPeriod"/>
          </a:pPr>
          <a:r>
            <a:rPr lang="en-US" b="0" i="0"/>
            <a:t>CPAF (Cost Plus Award Fee)</a:t>
          </a:r>
        </a:p>
      </dgm:t>
    </dgm:pt>
    <dgm:pt modelId="{D69173BA-AB9C-4C6F-8F15-CEDB58D25B52}" type="parTrans" cxnId="{81E1480B-049D-4595-8E73-E7B8EB400207}">
      <dgm:prSet/>
      <dgm:spPr/>
      <dgm:t>
        <a:bodyPr/>
        <a:lstStyle/>
        <a:p>
          <a:endParaRPr lang="en-US"/>
        </a:p>
      </dgm:t>
    </dgm:pt>
    <dgm:pt modelId="{4B09FAE5-2704-4EB8-B654-FF58BB66F470}" type="sibTrans" cxnId="{81E1480B-049D-4595-8E73-E7B8EB400207}">
      <dgm:prSet/>
      <dgm:spPr/>
      <dgm:t>
        <a:bodyPr/>
        <a:lstStyle/>
        <a:p>
          <a:endParaRPr lang="en-US"/>
        </a:p>
      </dgm:t>
    </dgm:pt>
    <dgm:pt modelId="{55A830D1-5B41-4202-8F29-BE0245B042C9}">
      <dgm:prSet/>
      <dgm:spPr/>
      <dgm:t>
        <a:bodyPr/>
        <a:lstStyle/>
        <a:p>
          <a:pPr>
            <a:buFont typeface="+mj-lt"/>
            <a:buAutoNum type="arabicPeriod"/>
          </a:pPr>
          <a:r>
            <a:rPr lang="en-US" b="0" i="0"/>
            <a:t>Cost-based</a:t>
          </a:r>
        </a:p>
      </dgm:t>
    </dgm:pt>
    <dgm:pt modelId="{AF7A46FC-C37E-448B-B738-0809BB5584B4}" type="parTrans" cxnId="{ED78FB82-FE21-49F5-8D8B-EED0A3A5E17D}">
      <dgm:prSet/>
      <dgm:spPr/>
      <dgm:t>
        <a:bodyPr/>
        <a:lstStyle/>
        <a:p>
          <a:endParaRPr lang="en-US"/>
        </a:p>
      </dgm:t>
    </dgm:pt>
    <dgm:pt modelId="{15E12679-144D-43D7-A134-42DFEE7547FC}" type="sibTrans" cxnId="{ED78FB82-FE21-49F5-8D8B-EED0A3A5E17D}">
      <dgm:prSet/>
      <dgm:spPr/>
      <dgm:t>
        <a:bodyPr/>
        <a:lstStyle/>
        <a:p>
          <a:endParaRPr lang="en-US"/>
        </a:p>
      </dgm:t>
    </dgm:pt>
    <dgm:pt modelId="{027B213C-4D23-47D6-A7BE-D2809F52C351}">
      <dgm:prSet/>
      <dgm:spPr/>
      <dgm:t>
        <a:bodyPr/>
        <a:lstStyle/>
        <a:p>
          <a:pPr>
            <a:buFont typeface="+mj-lt"/>
            <a:buAutoNum type="arabicPeriod"/>
          </a:pPr>
          <a:r>
            <a:rPr lang="en-US" b="0" i="0"/>
            <a:t>Cost-sharing</a:t>
          </a:r>
        </a:p>
      </dgm:t>
    </dgm:pt>
    <dgm:pt modelId="{7ADA59CE-2C57-4671-9D5D-B459872675C5}" type="parTrans" cxnId="{C10AEADD-AAF8-4594-850A-AB07D4471C8F}">
      <dgm:prSet/>
      <dgm:spPr/>
      <dgm:t>
        <a:bodyPr/>
        <a:lstStyle/>
        <a:p>
          <a:endParaRPr lang="en-US"/>
        </a:p>
      </dgm:t>
    </dgm:pt>
    <dgm:pt modelId="{7C939954-9575-4CEE-8A4C-55C61B0A820E}" type="sibTrans" cxnId="{C10AEADD-AAF8-4594-850A-AB07D4471C8F}">
      <dgm:prSet/>
      <dgm:spPr/>
      <dgm:t>
        <a:bodyPr/>
        <a:lstStyle/>
        <a:p>
          <a:endParaRPr lang="en-US"/>
        </a:p>
      </dgm:t>
    </dgm:pt>
    <dgm:pt modelId="{7C0256D8-DFD5-4498-A068-77EAE77AB51A}">
      <dgm:prSet/>
      <dgm:spPr/>
      <dgm:t>
        <a:bodyPr/>
        <a:lstStyle/>
        <a:p>
          <a:r>
            <a:rPr lang="en-US" b="1" i="0"/>
            <a:t>Time &amp; Material Contract (T&amp;M)</a:t>
          </a:r>
          <a:r>
            <a:rPr lang="en-US" b="0" i="0"/>
            <a:t>: Dùng cho các dự án nhỏ, thuê nguồn lực theo labour hour. Cân đối risk giữa buyer và seller.</a:t>
          </a:r>
        </a:p>
      </dgm:t>
    </dgm:pt>
    <dgm:pt modelId="{1AB3D1A1-9549-4A73-8A12-E442B2D30910}" type="parTrans" cxnId="{728C86A2-9A21-42AA-BA5D-E02E198BC0E9}">
      <dgm:prSet/>
      <dgm:spPr/>
      <dgm:t>
        <a:bodyPr/>
        <a:lstStyle/>
        <a:p>
          <a:endParaRPr lang="en-US"/>
        </a:p>
      </dgm:t>
    </dgm:pt>
    <dgm:pt modelId="{E108838F-7087-4934-8257-A07CB6CD34CB}" type="sibTrans" cxnId="{728C86A2-9A21-42AA-BA5D-E02E198BC0E9}">
      <dgm:prSet/>
      <dgm:spPr/>
      <dgm:t>
        <a:bodyPr/>
        <a:lstStyle/>
        <a:p>
          <a:endParaRPr lang="en-US"/>
        </a:p>
      </dgm:t>
    </dgm:pt>
    <dgm:pt modelId="{B9634750-EA54-4DB7-827D-D4A28B0F245C}" type="pres">
      <dgm:prSet presAssocID="{50534B48-1544-40B4-90B6-F4251F653D15}" presName="theList" presStyleCnt="0">
        <dgm:presLayoutVars>
          <dgm:dir/>
          <dgm:animLvl val="lvl"/>
          <dgm:resizeHandles val="exact"/>
        </dgm:presLayoutVars>
      </dgm:prSet>
      <dgm:spPr/>
    </dgm:pt>
    <dgm:pt modelId="{DD2B8C2D-64DA-4D86-8360-2F7E76F1EDBE}" type="pres">
      <dgm:prSet presAssocID="{A710C54A-43E5-4E05-9EFE-5C9991A8B773}" presName="compNode" presStyleCnt="0"/>
      <dgm:spPr/>
    </dgm:pt>
    <dgm:pt modelId="{4F60A092-F2BF-4078-9786-C5266A5DED63}" type="pres">
      <dgm:prSet presAssocID="{A710C54A-43E5-4E05-9EFE-5C9991A8B773}" presName="aNode" presStyleLbl="bgShp" presStyleIdx="0" presStyleCnt="3"/>
      <dgm:spPr/>
      <dgm:t>
        <a:bodyPr/>
        <a:lstStyle/>
        <a:p>
          <a:endParaRPr lang="en-US"/>
        </a:p>
      </dgm:t>
    </dgm:pt>
    <dgm:pt modelId="{75D88E9D-9D5D-4A7E-BDA3-5D8EEA02CA6B}" type="pres">
      <dgm:prSet presAssocID="{A710C54A-43E5-4E05-9EFE-5C9991A8B773}" presName="textNode" presStyleLbl="bgShp" presStyleIdx="0" presStyleCnt="3"/>
      <dgm:spPr/>
      <dgm:t>
        <a:bodyPr/>
        <a:lstStyle/>
        <a:p>
          <a:endParaRPr lang="en-US"/>
        </a:p>
      </dgm:t>
    </dgm:pt>
    <dgm:pt modelId="{576BDB11-AA71-40DB-8CDC-0B01ECE996C6}" type="pres">
      <dgm:prSet presAssocID="{A710C54A-43E5-4E05-9EFE-5C9991A8B773}" presName="compChildNode" presStyleCnt="0"/>
      <dgm:spPr/>
    </dgm:pt>
    <dgm:pt modelId="{BDD9FDE4-84A5-47F0-BBB6-D016A605750D}" type="pres">
      <dgm:prSet presAssocID="{A710C54A-43E5-4E05-9EFE-5C9991A8B773}" presName="theInnerList" presStyleCnt="0"/>
      <dgm:spPr/>
    </dgm:pt>
    <dgm:pt modelId="{CB080AA4-4A51-4540-995D-B681240CFCB6}" type="pres">
      <dgm:prSet presAssocID="{FC0137E3-6741-42F9-B052-3ECFBBAB407A}" presName="childNode" presStyleLbl="node1" presStyleIdx="0" presStyleCnt="9">
        <dgm:presLayoutVars>
          <dgm:bulletEnabled val="1"/>
        </dgm:presLayoutVars>
      </dgm:prSet>
      <dgm:spPr/>
      <dgm:t>
        <a:bodyPr/>
        <a:lstStyle/>
        <a:p>
          <a:endParaRPr lang="en-US"/>
        </a:p>
      </dgm:t>
    </dgm:pt>
    <dgm:pt modelId="{D540E02C-04FC-4AE4-A28B-974AB70873F4}" type="pres">
      <dgm:prSet presAssocID="{FC0137E3-6741-42F9-B052-3ECFBBAB407A}" presName="aSpace2" presStyleCnt="0"/>
      <dgm:spPr/>
    </dgm:pt>
    <dgm:pt modelId="{173831F8-AE8B-4136-9492-01C16922A534}" type="pres">
      <dgm:prSet presAssocID="{9237ECCF-4839-4039-89F3-C45488D92E2B}" presName="childNode" presStyleLbl="node1" presStyleIdx="1" presStyleCnt="9">
        <dgm:presLayoutVars>
          <dgm:bulletEnabled val="1"/>
        </dgm:presLayoutVars>
      </dgm:prSet>
      <dgm:spPr/>
      <dgm:t>
        <a:bodyPr/>
        <a:lstStyle/>
        <a:p>
          <a:endParaRPr lang="en-US"/>
        </a:p>
      </dgm:t>
    </dgm:pt>
    <dgm:pt modelId="{07B35A76-1CC1-4BC9-933B-43797BE19CD9}" type="pres">
      <dgm:prSet presAssocID="{9237ECCF-4839-4039-89F3-C45488D92E2B}" presName="aSpace2" presStyleCnt="0"/>
      <dgm:spPr/>
    </dgm:pt>
    <dgm:pt modelId="{62CD179C-3DCA-4A2F-B1EC-73DD85765A6B}" type="pres">
      <dgm:prSet presAssocID="{4612AC8B-F1C0-439E-9183-30F58AB6C3D7}" presName="childNode" presStyleLbl="node1" presStyleIdx="2" presStyleCnt="9">
        <dgm:presLayoutVars>
          <dgm:bulletEnabled val="1"/>
        </dgm:presLayoutVars>
      </dgm:prSet>
      <dgm:spPr/>
      <dgm:t>
        <a:bodyPr/>
        <a:lstStyle/>
        <a:p>
          <a:endParaRPr lang="en-US"/>
        </a:p>
      </dgm:t>
    </dgm:pt>
    <dgm:pt modelId="{9124954C-FF36-4005-9A5A-4730D60D5217}" type="pres">
      <dgm:prSet presAssocID="{A710C54A-43E5-4E05-9EFE-5C9991A8B773}" presName="aSpace" presStyleCnt="0"/>
      <dgm:spPr/>
    </dgm:pt>
    <dgm:pt modelId="{3802D316-9B03-42A5-9C37-489DB2EA5DCD}" type="pres">
      <dgm:prSet presAssocID="{D27EA79E-08E3-4CBB-A9EA-179485C8B128}" presName="compNode" presStyleCnt="0"/>
      <dgm:spPr/>
    </dgm:pt>
    <dgm:pt modelId="{DDF9B9A8-629E-4541-BB88-88B7CB332915}" type="pres">
      <dgm:prSet presAssocID="{D27EA79E-08E3-4CBB-A9EA-179485C8B128}" presName="aNode" presStyleLbl="bgShp" presStyleIdx="1" presStyleCnt="3"/>
      <dgm:spPr/>
      <dgm:t>
        <a:bodyPr/>
        <a:lstStyle/>
        <a:p>
          <a:endParaRPr lang="en-US"/>
        </a:p>
      </dgm:t>
    </dgm:pt>
    <dgm:pt modelId="{50FDDD72-FA2E-4D12-A58D-7340EEDCE5A4}" type="pres">
      <dgm:prSet presAssocID="{D27EA79E-08E3-4CBB-A9EA-179485C8B128}" presName="textNode" presStyleLbl="bgShp" presStyleIdx="1" presStyleCnt="3"/>
      <dgm:spPr/>
      <dgm:t>
        <a:bodyPr/>
        <a:lstStyle/>
        <a:p>
          <a:endParaRPr lang="en-US"/>
        </a:p>
      </dgm:t>
    </dgm:pt>
    <dgm:pt modelId="{DF690ECF-7C7F-4CC8-A807-54E9961E73A2}" type="pres">
      <dgm:prSet presAssocID="{D27EA79E-08E3-4CBB-A9EA-179485C8B128}" presName="compChildNode" presStyleCnt="0"/>
      <dgm:spPr/>
    </dgm:pt>
    <dgm:pt modelId="{7DD18CB5-C06E-4994-8851-2A293B3043BC}" type="pres">
      <dgm:prSet presAssocID="{D27EA79E-08E3-4CBB-A9EA-179485C8B128}" presName="theInnerList" presStyleCnt="0"/>
      <dgm:spPr/>
    </dgm:pt>
    <dgm:pt modelId="{D97E65C2-1C62-4FB2-94DE-3AF77F9BC111}" type="pres">
      <dgm:prSet presAssocID="{FE72CE44-60CA-4D1E-8ABF-35C1D9C62546}" presName="childNode" presStyleLbl="node1" presStyleIdx="3" presStyleCnt="9">
        <dgm:presLayoutVars>
          <dgm:bulletEnabled val="1"/>
        </dgm:presLayoutVars>
      </dgm:prSet>
      <dgm:spPr/>
      <dgm:t>
        <a:bodyPr/>
        <a:lstStyle/>
        <a:p>
          <a:endParaRPr lang="en-US"/>
        </a:p>
      </dgm:t>
    </dgm:pt>
    <dgm:pt modelId="{630292AC-57AE-4457-9C79-F29213B35265}" type="pres">
      <dgm:prSet presAssocID="{FE72CE44-60CA-4D1E-8ABF-35C1D9C62546}" presName="aSpace2" presStyleCnt="0"/>
      <dgm:spPr/>
    </dgm:pt>
    <dgm:pt modelId="{27D85063-7640-4C93-A3D3-EB29E1F601DB}" type="pres">
      <dgm:prSet presAssocID="{A3E494DC-42C2-42CC-92E7-E784D5D861BD}" presName="childNode" presStyleLbl="node1" presStyleIdx="4" presStyleCnt="9">
        <dgm:presLayoutVars>
          <dgm:bulletEnabled val="1"/>
        </dgm:presLayoutVars>
      </dgm:prSet>
      <dgm:spPr/>
      <dgm:t>
        <a:bodyPr/>
        <a:lstStyle/>
        <a:p>
          <a:endParaRPr lang="en-US"/>
        </a:p>
      </dgm:t>
    </dgm:pt>
    <dgm:pt modelId="{8653AB21-180C-4534-96F0-BC6567BABFCC}" type="pres">
      <dgm:prSet presAssocID="{A3E494DC-42C2-42CC-92E7-E784D5D861BD}" presName="aSpace2" presStyleCnt="0"/>
      <dgm:spPr/>
    </dgm:pt>
    <dgm:pt modelId="{F1FABAC7-1A16-4C32-BEE8-9233D219CDC2}" type="pres">
      <dgm:prSet presAssocID="{315334B7-4980-4B69-81C4-98A8F840304F}" presName="childNode" presStyleLbl="node1" presStyleIdx="5" presStyleCnt="9">
        <dgm:presLayoutVars>
          <dgm:bulletEnabled val="1"/>
        </dgm:presLayoutVars>
      </dgm:prSet>
      <dgm:spPr/>
      <dgm:t>
        <a:bodyPr/>
        <a:lstStyle/>
        <a:p>
          <a:endParaRPr lang="en-US"/>
        </a:p>
      </dgm:t>
    </dgm:pt>
    <dgm:pt modelId="{37A0351E-FCBC-4273-BE61-82ECC60EB196}" type="pres">
      <dgm:prSet presAssocID="{315334B7-4980-4B69-81C4-98A8F840304F}" presName="aSpace2" presStyleCnt="0"/>
      <dgm:spPr/>
    </dgm:pt>
    <dgm:pt modelId="{70DAF4F5-0DBE-462B-90E0-AF2133FD3A19}" type="pres">
      <dgm:prSet presAssocID="{321538C0-34B7-468F-AE62-2AC5D7B05D69}" presName="childNode" presStyleLbl="node1" presStyleIdx="6" presStyleCnt="9">
        <dgm:presLayoutVars>
          <dgm:bulletEnabled val="1"/>
        </dgm:presLayoutVars>
      </dgm:prSet>
      <dgm:spPr/>
      <dgm:t>
        <a:bodyPr/>
        <a:lstStyle/>
        <a:p>
          <a:endParaRPr lang="en-US"/>
        </a:p>
      </dgm:t>
    </dgm:pt>
    <dgm:pt modelId="{6A5D9D8D-77CA-4B09-97BF-8EEF4F89B662}" type="pres">
      <dgm:prSet presAssocID="{321538C0-34B7-468F-AE62-2AC5D7B05D69}" presName="aSpace2" presStyleCnt="0"/>
      <dgm:spPr/>
    </dgm:pt>
    <dgm:pt modelId="{F6AF290B-0EF7-4D03-BA88-55204ED05B8A}" type="pres">
      <dgm:prSet presAssocID="{55A830D1-5B41-4202-8F29-BE0245B042C9}" presName="childNode" presStyleLbl="node1" presStyleIdx="7" presStyleCnt="9">
        <dgm:presLayoutVars>
          <dgm:bulletEnabled val="1"/>
        </dgm:presLayoutVars>
      </dgm:prSet>
      <dgm:spPr/>
      <dgm:t>
        <a:bodyPr/>
        <a:lstStyle/>
        <a:p>
          <a:endParaRPr lang="en-US"/>
        </a:p>
      </dgm:t>
    </dgm:pt>
    <dgm:pt modelId="{575AABC2-6BB3-4754-B9F5-DE34D3BECE89}" type="pres">
      <dgm:prSet presAssocID="{55A830D1-5B41-4202-8F29-BE0245B042C9}" presName="aSpace2" presStyleCnt="0"/>
      <dgm:spPr/>
    </dgm:pt>
    <dgm:pt modelId="{2827D575-284A-491C-AD6C-DF5767700EBB}" type="pres">
      <dgm:prSet presAssocID="{027B213C-4D23-47D6-A7BE-D2809F52C351}" presName="childNode" presStyleLbl="node1" presStyleIdx="8" presStyleCnt="9">
        <dgm:presLayoutVars>
          <dgm:bulletEnabled val="1"/>
        </dgm:presLayoutVars>
      </dgm:prSet>
      <dgm:spPr/>
      <dgm:t>
        <a:bodyPr/>
        <a:lstStyle/>
        <a:p>
          <a:endParaRPr lang="en-US"/>
        </a:p>
      </dgm:t>
    </dgm:pt>
    <dgm:pt modelId="{1472EB92-D553-4631-A423-1545BBC6B8CA}" type="pres">
      <dgm:prSet presAssocID="{D27EA79E-08E3-4CBB-A9EA-179485C8B128}" presName="aSpace" presStyleCnt="0"/>
      <dgm:spPr/>
    </dgm:pt>
    <dgm:pt modelId="{722D92FB-0083-45E5-8289-AD26FD60EE3C}" type="pres">
      <dgm:prSet presAssocID="{7C0256D8-DFD5-4498-A068-77EAE77AB51A}" presName="compNode" presStyleCnt="0"/>
      <dgm:spPr/>
    </dgm:pt>
    <dgm:pt modelId="{C72E8824-A729-46C8-AE8E-FEA35E8771B7}" type="pres">
      <dgm:prSet presAssocID="{7C0256D8-DFD5-4498-A068-77EAE77AB51A}" presName="aNode" presStyleLbl="bgShp" presStyleIdx="2" presStyleCnt="3"/>
      <dgm:spPr/>
      <dgm:t>
        <a:bodyPr/>
        <a:lstStyle/>
        <a:p>
          <a:endParaRPr lang="en-US"/>
        </a:p>
      </dgm:t>
    </dgm:pt>
    <dgm:pt modelId="{AA5FCB3E-0EEC-46F4-A800-5B24EE18FD41}" type="pres">
      <dgm:prSet presAssocID="{7C0256D8-DFD5-4498-A068-77EAE77AB51A}" presName="textNode" presStyleLbl="bgShp" presStyleIdx="2" presStyleCnt="3"/>
      <dgm:spPr/>
      <dgm:t>
        <a:bodyPr/>
        <a:lstStyle/>
        <a:p>
          <a:endParaRPr lang="en-US"/>
        </a:p>
      </dgm:t>
    </dgm:pt>
    <dgm:pt modelId="{295E5528-BCD3-4B2E-8501-9FEC443845A5}" type="pres">
      <dgm:prSet presAssocID="{7C0256D8-DFD5-4498-A068-77EAE77AB51A}" presName="compChildNode" presStyleCnt="0"/>
      <dgm:spPr/>
    </dgm:pt>
    <dgm:pt modelId="{08CF322A-7A9D-472F-9BC5-F1DCDCB1A2F7}" type="pres">
      <dgm:prSet presAssocID="{7C0256D8-DFD5-4498-A068-77EAE77AB51A}" presName="theInnerList" presStyleCnt="0"/>
      <dgm:spPr/>
    </dgm:pt>
  </dgm:ptLst>
  <dgm:cxnLst>
    <dgm:cxn modelId="{9F61D54A-476B-4C37-9C6F-EE582E3272E1}" srcId="{50534B48-1544-40B4-90B6-F4251F653D15}" destId="{A710C54A-43E5-4E05-9EFE-5C9991A8B773}" srcOrd="0" destOrd="0" parTransId="{ABCBB1C0-9C14-4B19-8369-E9A83EFB7770}" sibTransId="{49BC8AC1-8D53-4B11-9495-A805BDFC3D61}"/>
    <dgm:cxn modelId="{7BBE7B4E-BFC8-4B81-8399-F751160EECD1}" type="presOf" srcId="{321538C0-34B7-468F-AE62-2AC5D7B05D69}" destId="{70DAF4F5-0DBE-462B-90E0-AF2133FD3A19}" srcOrd="0" destOrd="0" presId="urn:microsoft.com/office/officeart/2005/8/layout/lProcess2"/>
    <dgm:cxn modelId="{69AF4D16-B29F-48CE-AE26-170B26FB66E3}" type="presOf" srcId="{D27EA79E-08E3-4CBB-A9EA-179485C8B128}" destId="{DDF9B9A8-629E-4541-BB88-88B7CB332915}" srcOrd="0" destOrd="0" presId="urn:microsoft.com/office/officeart/2005/8/layout/lProcess2"/>
    <dgm:cxn modelId="{46E9DCCE-5117-4CF6-AE14-0E8A4942A948}" type="presOf" srcId="{315334B7-4980-4B69-81C4-98A8F840304F}" destId="{F1FABAC7-1A16-4C32-BEE8-9233D219CDC2}" srcOrd="0" destOrd="0" presId="urn:microsoft.com/office/officeart/2005/8/layout/lProcess2"/>
    <dgm:cxn modelId="{3228E30C-850C-4F83-A2C9-F1F7BD4119C9}" srcId="{D27EA79E-08E3-4CBB-A9EA-179485C8B128}" destId="{FE72CE44-60CA-4D1E-8ABF-35C1D9C62546}" srcOrd="0" destOrd="0" parTransId="{4ABDDB68-1790-4A4A-BB28-86223035A208}" sibTransId="{08174AA7-09E4-44D4-B694-A8DFC978DA1D}"/>
    <dgm:cxn modelId="{54B4C7F4-B19D-453F-894F-80B1CA458A0E}" type="presOf" srcId="{7C0256D8-DFD5-4498-A068-77EAE77AB51A}" destId="{C72E8824-A729-46C8-AE8E-FEA35E8771B7}" srcOrd="0" destOrd="0" presId="urn:microsoft.com/office/officeart/2005/8/layout/lProcess2"/>
    <dgm:cxn modelId="{BBAD7514-2A91-4605-93A5-12A0DA510082}" type="presOf" srcId="{A710C54A-43E5-4E05-9EFE-5C9991A8B773}" destId="{4F60A092-F2BF-4078-9786-C5266A5DED63}" srcOrd="0" destOrd="0" presId="urn:microsoft.com/office/officeart/2005/8/layout/lProcess2"/>
    <dgm:cxn modelId="{613D98F1-D89A-426D-AB0F-D7CC73366CD4}" type="presOf" srcId="{FC0137E3-6741-42F9-B052-3ECFBBAB407A}" destId="{CB080AA4-4A51-4540-995D-B681240CFCB6}" srcOrd="0" destOrd="0" presId="urn:microsoft.com/office/officeart/2005/8/layout/lProcess2"/>
    <dgm:cxn modelId="{A332ACCA-99A4-4017-8208-BE75C19B60A1}" type="presOf" srcId="{FE72CE44-60CA-4D1E-8ABF-35C1D9C62546}" destId="{D97E65C2-1C62-4FB2-94DE-3AF77F9BC111}" srcOrd="0" destOrd="0" presId="urn:microsoft.com/office/officeart/2005/8/layout/lProcess2"/>
    <dgm:cxn modelId="{F7E65B7A-BD48-4DEE-BAF5-E138ACB2E41E}" type="presOf" srcId="{A710C54A-43E5-4E05-9EFE-5C9991A8B773}" destId="{75D88E9D-9D5D-4A7E-BDA3-5D8EEA02CA6B}" srcOrd="1" destOrd="0" presId="urn:microsoft.com/office/officeart/2005/8/layout/lProcess2"/>
    <dgm:cxn modelId="{FCA05A0E-4B95-480F-B7A5-B607C2B6203F}" type="presOf" srcId="{7C0256D8-DFD5-4498-A068-77EAE77AB51A}" destId="{AA5FCB3E-0EEC-46F4-A800-5B24EE18FD41}" srcOrd="1" destOrd="0" presId="urn:microsoft.com/office/officeart/2005/8/layout/lProcess2"/>
    <dgm:cxn modelId="{05602FC5-696A-4E31-AA5F-9FD07BB18C12}" type="presOf" srcId="{A3E494DC-42C2-42CC-92E7-E784D5D861BD}" destId="{27D85063-7640-4C93-A3D3-EB29E1F601DB}" srcOrd="0" destOrd="0" presId="urn:microsoft.com/office/officeart/2005/8/layout/lProcess2"/>
    <dgm:cxn modelId="{D8A2F41C-C9D4-4AFC-A726-DA3D60CFA729}" type="presOf" srcId="{55A830D1-5B41-4202-8F29-BE0245B042C9}" destId="{F6AF290B-0EF7-4D03-BA88-55204ED05B8A}" srcOrd="0" destOrd="0" presId="urn:microsoft.com/office/officeart/2005/8/layout/lProcess2"/>
    <dgm:cxn modelId="{728C86A2-9A21-42AA-BA5D-E02E198BC0E9}" srcId="{50534B48-1544-40B4-90B6-F4251F653D15}" destId="{7C0256D8-DFD5-4498-A068-77EAE77AB51A}" srcOrd="2" destOrd="0" parTransId="{1AB3D1A1-9549-4A73-8A12-E442B2D30910}" sibTransId="{E108838F-7087-4934-8257-A07CB6CD34CB}"/>
    <dgm:cxn modelId="{D5499F07-A087-4855-B964-45D4C055AC1C}" srcId="{A710C54A-43E5-4E05-9EFE-5C9991A8B773}" destId="{9237ECCF-4839-4039-89F3-C45488D92E2B}" srcOrd="1" destOrd="0" parTransId="{D7764685-F091-410E-8909-8E465F7EF1B0}" sibTransId="{FAA42BC5-DCC6-4F7A-A4A5-34D84590B025}"/>
    <dgm:cxn modelId="{ED78FB82-FE21-49F5-8D8B-EED0A3A5E17D}" srcId="{D27EA79E-08E3-4CBB-A9EA-179485C8B128}" destId="{55A830D1-5B41-4202-8F29-BE0245B042C9}" srcOrd="4" destOrd="0" parTransId="{AF7A46FC-C37E-448B-B738-0809BB5584B4}" sibTransId="{15E12679-144D-43D7-A134-42DFEE7547FC}"/>
    <dgm:cxn modelId="{88A0F4CE-68D4-4FB1-8A31-73F30E3C8FD0}" type="presOf" srcId="{D27EA79E-08E3-4CBB-A9EA-179485C8B128}" destId="{50FDDD72-FA2E-4D12-A58D-7340EEDCE5A4}" srcOrd="1" destOrd="0" presId="urn:microsoft.com/office/officeart/2005/8/layout/lProcess2"/>
    <dgm:cxn modelId="{81E1480B-049D-4595-8E73-E7B8EB400207}" srcId="{D27EA79E-08E3-4CBB-A9EA-179485C8B128}" destId="{321538C0-34B7-468F-AE62-2AC5D7B05D69}" srcOrd="3" destOrd="0" parTransId="{D69173BA-AB9C-4C6F-8F15-CEDB58D25B52}" sibTransId="{4B09FAE5-2704-4EB8-B654-FF58BB66F470}"/>
    <dgm:cxn modelId="{A7A4C663-A549-41F6-93EB-F602A1908BCE}" srcId="{A710C54A-43E5-4E05-9EFE-5C9991A8B773}" destId="{4612AC8B-F1C0-439E-9183-30F58AB6C3D7}" srcOrd="2" destOrd="0" parTransId="{2C429007-04D3-4634-A04B-94F0AD21EE78}" sibTransId="{943311FC-4370-4D68-BD64-D38C29E27BFD}"/>
    <dgm:cxn modelId="{8C95264B-E86B-460E-8C8B-40380D3A2DC0}" srcId="{A710C54A-43E5-4E05-9EFE-5C9991A8B773}" destId="{FC0137E3-6741-42F9-B052-3ECFBBAB407A}" srcOrd="0" destOrd="0" parTransId="{23045C2D-A9A4-49C0-9FBC-9E456A82FA95}" sibTransId="{02D749D2-BB87-4B5B-9F69-D8689038EC0D}"/>
    <dgm:cxn modelId="{741D3D81-E73D-47B6-81C1-D19BF94D124D}" srcId="{D27EA79E-08E3-4CBB-A9EA-179485C8B128}" destId="{315334B7-4980-4B69-81C4-98A8F840304F}" srcOrd="2" destOrd="0" parTransId="{8FD5E01F-F13A-4DDB-BD4F-0E94A95F3753}" sibTransId="{A2112B8C-AFD1-43EB-8F83-45D309DC52AC}"/>
    <dgm:cxn modelId="{23411199-118D-463A-B62E-0D4EBD60E207}" type="presOf" srcId="{4612AC8B-F1C0-439E-9183-30F58AB6C3D7}" destId="{62CD179C-3DCA-4A2F-B1EC-73DD85765A6B}" srcOrd="0" destOrd="0" presId="urn:microsoft.com/office/officeart/2005/8/layout/lProcess2"/>
    <dgm:cxn modelId="{8F0A0D77-B0AF-4FC3-8927-3ABA36ED94A7}" srcId="{D27EA79E-08E3-4CBB-A9EA-179485C8B128}" destId="{A3E494DC-42C2-42CC-92E7-E784D5D861BD}" srcOrd="1" destOrd="0" parTransId="{6D234826-C52C-43E9-B78F-6FD3791D3885}" sibTransId="{94BF588A-9C2C-4181-BB42-6474138EE7AB}"/>
    <dgm:cxn modelId="{778E02B1-4CAB-4B31-9ABA-EB0D3EA3044F}" type="presOf" srcId="{9237ECCF-4839-4039-89F3-C45488D92E2B}" destId="{173831F8-AE8B-4136-9492-01C16922A534}" srcOrd="0" destOrd="0" presId="urn:microsoft.com/office/officeart/2005/8/layout/lProcess2"/>
    <dgm:cxn modelId="{4744D666-4216-4C41-9AA2-64F54881DA7D}" type="presOf" srcId="{50534B48-1544-40B4-90B6-F4251F653D15}" destId="{B9634750-EA54-4DB7-827D-D4A28B0F245C}" srcOrd="0" destOrd="0" presId="urn:microsoft.com/office/officeart/2005/8/layout/lProcess2"/>
    <dgm:cxn modelId="{C10AEADD-AAF8-4594-850A-AB07D4471C8F}" srcId="{D27EA79E-08E3-4CBB-A9EA-179485C8B128}" destId="{027B213C-4D23-47D6-A7BE-D2809F52C351}" srcOrd="5" destOrd="0" parTransId="{7ADA59CE-2C57-4671-9D5D-B459872675C5}" sibTransId="{7C939954-9575-4CEE-8A4C-55C61B0A820E}"/>
    <dgm:cxn modelId="{FAAA0C5B-49C2-44C5-B70D-DABD58BDF0F0}" srcId="{50534B48-1544-40B4-90B6-F4251F653D15}" destId="{D27EA79E-08E3-4CBB-A9EA-179485C8B128}" srcOrd="1" destOrd="0" parTransId="{4687D0DA-1AF8-4EF0-B61A-FA43144E6C82}" sibTransId="{32D4CF9C-6D24-4FA3-A853-CC3A2B86F7DB}"/>
    <dgm:cxn modelId="{C1A1D6CF-EFBD-4623-B32B-E32B6EE468F3}" type="presOf" srcId="{027B213C-4D23-47D6-A7BE-D2809F52C351}" destId="{2827D575-284A-491C-AD6C-DF5767700EBB}" srcOrd="0" destOrd="0" presId="urn:microsoft.com/office/officeart/2005/8/layout/lProcess2"/>
    <dgm:cxn modelId="{00D0B7E3-A3EB-4C71-AF48-5B3DA3551AF9}" type="presParOf" srcId="{B9634750-EA54-4DB7-827D-D4A28B0F245C}" destId="{DD2B8C2D-64DA-4D86-8360-2F7E76F1EDBE}" srcOrd="0" destOrd="0" presId="urn:microsoft.com/office/officeart/2005/8/layout/lProcess2"/>
    <dgm:cxn modelId="{EDF7C7D5-0A9D-4D1A-900F-C1DE8239FEBA}" type="presParOf" srcId="{DD2B8C2D-64DA-4D86-8360-2F7E76F1EDBE}" destId="{4F60A092-F2BF-4078-9786-C5266A5DED63}" srcOrd="0" destOrd="0" presId="urn:microsoft.com/office/officeart/2005/8/layout/lProcess2"/>
    <dgm:cxn modelId="{A8DB91E9-8583-460B-9872-F4989ECF42A1}" type="presParOf" srcId="{DD2B8C2D-64DA-4D86-8360-2F7E76F1EDBE}" destId="{75D88E9D-9D5D-4A7E-BDA3-5D8EEA02CA6B}" srcOrd="1" destOrd="0" presId="urn:microsoft.com/office/officeart/2005/8/layout/lProcess2"/>
    <dgm:cxn modelId="{8F4169A2-7A0F-487D-ADBE-B30033408BB7}" type="presParOf" srcId="{DD2B8C2D-64DA-4D86-8360-2F7E76F1EDBE}" destId="{576BDB11-AA71-40DB-8CDC-0B01ECE996C6}" srcOrd="2" destOrd="0" presId="urn:microsoft.com/office/officeart/2005/8/layout/lProcess2"/>
    <dgm:cxn modelId="{01E0EABF-A07B-4090-ACE9-AA3A1628232F}" type="presParOf" srcId="{576BDB11-AA71-40DB-8CDC-0B01ECE996C6}" destId="{BDD9FDE4-84A5-47F0-BBB6-D016A605750D}" srcOrd="0" destOrd="0" presId="urn:microsoft.com/office/officeart/2005/8/layout/lProcess2"/>
    <dgm:cxn modelId="{A9245221-E256-4504-A599-DD8FBE1D4C83}" type="presParOf" srcId="{BDD9FDE4-84A5-47F0-BBB6-D016A605750D}" destId="{CB080AA4-4A51-4540-995D-B681240CFCB6}" srcOrd="0" destOrd="0" presId="urn:microsoft.com/office/officeart/2005/8/layout/lProcess2"/>
    <dgm:cxn modelId="{EC30C88B-CCAB-45A1-8E17-DB7283A48EA1}" type="presParOf" srcId="{BDD9FDE4-84A5-47F0-BBB6-D016A605750D}" destId="{D540E02C-04FC-4AE4-A28B-974AB70873F4}" srcOrd="1" destOrd="0" presId="urn:microsoft.com/office/officeart/2005/8/layout/lProcess2"/>
    <dgm:cxn modelId="{5444B749-2729-41F3-ADD7-0C7F05BA650B}" type="presParOf" srcId="{BDD9FDE4-84A5-47F0-BBB6-D016A605750D}" destId="{173831F8-AE8B-4136-9492-01C16922A534}" srcOrd="2" destOrd="0" presId="urn:microsoft.com/office/officeart/2005/8/layout/lProcess2"/>
    <dgm:cxn modelId="{5AE0E54C-B07A-425B-840D-A42CF38777DC}" type="presParOf" srcId="{BDD9FDE4-84A5-47F0-BBB6-D016A605750D}" destId="{07B35A76-1CC1-4BC9-933B-43797BE19CD9}" srcOrd="3" destOrd="0" presId="urn:microsoft.com/office/officeart/2005/8/layout/lProcess2"/>
    <dgm:cxn modelId="{E26827D2-BF1D-495D-AC0E-39D7090E5F13}" type="presParOf" srcId="{BDD9FDE4-84A5-47F0-BBB6-D016A605750D}" destId="{62CD179C-3DCA-4A2F-B1EC-73DD85765A6B}" srcOrd="4" destOrd="0" presId="urn:microsoft.com/office/officeart/2005/8/layout/lProcess2"/>
    <dgm:cxn modelId="{6D6D2FA4-8FA9-4F1F-846F-2E58D662DB5F}" type="presParOf" srcId="{B9634750-EA54-4DB7-827D-D4A28B0F245C}" destId="{9124954C-FF36-4005-9A5A-4730D60D5217}" srcOrd="1" destOrd="0" presId="urn:microsoft.com/office/officeart/2005/8/layout/lProcess2"/>
    <dgm:cxn modelId="{2ACDAB7D-D66E-4BE0-9655-DAF22338A68C}" type="presParOf" srcId="{B9634750-EA54-4DB7-827D-D4A28B0F245C}" destId="{3802D316-9B03-42A5-9C37-489DB2EA5DCD}" srcOrd="2" destOrd="0" presId="urn:microsoft.com/office/officeart/2005/8/layout/lProcess2"/>
    <dgm:cxn modelId="{DF36BB96-E142-495D-91EB-C31776573576}" type="presParOf" srcId="{3802D316-9B03-42A5-9C37-489DB2EA5DCD}" destId="{DDF9B9A8-629E-4541-BB88-88B7CB332915}" srcOrd="0" destOrd="0" presId="urn:microsoft.com/office/officeart/2005/8/layout/lProcess2"/>
    <dgm:cxn modelId="{DAF39662-1D1F-409A-A65F-749ABA2E6BCD}" type="presParOf" srcId="{3802D316-9B03-42A5-9C37-489DB2EA5DCD}" destId="{50FDDD72-FA2E-4D12-A58D-7340EEDCE5A4}" srcOrd="1" destOrd="0" presId="urn:microsoft.com/office/officeart/2005/8/layout/lProcess2"/>
    <dgm:cxn modelId="{FF207433-AC8E-4D76-9C50-FCC2EE5765AB}" type="presParOf" srcId="{3802D316-9B03-42A5-9C37-489DB2EA5DCD}" destId="{DF690ECF-7C7F-4CC8-A807-54E9961E73A2}" srcOrd="2" destOrd="0" presId="urn:microsoft.com/office/officeart/2005/8/layout/lProcess2"/>
    <dgm:cxn modelId="{E6174AD2-5712-4A2E-AFF3-D000CAAD0989}" type="presParOf" srcId="{DF690ECF-7C7F-4CC8-A807-54E9961E73A2}" destId="{7DD18CB5-C06E-4994-8851-2A293B3043BC}" srcOrd="0" destOrd="0" presId="urn:microsoft.com/office/officeart/2005/8/layout/lProcess2"/>
    <dgm:cxn modelId="{544EFAD2-A6DF-401F-A5C8-C0A46BDF1C76}" type="presParOf" srcId="{7DD18CB5-C06E-4994-8851-2A293B3043BC}" destId="{D97E65C2-1C62-4FB2-94DE-3AF77F9BC111}" srcOrd="0" destOrd="0" presId="urn:microsoft.com/office/officeart/2005/8/layout/lProcess2"/>
    <dgm:cxn modelId="{BEB1AC18-594D-4BB3-A27C-C4347FB94DC9}" type="presParOf" srcId="{7DD18CB5-C06E-4994-8851-2A293B3043BC}" destId="{630292AC-57AE-4457-9C79-F29213B35265}" srcOrd="1" destOrd="0" presId="urn:microsoft.com/office/officeart/2005/8/layout/lProcess2"/>
    <dgm:cxn modelId="{DFE29A06-CBED-4CC6-9196-DC4B874B0600}" type="presParOf" srcId="{7DD18CB5-C06E-4994-8851-2A293B3043BC}" destId="{27D85063-7640-4C93-A3D3-EB29E1F601DB}" srcOrd="2" destOrd="0" presId="urn:microsoft.com/office/officeart/2005/8/layout/lProcess2"/>
    <dgm:cxn modelId="{FA7B4DFE-182F-440A-93F8-8AACCB911DEC}" type="presParOf" srcId="{7DD18CB5-C06E-4994-8851-2A293B3043BC}" destId="{8653AB21-180C-4534-96F0-BC6567BABFCC}" srcOrd="3" destOrd="0" presId="urn:microsoft.com/office/officeart/2005/8/layout/lProcess2"/>
    <dgm:cxn modelId="{6D06BC99-E64D-4DD0-8339-C92310458A7C}" type="presParOf" srcId="{7DD18CB5-C06E-4994-8851-2A293B3043BC}" destId="{F1FABAC7-1A16-4C32-BEE8-9233D219CDC2}" srcOrd="4" destOrd="0" presId="urn:microsoft.com/office/officeart/2005/8/layout/lProcess2"/>
    <dgm:cxn modelId="{6D043B3E-192C-45B5-A06A-67570D27E92D}" type="presParOf" srcId="{7DD18CB5-C06E-4994-8851-2A293B3043BC}" destId="{37A0351E-FCBC-4273-BE61-82ECC60EB196}" srcOrd="5" destOrd="0" presId="urn:microsoft.com/office/officeart/2005/8/layout/lProcess2"/>
    <dgm:cxn modelId="{9317474C-59A2-4909-BA6E-57F665CC05EC}" type="presParOf" srcId="{7DD18CB5-C06E-4994-8851-2A293B3043BC}" destId="{70DAF4F5-0DBE-462B-90E0-AF2133FD3A19}" srcOrd="6" destOrd="0" presId="urn:microsoft.com/office/officeart/2005/8/layout/lProcess2"/>
    <dgm:cxn modelId="{D34145B4-EE50-45C8-A694-85FE343E7FDC}" type="presParOf" srcId="{7DD18CB5-C06E-4994-8851-2A293B3043BC}" destId="{6A5D9D8D-77CA-4B09-97BF-8EEF4F89B662}" srcOrd="7" destOrd="0" presId="urn:microsoft.com/office/officeart/2005/8/layout/lProcess2"/>
    <dgm:cxn modelId="{335ED459-8FEB-44E3-BD61-13E4FB4A1E0A}" type="presParOf" srcId="{7DD18CB5-C06E-4994-8851-2A293B3043BC}" destId="{F6AF290B-0EF7-4D03-BA88-55204ED05B8A}" srcOrd="8" destOrd="0" presId="urn:microsoft.com/office/officeart/2005/8/layout/lProcess2"/>
    <dgm:cxn modelId="{506749C1-2982-4919-838C-5B008DC547A0}" type="presParOf" srcId="{7DD18CB5-C06E-4994-8851-2A293B3043BC}" destId="{575AABC2-6BB3-4754-B9F5-DE34D3BECE89}" srcOrd="9" destOrd="0" presId="urn:microsoft.com/office/officeart/2005/8/layout/lProcess2"/>
    <dgm:cxn modelId="{AA833002-C31C-4B8E-B960-457C88645F36}" type="presParOf" srcId="{7DD18CB5-C06E-4994-8851-2A293B3043BC}" destId="{2827D575-284A-491C-AD6C-DF5767700EBB}" srcOrd="10" destOrd="0" presId="urn:microsoft.com/office/officeart/2005/8/layout/lProcess2"/>
    <dgm:cxn modelId="{2065E2FB-0486-47B6-B82B-8A04E9487AC5}" type="presParOf" srcId="{B9634750-EA54-4DB7-827D-D4A28B0F245C}" destId="{1472EB92-D553-4631-A423-1545BBC6B8CA}" srcOrd="3" destOrd="0" presId="urn:microsoft.com/office/officeart/2005/8/layout/lProcess2"/>
    <dgm:cxn modelId="{37767DAC-6FDC-4361-AA23-77CB4E11CBDF}" type="presParOf" srcId="{B9634750-EA54-4DB7-827D-D4A28B0F245C}" destId="{722D92FB-0083-45E5-8289-AD26FD60EE3C}" srcOrd="4" destOrd="0" presId="urn:microsoft.com/office/officeart/2005/8/layout/lProcess2"/>
    <dgm:cxn modelId="{64102FAE-192A-4ECB-8E4E-FA9F031A1863}" type="presParOf" srcId="{722D92FB-0083-45E5-8289-AD26FD60EE3C}" destId="{C72E8824-A729-46C8-AE8E-FEA35E8771B7}" srcOrd="0" destOrd="0" presId="urn:microsoft.com/office/officeart/2005/8/layout/lProcess2"/>
    <dgm:cxn modelId="{7684AD91-0C5F-4F70-B22B-BE758E555A11}" type="presParOf" srcId="{722D92FB-0083-45E5-8289-AD26FD60EE3C}" destId="{AA5FCB3E-0EEC-46F4-A800-5B24EE18FD41}" srcOrd="1" destOrd="0" presId="urn:microsoft.com/office/officeart/2005/8/layout/lProcess2"/>
    <dgm:cxn modelId="{A8EA3591-C56A-43C3-AEAD-8261F9010CE9}" type="presParOf" srcId="{722D92FB-0083-45E5-8289-AD26FD60EE3C}" destId="{295E5528-BCD3-4B2E-8501-9FEC443845A5}" srcOrd="2" destOrd="0" presId="urn:microsoft.com/office/officeart/2005/8/layout/lProcess2"/>
    <dgm:cxn modelId="{2B8687E6-4B1C-4C7A-9159-48862B075557}" type="presParOf" srcId="{295E5528-BCD3-4B2E-8501-9FEC443845A5}" destId="{08CF322A-7A9D-472F-9BC5-F1DCDCB1A2F7}" srcOrd="0" destOrd="0" presId="urn:microsoft.com/office/officeart/2005/8/layout/l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086561-2338-4888-B975-F94FC51619F8}">
      <dsp:nvSpPr>
        <dsp:cNvPr id="0" name=""/>
        <dsp:cNvSpPr/>
      </dsp:nvSpPr>
      <dsp:spPr>
        <a:xfrm>
          <a:off x="2073032" y="2743200"/>
          <a:ext cx="292687" cy="2517108"/>
        </a:xfrm>
        <a:custGeom>
          <a:avLst/>
          <a:gdLst/>
          <a:ahLst/>
          <a:cxnLst/>
          <a:rect l="0" t="0" r="0" b="0"/>
          <a:pathLst>
            <a:path>
              <a:moveTo>
                <a:pt x="0" y="0"/>
              </a:moveTo>
              <a:lnTo>
                <a:pt x="146343" y="0"/>
              </a:lnTo>
              <a:lnTo>
                <a:pt x="146343" y="2517108"/>
              </a:lnTo>
              <a:lnTo>
                <a:pt x="292687" y="251710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CCD4552-ECB1-4656-B261-D1143D0304AD}">
      <dsp:nvSpPr>
        <dsp:cNvPr id="0" name=""/>
        <dsp:cNvSpPr/>
      </dsp:nvSpPr>
      <dsp:spPr>
        <a:xfrm>
          <a:off x="2073032" y="2743200"/>
          <a:ext cx="292687" cy="1887831"/>
        </a:xfrm>
        <a:custGeom>
          <a:avLst/>
          <a:gdLst/>
          <a:ahLst/>
          <a:cxnLst/>
          <a:rect l="0" t="0" r="0" b="0"/>
          <a:pathLst>
            <a:path>
              <a:moveTo>
                <a:pt x="0" y="0"/>
              </a:moveTo>
              <a:lnTo>
                <a:pt x="146343" y="0"/>
              </a:lnTo>
              <a:lnTo>
                <a:pt x="146343" y="1887831"/>
              </a:lnTo>
              <a:lnTo>
                <a:pt x="292687" y="188783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A5A7813-F2CA-462C-93B6-1F2EA072B29D}">
      <dsp:nvSpPr>
        <dsp:cNvPr id="0" name=""/>
        <dsp:cNvSpPr/>
      </dsp:nvSpPr>
      <dsp:spPr>
        <a:xfrm>
          <a:off x="2073032" y="2743200"/>
          <a:ext cx="292687" cy="1258554"/>
        </a:xfrm>
        <a:custGeom>
          <a:avLst/>
          <a:gdLst/>
          <a:ahLst/>
          <a:cxnLst/>
          <a:rect l="0" t="0" r="0" b="0"/>
          <a:pathLst>
            <a:path>
              <a:moveTo>
                <a:pt x="0" y="0"/>
              </a:moveTo>
              <a:lnTo>
                <a:pt x="146343" y="0"/>
              </a:lnTo>
              <a:lnTo>
                <a:pt x="146343" y="1258554"/>
              </a:lnTo>
              <a:lnTo>
                <a:pt x="292687" y="125855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F0ECDC7-00E8-4AB9-B853-8F07911F40E6}">
      <dsp:nvSpPr>
        <dsp:cNvPr id="0" name=""/>
        <dsp:cNvSpPr/>
      </dsp:nvSpPr>
      <dsp:spPr>
        <a:xfrm>
          <a:off x="2073032" y="2743200"/>
          <a:ext cx="292687" cy="629277"/>
        </a:xfrm>
        <a:custGeom>
          <a:avLst/>
          <a:gdLst/>
          <a:ahLst/>
          <a:cxnLst/>
          <a:rect l="0" t="0" r="0" b="0"/>
          <a:pathLst>
            <a:path>
              <a:moveTo>
                <a:pt x="0" y="0"/>
              </a:moveTo>
              <a:lnTo>
                <a:pt x="146343" y="0"/>
              </a:lnTo>
              <a:lnTo>
                <a:pt x="146343" y="629277"/>
              </a:lnTo>
              <a:lnTo>
                <a:pt x="292687" y="62927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3C8D171-2F95-4807-A805-944D885ECF70}">
      <dsp:nvSpPr>
        <dsp:cNvPr id="0" name=""/>
        <dsp:cNvSpPr/>
      </dsp:nvSpPr>
      <dsp:spPr>
        <a:xfrm>
          <a:off x="2073032" y="2697480"/>
          <a:ext cx="292687" cy="91440"/>
        </a:xfrm>
        <a:custGeom>
          <a:avLst/>
          <a:gdLst/>
          <a:ahLst/>
          <a:cxnLst/>
          <a:rect l="0" t="0" r="0" b="0"/>
          <a:pathLst>
            <a:path>
              <a:moveTo>
                <a:pt x="0" y="45720"/>
              </a:moveTo>
              <a:lnTo>
                <a:pt x="292687" y="4572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78A17C1-57CA-4359-AB80-43A748135A79}">
      <dsp:nvSpPr>
        <dsp:cNvPr id="0" name=""/>
        <dsp:cNvSpPr/>
      </dsp:nvSpPr>
      <dsp:spPr>
        <a:xfrm>
          <a:off x="2073032" y="2113922"/>
          <a:ext cx="292687" cy="629277"/>
        </a:xfrm>
        <a:custGeom>
          <a:avLst/>
          <a:gdLst/>
          <a:ahLst/>
          <a:cxnLst/>
          <a:rect l="0" t="0" r="0" b="0"/>
          <a:pathLst>
            <a:path>
              <a:moveTo>
                <a:pt x="0" y="629277"/>
              </a:moveTo>
              <a:lnTo>
                <a:pt x="146343" y="629277"/>
              </a:lnTo>
              <a:lnTo>
                <a:pt x="146343" y="0"/>
              </a:lnTo>
              <a:lnTo>
                <a:pt x="292687"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D78ACF3-9AD0-4990-8017-7542598CC8FE}">
      <dsp:nvSpPr>
        <dsp:cNvPr id="0" name=""/>
        <dsp:cNvSpPr/>
      </dsp:nvSpPr>
      <dsp:spPr>
        <a:xfrm>
          <a:off x="2073032" y="1484645"/>
          <a:ext cx="292687" cy="1258554"/>
        </a:xfrm>
        <a:custGeom>
          <a:avLst/>
          <a:gdLst/>
          <a:ahLst/>
          <a:cxnLst/>
          <a:rect l="0" t="0" r="0" b="0"/>
          <a:pathLst>
            <a:path>
              <a:moveTo>
                <a:pt x="0" y="1258554"/>
              </a:moveTo>
              <a:lnTo>
                <a:pt x="146343" y="1258554"/>
              </a:lnTo>
              <a:lnTo>
                <a:pt x="146343" y="0"/>
              </a:lnTo>
              <a:lnTo>
                <a:pt x="292687"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2CCA0E7-607D-452D-BD56-754C5EF752FC}">
      <dsp:nvSpPr>
        <dsp:cNvPr id="0" name=""/>
        <dsp:cNvSpPr/>
      </dsp:nvSpPr>
      <dsp:spPr>
        <a:xfrm>
          <a:off x="2073032" y="855368"/>
          <a:ext cx="292687" cy="1887831"/>
        </a:xfrm>
        <a:custGeom>
          <a:avLst/>
          <a:gdLst/>
          <a:ahLst/>
          <a:cxnLst/>
          <a:rect l="0" t="0" r="0" b="0"/>
          <a:pathLst>
            <a:path>
              <a:moveTo>
                <a:pt x="0" y="1887831"/>
              </a:moveTo>
              <a:lnTo>
                <a:pt x="146343" y="1887831"/>
              </a:lnTo>
              <a:lnTo>
                <a:pt x="146343" y="0"/>
              </a:lnTo>
              <a:lnTo>
                <a:pt x="292687"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81EE201-21C8-4BD8-AF02-6D8CCB70049A}">
      <dsp:nvSpPr>
        <dsp:cNvPr id="0" name=""/>
        <dsp:cNvSpPr/>
      </dsp:nvSpPr>
      <dsp:spPr>
        <a:xfrm>
          <a:off x="2073032" y="226091"/>
          <a:ext cx="292687" cy="2517108"/>
        </a:xfrm>
        <a:custGeom>
          <a:avLst/>
          <a:gdLst/>
          <a:ahLst/>
          <a:cxnLst/>
          <a:rect l="0" t="0" r="0" b="0"/>
          <a:pathLst>
            <a:path>
              <a:moveTo>
                <a:pt x="0" y="2517108"/>
              </a:moveTo>
              <a:lnTo>
                <a:pt x="146343" y="2517108"/>
              </a:lnTo>
              <a:lnTo>
                <a:pt x="146343" y="0"/>
              </a:lnTo>
              <a:lnTo>
                <a:pt x="292687"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56DA778-0745-49D8-85E2-34D7F3C07F32}">
      <dsp:nvSpPr>
        <dsp:cNvPr id="0" name=""/>
        <dsp:cNvSpPr/>
      </dsp:nvSpPr>
      <dsp:spPr>
        <a:xfrm>
          <a:off x="609597" y="2520026"/>
          <a:ext cx="1463435" cy="446347"/>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lvl="0" algn="ctr" defTabSz="844550">
            <a:lnSpc>
              <a:spcPct val="90000"/>
            </a:lnSpc>
            <a:spcBef>
              <a:spcPct val="0"/>
            </a:spcBef>
            <a:spcAft>
              <a:spcPct val="35000"/>
            </a:spcAft>
          </a:pPr>
          <a:r>
            <a:rPr lang="en-US" sz="1900" kern="1200"/>
            <a:t>Quản lý dự án</a:t>
          </a:r>
        </a:p>
      </dsp:txBody>
      <dsp:txXfrm>
        <a:off x="609597" y="2520026"/>
        <a:ext cx="1463435" cy="446347"/>
      </dsp:txXfrm>
    </dsp:sp>
    <dsp:sp modelId="{57B97DB5-07E0-45D9-AFAA-58C3DE0FFDB5}">
      <dsp:nvSpPr>
        <dsp:cNvPr id="0" name=""/>
        <dsp:cNvSpPr/>
      </dsp:nvSpPr>
      <dsp:spPr>
        <a:xfrm>
          <a:off x="2365719" y="2917"/>
          <a:ext cx="1810152" cy="446347"/>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700" tIns="12700" rIns="12700" bIns="12700" numCol="1" spcCol="1270" anchor="ctr" anchorCtr="0">
          <a:noAutofit/>
        </a:bodyPr>
        <a:lstStyle/>
        <a:p>
          <a:pPr marL="0" lvl="0" indent="0" algn="l" defTabSz="800100">
            <a:lnSpc>
              <a:spcPct val="90000"/>
            </a:lnSpc>
            <a:spcBef>
              <a:spcPct val="0"/>
            </a:spcBef>
            <a:spcAft>
              <a:spcPct val="35000"/>
            </a:spcAft>
          </a:pPr>
          <a:r>
            <a:rPr lang="en-US" sz="2000" kern="1200" dirty="0" smtClean="0"/>
            <a:t>1. </a:t>
          </a:r>
          <a:r>
            <a:rPr lang="en-US" sz="2000" kern="1200" dirty="0" err="1" smtClean="0"/>
            <a:t>Hợp</a:t>
          </a:r>
          <a:r>
            <a:rPr lang="en-US" sz="2000" kern="1200" dirty="0" smtClean="0"/>
            <a:t> </a:t>
          </a:r>
          <a:r>
            <a:rPr lang="en-US" sz="2000" kern="1200" dirty="0" err="1"/>
            <a:t>nhất</a:t>
          </a:r>
          <a:endParaRPr lang="en-US" sz="2000" kern="1200" dirty="0">
            <a:latin typeface="Arial"/>
            <a:ea typeface="ＭＳ Ｐゴシック"/>
            <a:cs typeface="+mn-cs"/>
          </a:endParaRPr>
        </a:p>
      </dsp:txBody>
      <dsp:txXfrm>
        <a:off x="2365719" y="2917"/>
        <a:ext cx="1810152" cy="446347"/>
      </dsp:txXfrm>
    </dsp:sp>
    <dsp:sp modelId="{E0BF66FB-EDC4-4524-BCF9-47367AFE2667}">
      <dsp:nvSpPr>
        <dsp:cNvPr id="0" name=""/>
        <dsp:cNvSpPr/>
      </dsp:nvSpPr>
      <dsp:spPr>
        <a:xfrm>
          <a:off x="2365719" y="632194"/>
          <a:ext cx="2633320" cy="446347"/>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l" defTabSz="800100">
            <a:lnSpc>
              <a:spcPct val="90000"/>
            </a:lnSpc>
            <a:spcBef>
              <a:spcPct val="0"/>
            </a:spcBef>
            <a:spcAft>
              <a:spcPct val="35000"/>
            </a:spcAft>
            <a:buNone/>
          </a:pPr>
          <a:r>
            <a:rPr lang="en-US" sz="2000" kern="1200">
              <a:latin typeface="Arial"/>
              <a:ea typeface="ＭＳ Ｐゴシック"/>
              <a:cs typeface="+mn-cs"/>
            </a:rPr>
            <a:t>2. Quản lý phạm vi</a:t>
          </a:r>
        </a:p>
      </dsp:txBody>
      <dsp:txXfrm>
        <a:off x="2365719" y="632194"/>
        <a:ext cx="2633320" cy="446347"/>
      </dsp:txXfrm>
    </dsp:sp>
    <dsp:sp modelId="{C4B0DA59-E2E8-4C82-B802-274E363AEDA6}">
      <dsp:nvSpPr>
        <dsp:cNvPr id="0" name=""/>
        <dsp:cNvSpPr/>
      </dsp:nvSpPr>
      <dsp:spPr>
        <a:xfrm>
          <a:off x="2365719" y="1261471"/>
          <a:ext cx="2633320" cy="446347"/>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l" defTabSz="800100">
            <a:lnSpc>
              <a:spcPct val="90000"/>
            </a:lnSpc>
            <a:spcBef>
              <a:spcPct val="0"/>
            </a:spcBef>
            <a:spcAft>
              <a:spcPct val="35000"/>
            </a:spcAft>
            <a:buNone/>
          </a:pPr>
          <a:r>
            <a:rPr lang="en-US" sz="2000" kern="1200">
              <a:latin typeface="Arial"/>
              <a:ea typeface="ＭＳ Ｐゴシック"/>
              <a:cs typeface="+mn-cs"/>
            </a:rPr>
            <a:t>3. Quản lý thời gian</a:t>
          </a:r>
        </a:p>
      </dsp:txBody>
      <dsp:txXfrm>
        <a:off x="2365719" y="1261471"/>
        <a:ext cx="2633320" cy="446347"/>
      </dsp:txXfrm>
    </dsp:sp>
    <dsp:sp modelId="{4F71263C-6BF1-4ABF-B462-7E024F2C289D}">
      <dsp:nvSpPr>
        <dsp:cNvPr id="0" name=""/>
        <dsp:cNvSpPr/>
      </dsp:nvSpPr>
      <dsp:spPr>
        <a:xfrm>
          <a:off x="2365719" y="1890748"/>
          <a:ext cx="2633320" cy="446347"/>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700" tIns="12700" rIns="12700" bIns="12700" numCol="1" spcCol="1270" anchor="ctr" anchorCtr="0">
          <a:noAutofit/>
        </a:bodyPr>
        <a:lstStyle/>
        <a:p>
          <a:pPr lvl="0" algn="l" defTabSz="889000">
            <a:lnSpc>
              <a:spcPct val="90000"/>
            </a:lnSpc>
            <a:spcBef>
              <a:spcPct val="0"/>
            </a:spcBef>
            <a:spcAft>
              <a:spcPct val="35000"/>
            </a:spcAft>
          </a:pPr>
          <a:r>
            <a:rPr lang="en-US" sz="2000" kern="1200">
              <a:latin typeface="Arial"/>
              <a:ea typeface="ＭＳ Ｐゴシック"/>
              <a:cs typeface="+mn-cs"/>
            </a:rPr>
            <a:t>4. Quản</a:t>
          </a:r>
          <a:r>
            <a:rPr lang="en-US" sz="2000" kern="1200"/>
            <a:t> lý chi phí</a:t>
          </a:r>
        </a:p>
      </dsp:txBody>
      <dsp:txXfrm>
        <a:off x="2365719" y="1890748"/>
        <a:ext cx="2633320" cy="446347"/>
      </dsp:txXfrm>
    </dsp:sp>
    <dsp:sp modelId="{DC3F1B3B-61DE-482D-9751-09CC71E6E88B}">
      <dsp:nvSpPr>
        <dsp:cNvPr id="0" name=""/>
        <dsp:cNvSpPr/>
      </dsp:nvSpPr>
      <dsp:spPr>
        <a:xfrm>
          <a:off x="2365719" y="2520026"/>
          <a:ext cx="2633320" cy="446347"/>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700" tIns="12700" rIns="12700" bIns="12700" numCol="1" spcCol="1270" anchor="ctr" anchorCtr="0">
          <a:noAutofit/>
        </a:bodyPr>
        <a:lstStyle/>
        <a:p>
          <a:pPr lvl="0" algn="l" defTabSz="889000">
            <a:lnSpc>
              <a:spcPct val="90000"/>
            </a:lnSpc>
            <a:spcBef>
              <a:spcPct val="0"/>
            </a:spcBef>
            <a:spcAft>
              <a:spcPct val="35000"/>
            </a:spcAft>
          </a:pPr>
          <a:r>
            <a:rPr lang="en-US" sz="2000" kern="1200"/>
            <a:t>5. </a:t>
          </a:r>
          <a:r>
            <a:rPr lang="vi-VN" sz="2000" kern="1200"/>
            <a:t>Quản lý chất lượng</a:t>
          </a:r>
          <a:endParaRPr lang="en-US" sz="2000" kern="1200"/>
        </a:p>
      </dsp:txBody>
      <dsp:txXfrm>
        <a:off x="2365719" y="2520026"/>
        <a:ext cx="2633320" cy="446347"/>
      </dsp:txXfrm>
    </dsp:sp>
    <dsp:sp modelId="{92A58DC0-C5B0-4F6B-94BC-11E58200A9B5}">
      <dsp:nvSpPr>
        <dsp:cNvPr id="0" name=""/>
        <dsp:cNvSpPr/>
      </dsp:nvSpPr>
      <dsp:spPr>
        <a:xfrm>
          <a:off x="2365719" y="3149303"/>
          <a:ext cx="2633320" cy="446347"/>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700" tIns="12700" rIns="12700" bIns="12700" numCol="1" spcCol="1270" anchor="ctr" anchorCtr="0">
          <a:noAutofit/>
        </a:bodyPr>
        <a:lstStyle/>
        <a:p>
          <a:pPr lvl="0" algn="l" defTabSz="889000">
            <a:lnSpc>
              <a:spcPct val="90000"/>
            </a:lnSpc>
            <a:spcBef>
              <a:spcPct val="0"/>
            </a:spcBef>
            <a:spcAft>
              <a:spcPct val="35000"/>
            </a:spcAft>
          </a:pPr>
          <a:r>
            <a:rPr lang="en-US" sz="2000" kern="1200"/>
            <a:t>6. Quản lý nhân sự</a:t>
          </a:r>
        </a:p>
      </dsp:txBody>
      <dsp:txXfrm>
        <a:off x="2365719" y="3149303"/>
        <a:ext cx="2633320" cy="446347"/>
      </dsp:txXfrm>
    </dsp:sp>
    <dsp:sp modelId="{98977EE2-DFF1-48B0-9091-3B2EADDB0443}">
      <dsp:nvSpPr>
        <dsp:cNvPr id="0" name=""/>
        <dsp:cNvSpPr/>
      </dsp:nvSpPr>
      <dsp:spPr>
        <a:xfrm>
          <a:off x="2365719" y="3778580"/>
          <a:ext cx="2633320" cy="446347"/>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700" tIns="12700" rIns="12700" bIns="12700" numCol="1" spcCol="1270" anchor="ctr" anchorCtr="0">
          <a:noAutofit/>
        </a:bodyPr>
        <a:lstStyle/>
        <a:p>
          <a:pPr lvl="0" algn="l" defTabSz="889000">
            <a:lnSpc>
              <a:spcPct val="90000"/>
            </a:lnSpc>
            <a:spcBef>
              <a:spcPct val="0"/>
            </a:spcBef>
            <a:spcAft>
              <a:spcPct val="35000"/>
            </a:spcAft>
          </a:pPr>
          <a:r>
            <a:rPr lang="en-US" sz="2000" kern="1200"/>
            <a:t>7. Quản lý giao tiếp</a:t>
          </a:r>
        </a:p>
      </dsp:txBody>
      <dsp:txXfrm>
        <a:off x="2365719" y="3778580"/>
        <a:ext cx="2633320" cy="446347"/>
      </dsp:txXfrm>
    </dsp:sp>
    <dsp:sp modelId="{5BF62B9F-B997-42E2-92F3-BBF40901281E}">
      <dsp:nvSpPr>
        <dsp:cNvPr id="0" name=""/>
        <dsp:cNvSpPr/>
      </dsp:nvSpPr>
      <dsp:spPr>
        <a:xfrm>
          <a:off x="2365719" y="4407857"/>
          <a:ext cx="2633320" cy="446347"/>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700" tIns="12700" rIns="12700" bIns="12700" numCol="1" spcCol="1270" anchor="ctr" anchorCtr="0">
          <a:noAutofit/>
        </a:bodyPr>
        <a:lstStyle/>
        <a:p>
          <a:pPr lvl="0" algn="l" defTabSz="889000">
            <a:lnSpc>
              <a:spcPct val="90000"/>
            </a:lnSpc>
            <a:spcBef>
              <a:spcPct val="0"/>
            </a:spcBef>
            <a:spcAft>
              <a:spcPct val="35000"/>
            </a:spcAft>
          </a:pPr>
          <a:r>
            <a:rPr lang="en-US" sz="2000" kern="1200"/>
            <a:t>8. Quản lý rủi ro</a:t>
          </a:r>
        </a:p>
      </dsp:txBody>
      <dsp:txXfrm>
        <a:off x="2365719" y="4407857"/>
        <a:ext cx="2633320" cy="446347"/>
      </dsp:txXfrm>
    </dsp:sp>
    <dsp:sp modelId="{8053D2E4-C46A-4D19-BDE2-7C1C57AF54E0}">
      <dsp:nvSpPr>
        <dsp:cNvPr id="0" name=""/>
        <dsp:cNvSpPr/>
      </dsp:nvSpPr>
      <dsp:spPr>
        <a:xfrm>
          <a:off x="2365719" y="5037134"/>
          <a:ext cx="2633320" cy="446347"/>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700" tIns="12700" rIns="12700" bIns="12700" numCol="1" spcCol="1270" anchor="ctr" anchorCtr="0">
          <a:noAutofit/>
        </a:bodyPr>
        <a:lstStyle/>
        <a:p>
          <a:pPr lvl="0" algn="l" defTabSz="889000">
            <a:lnSpc>
              <a:spcPct val="90000"/>
            </a:lnSpc>
            <a:spcBef>
              <a:spcPct val="0"/>
            </a:spcBef>
            <a:spcAft>
              <a:spcPct val="35000"/>
            </a:spcAft>
          </a:pPr>
          <a:r>
            <a:rPr lang="en-US" sz="2000" kern="1200"/>
            <a:t>9. Quản lý mua sắm</a:t>
          </a:r>
        </a:p>
      </dsp:txBody>
      <dsp:txXfrm>
        <a:off x="2365719" y="5037134"/>
        <a:ext cx="2633320" cy="44634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3939D2-7DE0-48D5-B01C-32AF3BB134F0}">
      <dsp:nvSpPr>
        <dsp:cNvPr id="0" name=""/>
        <dsp:cNvSpPr/>
      </dsp:nvSpPr>
      <dsp:spPr>
        <a:xfrm>
          <a:off x="0" y="1776034"/>
          <a:ext cx="7564437" cy="0"/>
        </a:xfrm>
        <a:prstGeom prst="line">
          <a:avLst/>
        </a:pr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33594D1-6EDD-401B-B3E4-E5BD8FB64490}">
      <dsp:nvSpPr>
        <dsp:cNvPr id="0" name=""/>
        <dsp:cNvSpPr/>
      </dsp:nvSpPr>
      <dsp:spPr>
        <a:xfrm>
          <a:off x="0" y="1326771"/>
          <a:ext cx="7564437" cy="0"/>
        </a:xfrm>
        <a:prstGeom prst="line">
          <a:avLst/>
        </a:pr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35BAAA7-7515-46E9-969F-621785CB2B0D}">
      <dsp:nvSpPr>
        <dsp:cNvPr id="0" name=""/>
        <dsp:cNvSpPr/>
      </dsp:nvSpPr>
      <dsp:spPr>
        <a:xfrm>
          <a:off x="0" y="877509"/>
          <a:ext cx="7564437" cy="0"/>
        </a:xfrm>
        <a:prstGeom prst="line">
          <a:avLst/>
        </a:pr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F08826A-5530-491D-A41F-69AA0C24F854}">
      <dsp:nvSpPr>
        <dsp:cNvPr id="0" name=""/>
        <dsp:cNvSpPr/>
      </dsp:nvSpPr>
      <dsp:spPr>
        <a:xfrm>
          <a:off x="0" y="428246"/>
          <a:ext cx="7564437" cy="0"/>
        </a:xfrm>
        <a:prstGeom prst="line">
          <a:avLst/>
        </a:pr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4A91F83-FF60-40C0-A990-ADB293F0F0D6}">
      <dsp:nvSpPr>
        <dsp:cNvPr id="0" name=""/>
        <dsp:cNvSpPr/>
      </dsp:nvSpPr>
      <dsp:spPr>
        <a:xfrm>
          <a:off x="1966753" y="377"/>
          <a:ext cx="5597683" cy="4278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765" tIns="24765" rIns="24765" bIns="24765" numCol="1" spcCol="1270" anchor="b" anchorCtr="0">
          <a:noAutofit/>
        </a:bodyPr>
        <a:lstStyle/>
        <a:p>
          <a:pPr lvl="0" algn="l" defTabSz="577850">
            <a:lnSpc>
              <a:spcPct val="90000"/>
            </a:lnSpc>
            <a:spcBef>
              <a:spcPct val="0"/>
            </a:spcBef>
            <a:spcAft>
              <a:spcPct val="35000"/>
            </a:spcAft>
          </a:pPr>
          <a:r>
            <a:rPr lang="en-US" altLang="ja-JP" sz="1300" kern="1200">
              <a:latin typeface="Tahoma" pitchFamily="34" charset="0"/>
            </a:rPr>
            <a:t>Sự bắt đầu của hành động sau phụ thuộc vào hoàn thành của hành động trước</a:t>
          </a:r>
          <a:endParaRPr lang="en-US" sz="1300" kern="1200"/>
        </a:p>
      </dsp:txBody>
      <dsp:txXfrm>
        <a:off x="1966753" y="377"/>
        <a:ext cx="5597683" cy="427868"/>
      </dsp:txXfrm>
    </dsp:sp>
    <dsp:sp modelId="{2F579D9D-66B9-4E23-925F-B77624D06A96}">
      <dsp:nvSpPr>
        <dsp:cNvPr id="0" name=""/>
        <dsp:cNvSpPr/>
      </dsp:nvSpPr>
      <dsp:spPr>
        <a:xfrm>
          <a:off x="0" y="377"/>
          <a:ext cx="1966753" cy="427868"/>
        </a:xfrm>
        <a:prstGeom prst="round2SameRect">
          <a:avLst>
            <a:gd name="adj1" fmla="val 16670"/>
            <a:gd name="adj2" fmla="val 0"/>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w="6350" cap="flat" cmpd="sng" algn="ctr">
          <a:solidFill>
            <a:schemeClr val="dk1">
              <a:shade val="80000"/>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28575" tIns="28575" rIns="28575" bIns="28575" numCol="1" spcCol="1270" anchor="ctr" anchorCtr="0">
          <a:noAutofit/>
        </a:bodyPr>
        <a:lstStyle/>
        <a:p>
          <a:pPr lvl="0" algn="ctr" defTabSz="666750">
            <a:lnSpc>
              <a:spcPct val="90000"/>
            </a:lnSpc>
            <a:spcBef>
              <a:spcPct val="0"/>
            </a:spcBef>
            <a:spcAft>
              <a:spcPct val="35000"/>
            </a:spcAft>
          </a:pPr>
          <a:r>
            <a:rPr lang="en-US" altLang="ja-JP" sz="1500" kern="1200">
              <a:latin typeface="Tahoma" pitchFamily="34" charset="0"/>
            </a:rPr>
            <a:t>① </a:t>
          </a:r>
          <a:r>
            <a:rPr lang="en-US" altLang="ja-JP" sz="1500" kern="1200"/>
            <a:t>Finish to Start </a:t>
          </a:r>
          <a:r>
            <a:rPr lang="en-US" altLang="ja-JP" sz="1500" kern="1200">
              <a:latin typeface="Tahoma" pitchFamily="34" charset="0"/>
            </a:rPr>
            <a:t>(FS)</a:t>
          </a:r>
          <a:endParaRPr lang="en-US" sz="1500" kern="1200"/>
        </a:p>
      </dsp:txBody>
      <dsp:txXfrm>
        <a:off x="20891" y="21268"/>
        <a:ext cx="1924971" cy="406977"/>
      </dsp:txXfrm>
    </dsp:sp>
    <dsp:sp modelId="{23CA65D4-44BD-4656-B42E-41DBD4833566}">
      <dsp:nvSpPr>
        <dsp:cNvPr id="0" name=""/>
        <dsp:cNvSpPr/>
      </dsp:nvSpPr>
      <dsp:spPr>
        <a:xfrm>
          <a:off x="1966753" y="449640"/>
          <a:ext cx="5597683" cy="4278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765" tIns="24765" rIns="24765" bIns="24765" numCol="1" spcCol="1270" anchor="b" anchorCtr="0">
          <a:noAutofit/>
        </a:bodyPr>
        <a:lstStyle/>
        <a:p>
          <a:pPr lvl="0" algn="l" defTabSz="577850">
            <a:lnSpc>
              <a:spcPct val="90000"/>
            </a:lnSpc>
            <a:spcBef>
              <a:spcPct val="0"/>
            </a:spcBef>
            <a:spcAft>
              <a:spcPct val="35000"/>
            </a:spcAft>
          </a:pPr>
          <a:r>
            <a:rPr lang="en-US" altLang="ja-JP" sz="1300" kern="1200">
              <a:latin typeface="Tahoma" pitchFamily="34" charset="0"/>
            </a:rPr>
            <a:t>Sự kết thúc của hành động sau phụ thuộc vào hoàn thành của hành động trước</a:t>
          </a:r>
          <a:endParaRPr lang="en-US" sz="1300" kern="1200"/>
        </a:p>
      </dsp:txBody>
      <dsp:txXfrm>
        <a:off x="1966753" y="449640"/>
        <a:ext cx="5597683" cy="427868"/>
      </dsp:txXfrm>
    </dsp:sp>
    <dsp:sp modelId="{A9CF9983-7DB1-48D1-9C64-D272EE8BE128}">
      <dsp:nvSpPr>
        <dsp:cNvPr id="0" name=""/>
        <dsp:cNvSpPr/>
      </dsp:nvSpPr>
      <dsp:spPr>
        <a:xfrm>
          <a:off x="0" y="449640"/>
          <a:ext cx="1966753" cy="427868"/>
        </a:xfrm>
        <a:prstGeom prst="round2SameRect">
          <a:avLst>
            <a:gd name="adj1" fmla="val 16670"/>
            <a:gd name="adj2" fmla="val 0"/>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w="6350" cap="flat" cmpd="sng" algn="ctr">
          <a:solidFill>
            <a:schemeClr val="dk1">
              <a:shade val="80000"/>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28575" tIns="28575" rIns="28575" bIns="28575" numCol="1" spcCol="1270" anchor="ctr" anchorCtr="0">
          <a:noAutofit/>
        </a:bodyPr>
        <a:lstStyle/>
        <a:p>
          <a:pPr lvl="0" algn="ctr" defTabSz="666750">
            <a:lnSpc>
              <a:spcPct val="90000"/>
            </a:lnSpc>
            <a:spcBef>
              <a:spcPct val="0"/>
            </a:spcBef>
            <a:spcAft>
              <a:spcPct val="35000"/>
            </a:spcAft>
          </a:pPr>
          <a:r>
            <a:rPr lang="en-US" altLang="ja-JP" sz="1500" kern="1200">
              <a:latin typeface="Tahoma" pitchFamily="34" charset="0"/>
            </a:rPr>
            <a:t>② </a:t>
          </a:r>
          <a:r>
            <a:rPr lang="en-US" altLang="ja-JP" sz="1500" kern="1200"/>
            <a:t>Finish to Finish (FF)</a:t>
          </a:r>
          <a:endParaRPr lang="en-US" sz="1500" kern="1200"/>
        </a:p>
      </dsp:txBody>
      <dsp:txXfrm>
        <a:off x="20891" y="470531"/>
        <a:ext cx="1924971" cy="406977"/>
      </dsp:txXfrm>
    </dsp:sp>
    <dsp:sp modelId="{808820A7-91B6-41AB-A112-33481BBA641B}">
      <dsp:nvSpPr>
        <dsp:cNvPr id="0" name=""/>
        <dsp:cNvSpPr/>
      </dsp:nvSpPr>
      <dsp:spPr>
        <a:xfrm>
          <a:off x="1966753" y="898902"/>
          <a:ext cx="5597683" cy="4278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765" tIns="24765" rIns="24765" bIns="24765" numCol="1" spcCol="1270" anchor="b" anchorCtr="0">
          <a:noAutofit/>
        </a:bodyPr>
        <a:lstStyle/>
        <a:p>
          <a:pPr lvl="0" algn="l" defTabSz="577850">
            <a:lnSpc>
              <a:spcPct val="90000"/>
            </a:lnSpc>
            <a:spcBef>
              <a:spcPct val="0"/>
            </a:spcBef>
            <a:spcAft>
              <a:spcPct val="35000"/>
            </a:spcAft>
          </a:pPr>
          <a:r>
            <a:rPr lang="en-US" sz="1300" kern="1200"/>
            <a:t>Sự bắt đầu của hành động sau phụ thuộc vào sự bắt đầu của hành động trước</a:t>
          </a:r>
        </a:p>
      </dsp:txBody>
      <dsp:txXfrm>
        <a:off x="1966753" y="898902"/>
        <a:ext cx="5597683" cy="427868"/>
      </dsp:txXfrm>
    </dsp:sp>
    <dsp:sp modelId="{5A122FFB-1676-416F-9BBA-F6F1CDCAB169}">
      <dsp:nvSpPr>
        <dsp:cNvPr id="0" name=""/>
        <dsp:cNvSpPr/>
      </dsp:nvSpPr>
      <dsp:spPr>
        <a:xfrm>
          <a:off x="0" y="898902"/>
          <a:ext cx="1966753" cy="427868"/>
        </a:xfrm>
        <a:prstGeom prst="round2SameRect">
          <a:avLst>
            <a:gd name="adj1" fmla="val 16670"/>
            <a:gd name="adj2" fmla="val 0"/>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w="6350" cap="flat" cmpd="sng" algn="ctr">
          <a:solidFill>
            <a:schemeClr val="dk1">
              <a:shade val="80000"/>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28575" tIns="28575" rIns="28575" bIns="28575" numCol="1" spcCol="1270" anchor="ctr" anchorCtr="0">
          <a:noAutofit/>
        </a:bodyPr>
        <a:lstStyle/>
        <a:p>
          <a:pPr lvl="0" algn="ctr" defTabSz="666750">
            <a:lnSpc>
              <a:spcPct val="90000"/>
            </a:lnSpc>
            <a:spcBef>
              <a:spcPct val="0"/>
            </a:spcBef>
            <a:spcAft>
              <a:spcPct val="35000"/>
            </a:spcAft>
          </a:pPr>
          <a:r>
            <a:rPr lang="en-US" altLang="ja-JP" sz="1500" kern="1200">
              <a:latin typeface="Tahoma" pitchFamily="34" charset="0"/>
            </a:rPr>
            <a:t>③ Start to Start (SS)</a:t>
          </a:r>
          <a:endParaRPr lang="en-US" sz="1500" kern="1200"/>
        </a:p>
      </dsp:txBody>
      <dsp:txXfrm>
        <a:off x="20891" y="919793"/>
        <a:ext cx="1924971" cy="406977"/>
      </dsp:txXfrm>
    </dsp:sp>
    <dsp:sp modelId="{4677C68C-2563-4FC3-A2A4-4DE9BF70D0BE}">
      <dsp:nvSpPr>
        <dsp:cNvPr id="0" name=""/>
        <dsp:cNvSpPr/>
      </dsp:nvSpPr>
      <dsp:spPr>
        <a:xfrm>
          <a:off x="1966753" y="1348165"/>
          <a:ext cx="5597683" cy="4278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765" tIns="24765" rIns="24765" bIns="24765" numCol="1" spcCol="1270" anchor="b" anchorCtr="0">
          <a:noAutofit/>
        </a:bodyPr>
        <a:lstStyle/>
        <a:p>
          <a:pPr lvl="0" algn="l" defTabSz="577850">
            <a:lnSpc>
              <a:spcPct val="90000"/>
            </a:lnSpc>
            <a:spcBef>
              <a:spcPct val="0"/>
            </a:spcBef>
            <a:spcAft>
              <a:spcPct val="35000"/>
            </a:spcAft>
          </a:pPr>
          <a:r>
            <a:rPr lang="en-US" sz="1300" kern="1200"/>
            <a:t>Sự kết thúc của hoạt động sau phụ thuộc vào sự bắt đầu của hoạt động trước</a:t>
          </a:r>
        </a:p>
      </dsp:txBody>
      <dsp:txXfrm>
        <a:off x="1966753" y="1348165"/>
        <a:ext cx="5597683" cy="427868"/>
      </dsp:txXfrm>
    </dsp:sp>
    <dsp:sp modelId="{A6B312C6-4286-4B47-8EEF-5A9C05AF612B}">
      <dsp:nvSpPr>
        <dsp:cNvPr id="0" name=""/>
        <dsp:cNvSpPr/>
      </dsp:nvSpPr>
      <dsp:spPr>
        <a:xfrm>
          <a:off x="0" y="1348165"/>
          <a:ext cx="1966753" cy="427868"/>
        </a:xfrm>
        <a:prstGeom prst="round2SameRect">
          <a:avLst>
            <a:gd name="adj1" fmla="val 16670"/>
            <a:gd name="adj2" fmla="val 0"/>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w="6350" cap="flat" cmpd="sng" algn="ctr">
          <a:solidFill>
            <a:schemeClr val="dk1">
              <a:shade val="80000"/>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28575" tIns="28575" rIns="28575" bIns="28575" numCol="1" spcCol="1270" anchor="ctr" anchorCtr="0">
          <a:noAutofit/>
        </a:bodyPr>
        <a:lstStyle/>
        <a:p>
          <a:pPr lvl="0" algn="ctr" defTabSz="666750">
            <a:lnSpc>
              <a:spcPct val="90000"/>
            </a:lnSpc>
            <a:spcBef>
              <a:spcPct val="0"/>
            </a:spcBef>
            <a:spcAft>
              <a:spcPct val="35000"/>
            </a:spcAft>
          </a:pPr>
          <a:r>
            <a:rPr lang="en-US" altLang="ja-JP" sz="1500" kern="1200">
              <a:latin typeface="Tahoma" pitchFamily="34" charset="0"/>
            </a:rPr>
            <a:t>④ Start to Finish (SF)</a:t>
          </a:r>
          <a:endParaRPr lang="en-US" sz="1500" kern="1200"/>
        </a:p>
      </dsp:txBody>
      <dsp:txXfrm>
        <a:off x="20891" y="1369056"/>
        <a:ext cx="1924971" cy="40697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3E4F52-8368-4F99-911E-EB2424084EA4}">
      <dsp:nvSpPr>
        <dsp:cNvPr id="0" name=""/>
        <dsp:cNvSpPr/>
      </dsp:nvSpPr>
      <dsp:spPr>
        <a:xfrm>
          <a:off x="0" y="1776034"/>
          <a:ext cx="7564437" cy="0"/>
        </a:xfrm>
        <a:prstGeom prst="line">
          <a:avLst/>
        </a:pr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65AB47E-CEBE-4633-A814-4E3159C17B11}">
      <dsp:nvSpPr>
        <dsp:cNvPr id="0" name=""/>
        <dsp:cNvSpPr/>
      </dsp:nvSpPr>
      <dsp:spPr>
        <a:xfrm>
          <a:off x="0" y="1326771"/>
          <a:ext cx="7564437" cy="0"/>
        </a:xfrm>
        <a:prstGeom prst="line">
          <a:avLst/>
        </a:pr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F66CB2B-1F96-4543-8BB8-CA1006EFEEAA}">
      <dsp:nvSpPr>
        <dsp:cNvPr id="0" name=""/>
        <dsp:cNvSpPr/>
      </dsp:nvSpPr>
      <dsp:spPr>
        <a:xfrm>
          <a:off x="0" y="877509"/>
          <a:ext cx="7564437" cy="0"/>
        </a:xfrm>
        <a:prstGeom prst="line">
          <a:avLst/>
        </a:pr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F08826A-5530-491D-A41F-69AA0C24F854}">
      <dsp:nvSpPr>
        <dsp:cNvPr id="0" name=""/>
        <dsp:cNvSpPr/>
      </dsp:nvSpPr>
      <dsp:spPr>
        <a:xfrm>
          <a:off x="0" y="428246"/>
          <a:ext cx="7564437" cy="0"/>
        </a:xfrm>
        <a:prstGeom prst="line">
          <a:avLst/>
        </a:pr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4A91F83-FF60-40C0-A990-ADB293F0F0D6}">
      <dsp:nvSpPr>
        <dsp:cNvPr id="0" name=""/>
        <dsp:cNvSpPr/>
      </dsp:nvSpPr>
      <dsp:spPr>
        <a:xfrm>
          <a:off x="1966753" y="377"/>
          <a:ext cx="5597683" cy="4278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b" anchorCtr="0">
          <a:noAutofit/>
        </a:bodyPr>
        <a:lstStyle/>
        <a:p>
          <a:pPr lvl="0" algn="l" defTabSz="711200">
            <a:lnSpc>
              <a:spcPct val="90000"/>
            </a:lnSpc>
            <a:spcBef>
              <a:spcPct val="0"/>
            </a:spcBef>
            <a:spcAft>
              <a:spcPct val="35000"/>
            </a:spcAft>
          </a:pPr>
          <a:r>
            <a:rPr lang="en-US" altLang="ja-JP" sz="1600" kern="1200"/>
            <a:t>Sau khi Ng</a:t>
          </a:r>
          <a:r>
            <a:rPr lang="vi-VN" altLang="ja-JP" sz="1600" kern="1200"/>
            <a:t>ư</a:t>
          </a:r>
          <a:r>
            <a:rPr lang="en-US" altLang="ja-JP" sz="1600" kern="1200"/>
            <a:t>ời tham gia vào phòng, buổi seminar bắt đầu</a:t>
          </a:r>
        </a:p>
      </dsp:txBody>
      <dsp:txXfrm>
        <a:off x="1966753" y="377"/>
        <a:ext cx="5597683" cy="427868"/>
      </dsp:txXfrm>
    </dsp:sp>
    <dsp:sp modelId="{2F579D9D-66B9-4E23-925F-B77624D06A96}">
      <dsp:nvSpPr>
        <dsp:cNvPr id="0" name=""/>
        <dsp:cNvSpPr/>
      </dsp:nvSpPr>
      <dsp:spPr>
        <a:xfrm>
          <a:off x="0" y="377"/>
          <a:ext cx="1966753" cy="427868"/>
        </a:xfrm>
        <a:prstGeom prst="round2SameRect">
          <a:avLst>
            <a:gd name="adj1" fmla="val 16670"/>
            <a:gd name="adj2" fmla="val 0"/>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w="6350" cap="flat" cmpd="sng" algn="ctr">
          <a:solidFill>
            <a:schemeClr val="dk1">
              <a:shade val="80000"/>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0480" tIns="30480" rIns="30480" bIns="30480" numCol="1" spcCol="1270" anchor="ctr" anchorCtr="0">
          <a:noAutofit/>
        </a:bodyPr>
        <a:lstStyle/>
        <a:p>
          <a:pPr lvl="0" algn="ctr" defTabSz="711200">
            <a:lnSpc>
              <a:spcPct val="90000"/>
            </a:lnSpc>
            <a:spcBef>
              <a:spcPct val="0"/>
            </a:spcBef>
            <a:spcAft>
              <a:spcPct val="35000"/>
            </a:spcAft>
          </a:pPr>
          <a:r>
            <a:rPr lang="en-US" altLang="ja-JP" sz="1600" kern="1200">
              <a:solidFill>
                <a:srgbClr val="003300"/>
              </a:solidFill>
            </a:rPr>
            <a:t>① Finish to Start (FS)</a:t>
          </a:r>
          <a:endParaRPr lang="en-US" sz="1600" kern="1200"/>
        </a:p>
      </dsp:txBody>
      <dsp:txXfrm>
        <a:off x="20891" y="21268"/>
        <a:ext cx="1924971" cy="406977"/>
      </dsp:txXfrm>
    </dsp:sp>
    <dsp:sp modelId="{2A8EE714-F187-47CD-A105-807B51717AFF}">
      <dsp:nvSpPr>
        <dsp:cNvPr id="0" name=""/>
        <dsp:cNvSpPr/>
      </dsp:nvSpPr>
      <dsp:spPr>
        <a:xfrm>
          <a:off x="1966753" y="449640"/>
          <a:ext cx="5597683" cy="4278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b" anchorCtr="0">
          <a:noAutofit/>
        </a:bodyPr>
        <a:lstStyle/>
        <a:p>
          <a:pPr lvl="0" algn="l" defTabSz="711200">
            <a:lnSpc>
              <a:spcPct val="90000"/>
            </a:lnSpc>
            <a:spcBef>
              <a:spcPct val="0"/>
            </a:spcBef>
            <a:spcAft>
              <a:spcPct val="35000"/>
            </a:spcAft>
          </a:pPr>
          <a:r>
            <a:rPr lang="en-US" altLang="ja-JP" sz="1600" kern="1200"/>
            <a:t>Sau khi NTG ra khỏi phỏng, hội nghị kết thúc</a:t>
          </a:r>
        </a:p>
      </dsp:txBody>
      <dsp:txXfrm>
        <a:off x="1966753" y="449640"/>
        <a:ext cx="5597683" cy="427868"/>
      </dsp:txXfrm>
    </dsp:sp>
    <dsp:sp modelId="{AC7E6E18-4D64-41D6-9DE0-397C98322F2B}">
      <dsp:nvSpPr>
        <dsp:cNvPr id="0" name=""/>
        <dsp:cNvSpPr/>
      </dsp:nvSpPr>
      <dsp:spPr>
        <a:xfrm>
          <a:off x="0" y="449640"/>
          <a:ext cx="1966753" cy="427868"/>
        </a:xfrm>
        <a:prstGeom prst="round2SameRect">
          <a:avLst>
            <a:gd name="adj1" fmla="val 16670"/>
            <a:gd name="adj2" fmla="val 0"/>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w="6350" cap="flat" cmpd="sng" algn="ctr">
          <a:solidFill>
            <a:schemeClr val="dk1">
              <a:shade val="80000"/>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0480" tIns="30480" rIns="30480" bIns="30480" numCol="1" spcCol="1270" anchor="ctr" anchorCtr="0">
          <a:noAutofit/>
        </a:bodyPr>
        <a:lstStyle/>
        <a:p>
          <a:pPr lvl="0" algn="ctr" defTabSz="711200">
            <a:lnSpc>
              <a:spcPct val="90000"/>
            </a:lnSpc>
            <a:spcBef>
              <a:spcPct val="0"/>
            </a:spcBef>
            <a:spcAft>
              <a:spcPct val="35000"/>
            </a:spcAft>
          </a:pPr>
          <a:r>
            <a:rPr lang="en-US" altLang="ja-JP" sz="1600" kern="1200">
              <a:solidFill>
                <a:srgbClr val="003300"/>
              </a:solidFill>
            </a:rPr>
            <a:t>② Finish to Finish (FF)</a:t>
          </a:r>
          <a:endParaRPr lang="ja-JP" altLang="en-US" sz="1600" kern="1200"/>
        </a:p>
      </dsp:txBody>
      <dsp:txXfrm>
        <a:off x="20891" y="470531"/>
        <a:ext cx="1924971" cy="406977"/>
      </dsp:txXfrm>
    </dsp:sp>
    <dsp:sp modelId="{D45F1457-1291-4B2B-8634-9EF9885283B1}">
      <dsp:nvSpPr>
        <dsp:cNvPr id="0" name=""/>
        <dsp:cNvSpPr/>
      </dsp:nvSpPr>
      <dsp:spPr>
        <a:xfrm>
          <a:off x="1966753" y="898902"/>
          <a:ext cx="5597683" cy="4278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b" anchorCtr="0">
          <a:noAutofit/>
        </a:bodyPr>
        <a:lstStyle/>
        <a:p>
          <a:pPr lvl="0" algn="l" defTabSz="711200">
            <a:lnSpc>
              <a:spcPct val="90000"/>
            </a:lnSpc>
            <a:spcBef>
              <a:spcPct val="0"/>
            </a:spcBef>
            <a:spcAft>
              <a:spcPct val="35000"/>
            </a:spcAft>
          </a:pPr>
          <a:r>
            <a:rPr lang="en-US" altLang="ja-JP" sz="1600" kern="1200"/>
            <a:t>Khi MC dẫn dắt, buổi hội thảo bắt đầu</a:t>
          </a:r>
        </a:p>
      </dsp:txBody>
      <dsp:txXfrm>
        <a:off x="1966753" y="898902"/>
        <a:ext cx="5597683" cy="427868"/>
      </dsp:txXfrm>
    </dsp:sp>
    <dsp:sp modelId="{67E917A5-B641-4E43-9D64-CE6C50669869}">
      <dsp:nvSpPr>
        <dsp:cNvPr id="0" name=""/>
        <dsp:cNvSpPr/>
      </dsp:nvSpPr>
      <dsp:spPr>
        <a:xfrm>
          <a:off x="0" y="898902"/>
          <a:ext cx="1966753" cy="427868"/>
        </a:xfrm>
        <a:prstGeom prst="round2SameRect">
          <a:avLst>
            <a:gd name="adj1" fmla="val 16670"/>
            <a:gd name="adj2" fmla="val 0"/>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w="6350" cap="flat" cmpd="sng" algn="ctr">
          <a:solidFill>
            <a:schemeClr val="dk1">
              <a:shade val="80000"/>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0480" tIns="30480" rIns="30480" bIns="30480" numCol="1" spcCol="1270" anchor="ctr" anchorCtr="0">
          <a:noAutofit/>
        </a:bodyPr>
        <a:lstStyle/>
        <a:p>
          <a:pPr lvl="0" algn="ctr" defTabSz="711200">
            <a:lnSpc>
              <a:spcPct val="90000"/>
            </a:lnSpc>
            <a:spcBef>
              <a:spcPct val="0"/>
            </a:spcBef>
            <a:spcAft>
              <a:spcPct val="35000"/>
            </a:spcAft>
          </a:pPr>
          <a:r>
            <a:rPr lang="en-US" altLang="ja-JP" sz="1600" kern="1200">
              <a:solidFill>
                <a:srgbClr val="003300"/>
              </a:solidFill>
            </a:rPr>
            <a:t>③ Start to Start (SS)</a:t>
          </a:r>
          <a:endParaRPr lang="en-US" altLang="ja-JP" sz="1600" kern="1200"/>
        </a:p>
      </dsp:txBody>
      <dsp:txXfrm>
        <a:off x="20891" y="919793"/>
        <a:ext cx="1924971" cy="406977"/>
      </dsp:txXfrm>
    </dsp:sp>
    <dsp:sp modelId="{F0D013F5-0D59-40AE-AF87-7A543BC639B0}">
      <dsp:nvSpPr>
        <dsp:cNvPr id="0" name=""/>
        <dsp:cNvSpPr/>
      </dsp:nvSpPr>
      <dsp:spPr>
        <a:xfrm>
          <a:off x="1966753" y="1348165"/>
          <a:ext cx="5597683" cy="4278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b" anchorCtr="0">
          <a:noAutofit/>
        </a:bodyPr>
        <a:lstStyle/>
        <a:p>
          <a:pPr lvl="0" algn="l" defTabSz="711200">
            <a:lnSpc>
              <a:spcPct val="90000"/>
            </a:lnSpc>
            <a:spcBef>
              <a:spcPct val="0"/>
            </a:spcBef>
            <a:spcAft>
              <a:spcPct val="35000"/>
            </a:spcAft>
          </a:pPr>
          <a:r>
            <a:rPr lang="en-US" altLang="ja-JP" sz="1600" kern="1200"/>
            <a:t>Khi buổi hội thảo bắt đầu,  quá trình đón khách kết thúc</a:t>
          </a:r>
          <a:endParaRPr lang="ja-JP" altLang="en-US" sz="1600" kern="1200"/>
        </a:p>
      </dsp:txBody>
      <dsp:txXfrm>
        <a:off x="1966753" y="1348165"/>
        <a:ext cx="5597683" cy="427868"/>
      </dsp:txXfrm>
    </dsp:sp>
    <dsp:sp modelId="{E5D3DEC0-7C40-48B6-B043-B2B51E76DEE9}">
      <dsp:nvSpPr>
        <dsp:cNvPr id="0" name=""/>
        <dsp:cNvSpPr/>
      </dsp:nvSpPr>
      <dsp:spPr>
        <a:xfrm>
          <a:off x="0" y="1348165"/>
          <a:ext cx="1966753" cy="427868"/>
        </a:xfrm>
        <a:prstGeom prst="round2SameRect">
          <a:avLst>
            <a:gd name="adj1" fmla="val 16670"/>
            <a:gd name="adj2" fmla="val 0"/>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w="6350" cap="flat" cmpd="sng" algn="ctr">
          <a:solidFill>
            <a:schemeClr val="dk1">
              <a:shade val="80000"/>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0480" tIns="30480" rIns="30480" bIns="30480" numCol="1" spcCol="1270" anchor="ctr" anchorCtr="0">
          <a:noAutofit/>
        </a:bodyPr>
        <a:lstStyle/>
        <a:p>
          <a:pPr lvl="0" algn="ctr" defTabSz="711200">
            <a:lnSpc>
              <a:spcPct val="90000"/>
            </a:lnSpc>
            <a:spcBef>
              <a:spcPct val="0"/>
            </a:spcBef>
            <a:spcAft>
              <a:spcPct val="35000"/>
            </a:spcAft>
          </a:pPr>
          <a:r>
            <a:rPr lang="en-US" altLang="ja-JP" sz="1600" kern="1200">
              <a:solidFill>
                <a:srgbClr val="003300"/>
              </a:solidFill>
            </a:rPr>
            <a:t>④ Start to Finish (SF)</a:t>
          </a:r>
          <a:endParaRPr lang="ja-JP" altLang="en-US" sz="1600" kern="1200"/>
        </a:p>
      </dsp:txBody>
      <dsp:txXfrm>
        <a:off x="20891" y="1369056"/>
        <a:ext cx="1924971" cy="40697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5FE691-71DD-4E26-AB74-F1D5165B205A}">
      <dsp:nvSpPr>
        <dsp:cNvPr id="0" name=""/>
        <dsp:cNvSpPr/>
      </dsp:nvSpPr>
      <dsp:spPr>
        <a:xfrm>
          <a:off x="1023" y="263704"/>
          <a:ext cx="3990454" cy="2394272"/>
        </a:xfrm>
        <a:prstGeom prst="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3820" tIns="83820" rIns="83820" bIns="83820" numCol="1" spcCol="1270" anchor="t" anchorCtr="0">
          <a:noAutofit/>
        </a:bodyPr>
        <a:lstStyle/>
        <a:p>
          <a:pPr lvl="0" algn="l" defTabSz="977900">
            <a:lnSpc>
              <a:spcPct val="90000"/>
            </a:lnSpc>
            <a:spcBef>
              <a:spcPct val="0"/>
            </a:spcBef>
            <a:spcAft>
              <a:spcPct val="35000"/>
            </a:spcAft>
          </a:pPr>
          <a:r>
            <a:rPr lang="en-US" sz="2200" b="1" i="0" kern="1200"/>
            <a:t>Analogous estimating</a:t>
          </a:r>
          <a:endParaRPr lang="en-US" sz="2200" kern="1200"/>
        </a:p>
        <a:p>
          <a:pPr marL="171450" lvl="1" indent="-171450" algn="l" defTabSz="755650">
            <a:lnSpc>
              <a:spcPct val="90000"/>
            </a:lnSpc>
            <a:spcBef>
              <a:spcPct val="0"/>
            </a:spcBef>
            <a:spcAft>
              <a:spcPct val="15000"/>
            </a:spcAft>
            <a:buChar char="••"/>
          </a:pPr>
          <a:r>
            <a:rPr lang="en-US" sz="1700" kern="1200"/>
            <a:t>Ước lượng lựa trên các dự án tương tự đã làm</a:t>
          </a:r>
        </a:p>
        <a:p>
          <a:pPr marL="171450" lvl="1" indent="-171450" algn="l" defTabSz="755650">
            <a:lnSpc>
              <a:spcPct val="90000"/>
            </a:lnSpc>
            <a:spcBef>
              <a:spcPct val="0"/>
            </a:spcBef>
            <a:spcAft>
              <a:spcPct val="15000"/>
            </a:spcAft>
            <a:buChar char="••"/>
          </a:pPr>
          <a:r>
            <a:rPr lang="en-US" sz="1700" kern="1200"/>
            <a:t>Dễ làm, ít chi phí. Nếu tính tương đồng của dự án cũ-mới không cao thì sẽ rât kém chính xác</a:t>
          </a:r>
        </a:p>
        <a:p>
          <a:pPr marL="171450" lvl="1" indent="-171450" algn="l" defTabSz="755650">
            <a:lnSpc>
              <a:spcPct val="90000"/>
            </a:lnSpc>
            <a:spcBef>
              <a:spcPct val="0"/>
            </a:spcBef>
            <a:spcAft>
              <a:spcPct val="15000"/>
            </a:spcAft>
            <a:buChar char="••"/>
          </a:pPr>
          <a:r>
            <a:rPr lang="en-US" sz="1700" kern="1200"/>
            <a:t>Ví dụ: web cũ trị giá 70 triệu, vậy web mới cũng 70 tr</a:t>
          </a:r>
        </a:p>
      </dsp:txBody>
      <dsp:txXfrm>
        <a:off x="1023" y="263704"/>
        <a:ext cx="3990454" cy="2394272"/>
      </dsp:txXfrm>
    </dsp:sp>
    <dsp:sp modelId="{BBE7F8CC-819A-48C7-8FD9-6F9269D52EF7}">
      <dsp:nvSpPr>
        <dsp:cNvPr id="0" name=""/>
        <dsp:cNvSpPr/>
      </dsp:nvSpPr>
      <dsp:spPr>
        <a:xfrm>
          <a:off x="4390522" y="263704"/>
          <a:ext cx="3990454" cy="2394272"/>
        </a:xfrm>
        <a:prstGeom prst="rect">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3820" tIns="83820" rIns="83820" bIns="83820" numCol="1" spcCol="1270" anchor="t" anchorCtr="0">
          <a:noAutofit/>
        </a:bodyPr>
        <a:lstStyle/>
        <a:p>
          <a:pPr lvl="0" algn="l" defTabSz="977900">
            <a:lnSpc>
              <a:spcPct val="90000"/>
            </a:lnSpc>
            <a:spcBef>
              <a:spcPct val="0"/>
            </a:spcBef>
            <a:spcAft>
              <a:spcPct val="35000"/>
            </a:spcAft>
          </a:pPr>
          <a:r>
            <a:rPr lang="en-US" sz="2200" b="1" i="0" kern="1200"/>
            <a:t>Parametric estimating</a:t>
          </a:r>
          <a:endParaRPr lang="en-US" sz="2200" kern="1200"/>
        </a:p>
        <a:p>
          <a:pPr marL="171450" lvl="1" indent="-171450" algn="l" defTabSz="755650">
            <a:lnSpc>
              <a:spcPct val="90000"/>
            </a:lnSpc>
            <a:spcBef>
              <a:spcPct val="0"/>
            </a:spcBef>
            <a:spcAft>
              <a:spcPct val="15000"/>
            </a:spcAft>
            <a:buChar char="••"/>
          </a:pPr>
          <a:r>
            <a:rPr lang="en-US" sz="1700" kern="1200"/>
            <a:t>= </a:t>
          </a:r>
          <a:r>
            <a:rPr lang="en-US" sz="1700" b="1" i="0" kern="1200"/>
            <a:t>Analogous estimating + tham số hiệu chỉnh</a:t>
          </a:r>
          <a:endParaRPr lang="en-US" sz="1700" kern="1200"/>
        </a:p>
        <a:p>
          <a:pPr marL="171450" lvl="1" indent="-171450" algn="l" defTabSz="755650">
            <a:lnSpc>
              <a:spcPct val="90000"/>
            </a:lnSpc>
            <a:spcBef>
              <a:spcPct val="0"/>
            </a:spcBef>
            <a:spcAft>
              <a:spcPct val="15000"/>
            </a:spcAft>
            <a:buChar char="••"/>
          </a:pPr>
          <a:r>
            <a:rPr lang="en-US" sz="1700" kern="1200"/>
            <a:t>Ví dụ: web cũ trị giá 70 triệu với 7 chức năng, vậy web mới có giá 90 tr với 9 tính năng.</a:t>
          </a:r>
        </a:p>
      </dsp:txBody>
      <dsp:txXfrm>
        <a:off x="4390522" y="263704"/>
        <a:ext cx="3990454" cy="2394272"/>
      </dsp:txXfrm>
    </dsp:sp>
    <dsp:sp modelId="{B50F80C5-6A87-439F-B0EA-7E7D4D19B7BC}">
      <dsp:nvSpPr>
        <dsp:cNvPr id="0" name=""/>
        <dsp:cNvSpPr/>
      </dsp:nvSpPr>
      <dsp:spPr>
        <a:xfrm>
          <a:off x="1023" y="3057022"/>
          <a:ext cx="3990454" cy="2394272"/>
        </a:xfrm>
        <a:prstGeom prst="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3820" tIns="83820" rIns="83820" bIns="83820" numCol="1" spcCol="1270" anchor="t" anchorCtr="0">
          <a:noAutofit/>
        </a:bodyPr>
        <a:lstStyle/>
        <a:p>
          <a:pPr lvl="0" algn="l" defTabSz="977900">
            <a:lnSpc>
              <a:spcPct val="90000"/>
            </a:lnSpc>
            <a:spcBef>
              <a:spcPct val="0"/>
            </a:spcBef>
            <a:spcAft>
              <a:spcPct val="35000"/>
            </a:spcAft>
          </a:pPr>
          <a:r>
            <a:rPr lang="en-US" sz="2200" b="1" i="0" kern="1200"/>
            <a:t>Three-point estimating</a:t>
          </a:r>
          <a:endParaRPr lang="en-US" sz="2200" kern="1200"/>
        </a:p>
        <a:p>
          <a:pPr marL="171450" lvl="1" indent="-171450" algn="l" defTabSz="755650">
            <a:lnSpc>
              <a:spcPct val="90000"/>
            </a:lnSpc>
            <a:spcBef>
              <a:spcPct val="0"/>
            </a:spcBef>
            <a:spcAft>
              <a:spcPct val="15000"/>
            </a:spcAft>
            <a:buChar char="••"/>
          </a:pPr>
          <a:r>
            <a:rPr lang="fr-FR" sz="1700" b="1" i="0" kern="1200"/>
            <a:t>Ce = (Co  + 4 Cm        + Cp)/6</a:t>
          </a:r>
          <a:br>
            <a:rPr lang="fr-FR" sz="1700" b="1" i="0" kern="1200"/>
          </a:br>
          <a:r>
            <a:rPr lang="fr-FR" sz="1700" b="1" i="0" kern="1200"/>
            <a:t>      = (Tốt + 4 thường + Tệ)/6</a:t>
          </a:r>
          <a:endParaRPr lang="en-US" sz="1700" kern="1200"/>
        </a:p>
        <a:p>
          <a:pPr marL="171450" lvl="1" indent="-171450" algn="l" defTabSz="755650">
            <a:lnSpc>
              <a:spcPct val="90000"/>
            </a:lnSpc>
            <a:spcBef>
              <a:spcPct val="0"/>
            </a:spcBef>
            <a:spcAft>
              <a:spcPct val="15000"/>
            </a:spcAft>
            <a:buChar char="••"/>
          </a:pPr>
          <a:r>
            <a:rPr lang="en-US" sz="1700" kern="1200"/>
            <a:t>Cho thấy kết quả khá sát với thực tế</a:t>
          </a:r>
        </a:p>
      </dsp:txBody>
      <dsp:txXfrm>
        <a:off x="1023" y="3057022"/>
        <a:ext cx="3990454" cy="2394272"/>
      </dsp:txXfrm>
    </dsp:sp>
    <dsp:sp modelId="{F62D5CB3-080A-4B53-B258-B6B4AD1F448E}">
      <dsp:nvSpPr>
        <dsp:cNvPr id="0" name=""/>
        <dsp:cNvSpPr/>
      </dsp:nvSpPr>
      <dsp:spPr>
        <a:xfrm>
          <a:off x="4390522" y="3057022"/>
          <a:ext cx="3990454" cy="2394272"/>
        </a:xfrm>
        <a:prstGeom prst="rect">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3820" tIns="83820" rIns="83820" bIns="83820" numCol="1" spcCol="1270" anchor="t" anchorCtr="0">
          <a:noAutofit/>
        </a:bodyPr>
        <a:lstStyle/>
        <a:p>
          <a:pPr lvl="0" algn="l" defTabSz="977900">
            <a:lnSpc>
              <a:spcPct val="90000"/>
            </a:lnSpc>
            <a:spcBef>
              <a:spcPct val="0"/>
            </a:spcBef>
            <a:spcAft>
              <a:spcPct val="35000"/>
            </a:spcAft>
          </a:pPr>
          <a:r>
            <a:rPr lang="en-US" sz="2200" b="1" i="0" kern="1200"/>
            <a:t>Bottom-up estimating</a:t>
          </a:r>
          <a:endParaRPr lang="en-US" sz="2200" kern="1200"/>
        </a:p>
        <a:p>
          <a:pPr marL="171450" lvl="1" indent="-171450" algn="l" defTabSz="755650">
            <a:lnSpc>
              <a:spcPct val="90000"/>
            </a:lnSpc>
            <a:spcBef>
              <a:spcPct val="0"/>
            </a:spcBef>
            <a:spcAft>
              <a:spcPct val="15000"/>
            </a:spcAft>
            <a:buChar char="••"/>
          </a:pPr>
          <a:r>
            <a:rPr lang="en-US" sz="1700" kern="1200"/>
            <a:t>Giá trị dự án = tổng giá trị các công việc nhỏ lẻ</a:t>
          </a:r>
        </a:p>
        <a:p>
          <a:pPr marL="171450" lvl="1" indent="-171450" algn="l" defTabSz="755650">
            <a:lnSpc>
              <a:spcPct val="90000"/>
            </a:lnSpc>
            <a:spcBef>
              <a:spcPct val="0"/>
            </a:spcBef>
            <a:spcAft>
              <a:spcPct val="15000"/>
            </a:spcAft>
            <a:buChar char="••"/>
          </a:pPr>
          <a:r>
            <a:rPr lang="en-US" sz="1700" kern="1200"/>
            <a:t>Chia nhỏ dự án thành các công việc càng nhỏ càng tốt, rồi mới ước lượng</a:t>
          </a:r>
        </a:p>
        <a:p>
          <a:pPr marL="171450" lvl="1" indent="-171450" algn="l" defTabSz="755650">
            <a:lnSpc>
              <a:spcPct val="90000"/>
            </a:lnSpc>
            <a:spcBef>
              <a:spcPct val="0"/>
            </a:spcBef>
            <a:spcAft>
              <a:spcPct val="15000"/>
            </a:spcAft>
            <a:buChar char="••"/>
          </a:pPr>
          <a:r>
            <a:rPr lang="en-US" sz="1700" kern="1200"/>
            <a:t>Chính xác cao, tốn chi phí và thời gian</a:t>
          </a:r>
        </a:p>
      </dsp:txBody>
      <dsp:txXfrm>
        <a:off x="4390522" y="3057022"/>
        <a:ext cx="3990454" cy="239427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60A092-F2BF-4078-9786-C5266A5DED63}">
      <dsp:nvSpPr>
        <dsp:cNvPr id="0" name=""/>
        <dsp:cNvSpPr/>
      </dsp:nvSpPr>
      <dsp:spPr>
        <a:xfrm>
          <a:off x="948" y="0"/>
          <a:ext cx="2466826" cy="4530725"/>
        </a:xfrm>
        <a:prstGeom prst="roundRect">
          <a:avLst>
            <a:gd name="adj" fmla="val 10000"/>
          </a:avLst>
        </a:prstGeom>
        <a:solidFill>
          <a:schemeClr val="dk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US" sz="1500" b="1" i="0" kern="1200"/>
            <a:t>FP (Fixed Price Contract)</a:t>
          </a:r>
          <a:r>
            <a:rPr lang="en-US" sz="1500" b="0" i="0" kern="1200"/>
            <a:t>: Dùng cho các dự án có scope rõ ràng, rủi ro về phía seller cao nhất.</a:t>
          </a:r>
          <a:endParaRPr lang="en-US" sz="1500" kern="1200"/>
        </a:p>
      </dsp:txBody>
      <dsp:txXfrm>
        <a:off x="948" y="0"/>
        <a:ext cx="2466826" cy="1359217"/>
      </dsp:txXfrm>
    </dsp:sp>
    <dsp:sp modelId="{CB080AA4-4A51-4540-995D-B681240CFCB6}">
      <dsp:nvSpPr>
        <dsp:cNvPr id="0" name=""/>
        <dsp:cNvSpPr/>
      </dsp:nvSpPr>
      <dsp:spPr>
        <a:xfrm>
          <a:off x="247631" y="1359604"/>
          <a:ext cx="1973460" cy="890106"/>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2860" rIns="30480" bIns="22860" numCol="1" spcCol="1270" anchor="ctr" anchorCtr="0">
          <a:noAutofit/>
        </a:bodyPr>
        <a:lstStyle/>
        <a:p>
          <a:pPr lvl="0" algn="ctr" defTabSz="533400">
            <a:lnSpc>
              <a:spcPct val="90000"/>
            </a:lnSpc>
            <a:spcBef>
              <a:spcPct val="0"/>
            </a:spcBef>
            <a:spcAft>
              <a:spcPct val="35000"/>
            </a:spcAft>
            <a:buFont typeface="+mj-lt"/>
            <a:buAutoNum type="arabicPeriod"/>
          </a:pPr>
          <a:r>
            <a:rPr lang="en-US" sz="1200" b="0" i="0" kern="1200"/>
            <a:t>FFP (Firm Fixed Price Contract)</a:t>
          </a:r>
          <a:endParaRPr lang="en-US" sz="1200" kern="1200"/>
        </a:p>
      </dsp:txBody>
      <dsp:txXfrm>
        <a:off x="273701" y="1385674"/>
        <a:ext cx="1921320" cy="837966"/>
      </dsp:txXfrm>
    </dsp:sp>
    <dsp:sp modelId="{173831F8-AE8B-4136-9492-01C16922A534}">
      <dsp:nvSpPr>
        <dsp:cNvPr id="0" name=""/>
        <dsp:cNvSpPr/>
      </dsp:nvSpPr>
      <dsp:spPr>
        <a:xfrm>
          <a:off x="247631" y="2386650"/>
          <a:ext cx="1973460" cy="890106"/>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2860" rIns="30480" bIns="22860" numCol="1" spcCol="1270" anchor="ctr" anchorCtr="0">
          <a:noAutofit/>
        </a:bodyPr>
        <a:lstStyle/>
        <a:p>
          <a:pPr lvl="0" algn="ctr" defTabSz="533400">
            <a:lnSpc>
              <a:spcPct val="90000"/>
            </a:lnSpc>
            <a:spcBef>
              <a:spcPct val="0"/>
            </a:spcBef>
            <a:spcAft>
              <a:spcPct val="35000"/>
            </a:spcAft>
            <a:buFont typeface="+mj-lt"/>
            <a:buAutoNum type="arabicPeriod"/>
          </a:pPr>
          <a:r>
            <a:rPr lang="en-US" sz="1200" b="0" i="0" kern="1200"/>
            <a:t>FPIF (Fixed Price Incentive Fee Contract)</a:t>
          </a:r>
        </a:p>
      </dsp:txBody>
      <dsp:txXfrm>
        <a:off x="273701" y="2412720"/>
        <a:ext cx="1921320" cy="837966"/>
      </dsp:txXfrm>
    </dsp:sp>
    <dsp:sp modelId="{62CD179C-3DCA-4A2F-B1EC-73DD85765A6B}">
      <dsp:nvSpPr>
        <dsp:cNvPr id="0" name=""/>
        <dsp:cNvSpPr/>
      </dsp:nvSpPr>
      <dsp:spPr>
        <a:xfrm>
          <a:off x="247631" y="3413695"/>
          <a:ext cx="1973460" cy="890106"/>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2860" rIns="30480" bIns="22860" numCol="1" spcCol="1270" anchor="ctr" anchorCtr="0">
          <a:noAutofit/>
        </a:bodyPr>
        <a:lstStyle/>
        <a:p>
          <a:pPr lvl="0" algn="ctr" defTabSz="533400">
            <a:lnSpc>
              <a:spcPct val="90000"/>
            </a:lnSpc>
            <a:spcBef>
              <a:spcPct val="0"/>
            </a:spcBef>
            <a:spcAft>
              <a:spcPct val="35000"/>
            </a:spcAft>
            <a:buFont typeface="+mj-lt"/>
            <a:buAutoNum type="arabicPeriod"/>
          </a:pPr>
          <a:r>
            <a:rPr lang="en-US" sz="1200" b="0" i="0" kern="1200"/>
            <a:t>fpepa</a:t>
          </a:r>
        </a:p>
      </dsp:txBody>
      <dsp:txXfrm>
        <a:off x="273701" y="3439765"/>
        <a:ext cx="1921320" cy="837966"/>
      </dsp:txXfrm>
    </dsp:sp>
    <dsp:sp modelId="{DDF9B9A8-629E-4541-BB88-88B7CB332915}">
      <dsp:nvSpPr>
        <dsp:cNvPr id="0" name=""/>
        <dsp:cNvSpPr/>
      </dsp:nvSpPr>
      <dsp:spPr>
        <a:xfrm>
          <a:off x="2652786" y="0"/>
          <a:ext cx="2466826" cy="4530725"/>
        </a:xfrm>
        <a:prstGeom prst="roundRect">
          <a:avLst>
            <a:gd name="adj" fmla="val 10000"/>
          </a:avLst>
        </a:prstGeom>
        <a:solidFill>
          <a:schemeClr val="dk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vi-VN" sz="1500" b="1" i="0" kern="1200"/>
            <a:t>CR (Cost-Reimbursable)</a:t>
          </a:r>
          <a:r>
            <a:rPr lang="vi-VN" sz="1500" b="0" i="0" kern="1200"/>
            <a:t>: Dùng cho các dự án có scope chưa rõ ràng, dễ bị scope creep, rủi ro phía buyer cao nhất.</a:t>
          </a:r>
          <a:endParaRPr lang="en-US" sz="1500" kern="1200"/>
        </a:p>
      </dsp:txBody>
      <dsp:txXfrm>
        <a:off x="2652786" y="0"/>
        <a:ext cx="2466826" cy="1359217"/>
      </dsp:txXfrm>
    </dsp:sp>
    <dsp:sp modelId="{D97E65C2-1C62-4FB2-94DE-3AF77F9BC111}">
      <dsp:nvSpPr>
        <dsp:cNvPr id="0" name=""/>
        <dsp:cNvSpPr/>
      </dsp:nvSpPr>
      <dsp:spPr>
        <a:xfrm>
          <a:off x="2899469" y="1359438"/>
          <a:ext cx="1973460" cy="434987"/>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2860" rIns="30480" bIns="22860" numCol="1" spcCol="1270" anchor="ctr" anchorCtr="0">
          <a:noAutofit/>
        </a:bodyPr>
        <a:lstStyle/>
        <a:p>
          <a:pPr lvl="0" algn="ctr" defTabSz="533400">
            <a:lnSpc>
              <a:spcPct val="90000"/>
            </a:lnSpc>
            <a:spcBef>
              <a:spcPct val="0"/>
            </a:spcBef>
            <a:spcAft>
              <a:spcPct val="35000"/>
            </a:spcAft>
            <a:buFont typeface="+mj-lt"/>
            <a:buAutoNum type="arabicPeriod"/>
          </a:pPr>
          <a:r>
            <a:rPr lang="en-US" sz="1200" b="0" i="0" kern="1200"/>
            <a:t>CPFF (Cost Plus Fixed Fee)</a:t>
          </a:r>
          <a:endParaRPr lang="en-US" sz="1200" kern="1200"/>
        </a:p>
      </dsp:txBody>
      <dsp:txXfrm>
        <a:off x="2912209" y="1372178"/>
        <a:ext cx="1947980" cy="409507"/>
      </dsp:txXfrm>
    </dsp:sp>
    <dsp:sp modelId="{27D85063-7640-4C93-A3D3-EB29E1F601DB}">
      <dsp:nvSpPr>
        <dsp:cNvPr id="0" name=""/>
        <dsp:cNvSpPr/>
      </dsp:nvSpPr>
      <dsp:spPr>
        <a:xfrm>
          <a:off x="2899469" y="1861347"/>
          <a:ext cx="1973460" cy="434987"/>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2860" rIns="30480" bIns="22860" numCol="1" spcCol="1270" anchor="ctr" anchorCtr="0">
          <a:noAutofit/>
        </a:bodyPr>
        <a:lstStyle/>
        <a:p>
          <a:pPr lvl="0" algn="ctr" defTabSz="533400">
            <a:lnSpc>
              <a:spcPct val="90000"/>
            </a:lnSpc>
            <a:spcBef>
              <a:spcPct val="0"/>
            </a:spcBef>
            <a:spcAft>
              <a:spcPct val="35000"/>
            </a:spcAft>
            <a:buFont typeface="+mj-lt"/>
            <a:buAutoNum type="arabicPeriod"/>
          </a:pPr>
          <a:r>
            <a:rPr lang="en-US" sz="1200" b="0" i="0" kern="1200"/>
            <a:t>CPIF (Cost Plus Incentive Fee)</a:t>
          </a:r>
        </a:p>
      </dsp:txBody>
      <dsp:txXfrm>
        <a:off x="2912209" y="1874087"/>
        <a:ext cx="1947980" cy="409507"/>
      </dsp:txXfrm>
    </dsp:sp>
    <dsp:sp modelId="{F1FABAC7-1A16-4C32-BEE8-9233D219CDC2}">
      <dsp:nvSpPr>
        <dsp:cNvPr id="0" name=""/>
        <dsp:cNvSpPr/>
      </dsp:nvSpPr>
      <dsp:spPr>
        <a:xfrm>
          <a:off x="2899469" y="2363255"/>
          <a:ext cx="1973460" cy="434987"/>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2860" rIns="30480" bIns="22860" numCol="1" spcCol="1270" anchor="ctr" anchorCtr="0">
          <a:noAutofit/>
        </a:bodyPr>
        <a:lstStyle/>
        <a:p>
          <a:pPr lvl="0" algn="ctr" defTabSz="533400">
            <a:lnSpc>
              <a:spcPct val="90000"/>
            </a:lnSpc>
            <a:spcBef>
              <a:spcPct val="0"/>
            </a:spcBef>
            <a:spcAft>
              <a:spcPct val="35000"/>
            </a:spcAft>
            <a:buFont typeface="+mj-lt"/>
            <a:buAutoNum type="arabicPeriod"/>
          </a:pPr>
          <a:r>
            <a:rPr lang="en-US" sz="1200" b="0" i="0" kern="1200"/>
            <a:t>CPPC (Cost Plus a Percentage of Costs)</a:t>
          </a:r>
        </a:p>
      </dsp:txBody>
      <dsp:txXfrm>
        <a:off x="2912209" y="2375995"/>
        <a:ext cx="1947980" cy="409507"/>
      </dsp:txXfrm>
    </dsp:sp>
    <dsp:sp modelId="{70DAF4F5-0DBE-462B-90E0-AF2133FD3A19}">
      <dsp:nvSpPr>
        <dsp:cNvPr id="0" name=""/>
        <dsp:cNvSpPr/>
      </dsp:nvSpPr>
      <dsp:spPr>
        <a:xfrm>
          <a:off x="2899469" y="2865163"/>
          <a:ext cx="1973460" cy="434987"/>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2860" rIns="30480" bIns="22860" numCol="1" spcCol="1270" anchor="ctr" anchorCtr="0">
          <a:noAutofit/>
        </a:bodyPr>
        <a:lstStyle/>
        <a:p>
          <a:pPr lvl="0" algn="ctr" defTabSz="533400">
            <a:lnSpc>
              <a:spcPct val="90000"/>
            </a:lnSpc>
            <a:spcBef>
              <a:spcPct val="0"/>
            </a:spcBef>
            <a:spcAft>
              <a:spcPct val="35000"/>
            </a:spcAft>
            <a:buFont typeface="+mj-lt"/>
            <a:buAutoNum type="arabicPeriod"/>
          </a:pPr>
          <a:r>
            <a:rPr lang="en-US" sz="1200" b="0" i="0" kern="1200"/>
            <a:t>CPAF (Cost Plus Award Fee)</a:t>
          </a:r>
        </a:p>
      </dsp:txBody>
      <dsp:txXfrm>
        <a:off x="2912209" y="2877903"/>
        <a:ext cx="1947980" cy="409507"/>
      </dsp:txXfrm>
    </dsp:sp>
    <dsp:sp modelId="{F6AF290B-0EF7-4D03-BA88-55204ED05B8A}">
      <dsp:nvSpPr>
        <dsp:cNvPr id="0" name=""/>
        <dsp:cNvSpPr/>
      </dsp:nvSpPr>
      <dsp:spPr>
        <a:xfrm>
          <a:off x="2899469" y="3367071"/>
          <a:ext cx="1973460" cy="434987"/>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2860" rIns="30480" bIns="22860" numCol="1" spcCol="1270" anchor="ctr" anchorCtr="0">
          <a:noAutofit/>
        </a:bodyPr>
        <a:lstStyle/>
        <a:p>
          <a:pPr lvl="0" algn="ctr" defTabSz="533400">
            <a:lnSpc>
              <a:spcPct val="90000"/>
            </a:lnSpc>
            <a:spcBef>
              <a:spcPct val="0"/>
            </a:spcBef>
            <a:spcAft>
              <a:spcPct val="35000"/>
            </a:spcAft>
            <a:buFont typeface="+mj-lt"/>
            <a:buAutoNum type="arabicPeriod"/>
          </a:pPr>
          <a:r>
            <a:rPr lang="en-US" sz="1200" b="0" i="0" kern="1200"/>
            <a:t>Cost-based</a:t>
          </a:r>
        </a:p>
      </dsp:txBody>
      <dsp:txXfrm>
        <a:off x="2912209" y="3379811"/>
        <a:ext cx="1947980" cy="409507"/>
      </dsp:txXfrm>
    </dsp:sp>
    <dsp:sp modelId="{2827D575-284A-491C-AD6C-DF5767700EBB}">
      <dsp:nvSpPr>
        <dsp:cNvPr id="0" name=""/>
        <dsp:cNvSpPr/>
      </dsp:nvSpPr>
      <dsp:spPr>
        <a:xfrm>
          <a:off x="2899469" y="3868980"/>
          <a:ext cx="1973460" cy="434987"/>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2860" rIns="30480" bIns="22860" numCol="1" spcCol="1270" anchor="ctr" anchorCtr="0">
          <a:noAutofit/>
        </a:bodyPr>
        <a:lstStyle/>
        <a:p>
          <a:pPr lvl="0" algn="ctr" defTabSz="533400">
            <a:lnSpc>
              <a:spcPct val="90000"/>
            </a:lnSpc>
            <a:spcBef>
              <a:spcPct val="0"/>
            </a:spcBef>
            <a:spcAft>
              <a:spcPct val="35000"/>
            </a:spcAft>
            <a:buFont typeface="+mj-lt"/>
            <a:buAutoNum type="arabicPeriod"/>
          </a:pPr>
          <a:r>
            <a:rPr lang="en-US" sz="1200" b="0" i="0" kern="1200"/>
            <a:t>Cost-sharing</a:t>
          </a:r>
        </a:p>
      </dsp:txBody>
      <dsp:txXfrm>
        <a:off x="2912209" y="3881720"/>
        <a:ext cx="1947980" cy="409507"/>
      </dsp:txXfrm>
    </dsp:sp>
    <dsp:sp modelId="{C72E8824-A729-46C8-AE8E-FEA35E8771B7}">
      <dsp:nvSpPr>
        <dsp:cNvPr id="0" name=""/>
        <dsp:cNvSpPr/>
      </dsp:nvSpPr>
      <dsp:spPr>
        <a:xfrm>
          <a:off x="5304625" y="0"/>
          <a:ext cx="2466826" cy="4530725"/>
        </a:xfrm>
        <a:prstGeom prst="roundRect">
          <a:avLst>
            <a:gd name="adj" fmla="val 10000"/>
          </a:avLst>
        </a:prstGeom>
        <a:solidFill>
          <a:schemeClr val="dk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US" sz="1500" b="1" i="0" kern="1200"/>
            <a:t>Time &amp; Material Contract (T&amp;M)</a:t>
          </a:r>
          <a:r>
            <a:rPr lang="en-US" sz="1500" b="0" i="0" kern="1200"/>
            <a:t>: Dùng cho các dự án nhỏ, thuê nguồn lực theo labour hour. Cân đối risk giữa buyer và seller.</a:t>
          </a:r>
        </a:p>
      </dsp:txBody>
      <dsp:txXfrm>
        <a:off x="5304625" y="0"/>
        <a:ext cx="2466826" cy="1359217"/>
      </dsp:txXfrm>
    </dsp:sp>
  </dsp:spTree>
</dsp:drawing>
</file>

<file path=ppt/diagrams/layout1.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8.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28034" name="Rectangle 2"/>
          <p:cNvSpPr>
            <a:spLocks noGrp="1" noChangeArrowheads="1"/>
          </p:cNvSpPr>
          <p:nvPr>
            <p:ph type="hdr" sz="quarter"/>
          </p:nvPr>
        </p:nvSpPr>
        <p:spPr bwMode="auto">
          <a:xfrm>
            <a:off x="1" y="0"/>
            <a:ext cx="3078924" cy="511649"/>
          </a:xfrm>
          <a:prstGeom prst="rect">
            <a:avLst/>
          </a:prstGeom>
          <a:noFill/>
          <a:ln w="9525">
            <a:noFill/>
            <a:miter lim="800000"/>
            <a:headEnd/>
            <a:tailEnd/>
          </a:ln>
          <a:effectLst/>
        </p:spPr>
        <p:txBody>
          <a:bodyPr vert="horz" wrap="square" lIns="94677" tIns="47338" rIns="94677" bIns="47338" numCol="1" anchor="t" anchorCtr="0" compatLnSpc="1">
            <a:prstTxWarp prst="textNoShape">
              <a:avLst/>
            </a:prstTxWarp>
          </a:bodyPr>
          <a:lstStyle>
            <a:lvl1pPr eaLnBrk="0" hangingPunct="0">
              <a:defRPr sz="1200"/>
            </a:lvl1pPr>
          </a:lstStyle>
          <a:p>
            <a:pPr>
              <a:defRPr/>
            </a:pPr>
            <a:endParaRPr lang="en-US" altLang="ja-JP"/>
          </a:p>
        </p:txBody>
      </p:sp>
      <p:sp>
        <p:nvSpPr>
          <p:cNvPr id="428035" name="Rectangle 3"/>
          <p:cNvSpPr>
            <a:spLocks noGrp="1" noChangeArrowheads="1"/>
          </p:cNvSpPr>
          <p:nvPr>
            <p:ph type="dt" sz="quarter" idx="1"/>
          </p:nvPr>
        </p:nvSpPr>
        <p:spPr bwMode="auto">
          <a:xfrm>
            <a:off x="4023482" y="0"/>
            <a:ext cx="3078924" cy="511649"/>
          </a:xfrm>
          <a:prstGeom prst="rect">
            <a:avLst/>
          </a:prstGeom>
          <a:noFill/>
          <a:ln w="9525">
            <a:noFill/>
            <a:miter lim="800000"/>
            <a:headEnd/>
            <a:tailEnd/>
          </a:ln>
          <a:effectLst/>
        </p:spPr>
        <p:txBody>
          <a:bodyPr vert="horz" wrap="square" lIns="94677" tIns="47338" rIns="94677" bIns="47338" numCol="1" anchor="t" anchorCtr="0" compatLnSpc="1">
            <a:prstTxWarp prst="textNoShape">
              <a:avLst/>
            </a:prstTxWarp>
          </a:bodyPr>
          <a:lstStyle>
            <a:lvl1pPr algn="r" eaLnBrk="0" hangingPunct="0">
              <a:defRPr sz="1200"/>
            </a:lvl1pPr>
          </a:lstStyle>
          <a:p>
            <a:pPr>
              <a:defRPr/>
            </a:pPr>
            <a:fld id="{83EBB80A-E759-4F1E-B258-BE5493426B1B}" type="datetimeFigureOut">
              <a:rPr lang="ja-JP" altLang="en-US"/>
              <a:pPr>
                <a:defRPr/>
              </a:pPr>
              <a:t>2022/11/2</a:t>
            </a:fld>
            <a:endParaRPr lang="en-US" altLang="ja-JP"/>
          </a:p>
        </p:txBody>
      </p:sp>
      <p:sp>
        <p:nvSpPr>
          <p:cNvPr id="428036" name="Rectangle 4"/>
          <p:cNvSpPr>
            <a:spLocks noGrp="1" noChangeArrowheads="1"/>
          </p:cNvSpPr>
          <p:nvPr>
            <p:ph type="ftr" sz="quarter" idx="2"/>
          </p:nvPr>
        </p:nvSpPr>
        <p:spPr bwMode="auto">
          <a:xfrm>
            <a:off x="1" y="9721330"/>
            <a:ext cx="3078924" cy="511648"/>
          </a:xfrm>
          <a:prstGeom prst="rect">
            <a:avLst/>
          </a:prstGeom>
          <a:noFill/>
          <a:ln w="9525">
            <a:noFill/>
            <a:miter lim="800000"/>
            <a:headEnd/>
            <a:tailEnd/>
          </a:ln>
          <a:effectLst/>
        </p:spPr>
        <p:txBody>
          <a:bodyPr vert="horz" wrap="square" lIns="94677" tIns="47338" rIns="94677" bIns="47338" numCol="1" anchor="b" anchorCtr="0" compatLnSpc="1">
            <a:prstTxWarp prst="textNoShape">
              <a:avLst/>
            </a:prstTxWarp>
          </a:bodyPr>
          <a:lstStyle>
            <a:lvl1pPr eaLnBrk="0" hangingPunct="0">
              <a:defRPr sz="1200"/>
            </a:lvl1pPr>
          </a:lstStyle>
          <a:p>
            <a:pPr>
              <a:defRPr/>
            </a:pPr>
            <a:endParaRPr lang="en-US" altLang="ja-JP"/>
          </a:p>
        </p:txBody>
      </p:sp>
      <p:sp>
        <p:nvSpPr>
          <p:cNvPr id="428037" name="Rectangle 5"/>
          <p:cNvSpPr>
            <a:spLocks noGrp="1" noChangeArrowheads="1"/>
          </p:cNvSpPr>
          <p:nvPr>
            <p:ph type="sldNum" sz="quarter" idx="3"/>
          </p:nvPr>
        </p:nvSpPr>
        <p:spPr bwMode="auto">
          <a:xfrm>
            <a:off x="4023482" y="9721330"/>
            <a:ext cx="3078924" cy="511648"/>
          </a:xfrm>
          <a:prstGeom prst="rect">
            <a:avLst/>
          </a:prstGeom>
          <a:noFill/>
          <a:ln w="9525">
            <a:noFill/>
            <a:miter lim="800000"/>
            <a:headEnd/>
            <a:tailEnd/>
          </a:ln>
          <a:effectLst/>
        </p:spPr>
        <p:txBody>
          <a:bodyPr vert="horz" wrap="square" lIns="94677" tIns="47338" rIns="94677" bIns="47338" numCol="1" anchor="b" anchorCtr="0" compatLnSpc="1">
            <a:prstTxWarp prst="textNoShape">
              <a:avLst/>
            </a:prstTxWarp>
          </a:bodyPr>
          <a:lstStyle>
            <a:lvl1pPr algn="r" eaLnBrk="0" hangingPunct="0">
              <a:defRPr sz="1200"/>
            </a:lvl1pPr>
          </a:lstStyle>
          <a:p>
            <a:pPr>
              <a:defRPr/>
            </a:pPr>
            <a:fld id="{E9394F1D-3873-4BB7-AAD6-6A1066614D4C}" type="slidenum">
              <a:rPr lang="ja-JP" altLang="en-US"/>
              <a:pPr>
                <a:defRPr/>
              </a:pPr>
              <a:t>‹#›</a:t>
            </a:fld>
            <a:endParaRPr lang="en-US" altLang="ja-JP"/>
          </a:p>
        </p:txBody>
      </p:sp>
    </p:spTree>
    <p:extLst>
      <p:ext uri="{BB962C8B-B14F-4D97-AF65-F5344CB8AC3E}">
        <p14:creationId xmlns:p14="http://schemas.microsoft.com/office/powerpoint/2010/main" val="2159576624"/>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cm"/>
          <inkml:channel name="T" type="integer" max="2.14748E9" units="dev"/>
        </inkml:traceFormat>
        <inkml:channelProperties>
          <inkml:channelProperty channel="X" name="resolution" value="1612.54919" units="1/cm"/>
          <inkml:channelProperty channel="Y" name="resolution" value="2580.07886" units="1/cm"/>
          <inkml:channelProperty channel="F" name="resolution" value="10E-6" units="1/cm"/>
          <inkml:channelProperty channel="T" name="resolution" value="1" units="1/dev"/>
        </inkml:channelProperties>
      </inkml:inkSource>
      <inkml:timestamp xml:id="ts0" timeString="2021-10-20T01:48:21.251"/>
    </inkml:context>
    <inkml:brush xml:id="br0">
      <inkml:brushProperty name="width" value="0.05292" units="cm"/>
      <inkml:brushProperty name="height" value="0.05292" units="cm"/>
      <inkml:brushProperty name="color" value="#FF0000"/>
    </inkml:brush>
  </inkml:definitions>
  <inkml:trace contextRef="#ctx0" brushRef="#br0">19540 4906 18 0,'7'0'28'15,"-3"0"9"-15,2 0 1 0,-3 0-1 16,0-1 2-16,-1 1 9 0,0 0 14 0,-1 0 17 16,-1 0 18-16,2 0 20 0,-2 0 18 15,2 0 18-15,-2 0 9 0,-2-2-1 16,2 2-13-16,-2 0-22 0,2 0-45 16,-1 0-94-16,-3 0-152 0,1 2-120 0,-3-1-40 15,-5-1 39-15,-2 0 67 0,-6-1 71 16,-1-3 65-16,-7-2 42 0</inkml:trace>
</inkml:ink>
</file>

<file path=ppt/ink/ink2.xml><?xml version="1.0" encoding="utf-8"?>
<inkml:ink xmlns:inkml="http://www.w3.org/2003/InkML">
  <inkml:definitions>
    <inkml:context xml:id="ctx0">
      <inkml:inkSource xml:id="inkSrc0">
        <inkml:traceFormat>
          <inkml:channel name="X" type="integer" max="1600" units="cm"/>
          <inkml:channel name="Y" type="integer" max="900" units="cm"/>
          <inkml:channel name="T" type="integer" max="2.14748E9" units="dev"/>
        </inkml:traceFormat>
        <inkml:channelProperties>
          <inkml:channelProperty channel="X" name="resolution" value="51.77993" units="1/cm"/>
          <inkml:channelProperty channel="Y" name="resolution" value="51.72414" units="1/cm"/>
          <inkml:channelProperty channel="T" name="resolution" value="1" units="1/dev"/>
        </inkml:channelProperties>
      </inkml:inkSource>
      <inkml:timestamp xml:id="ts0" timeString="2019-11-05T04:14:17.836"/>
    </inkml:context>
    <inkml:brush xml:id="br0">
      <inkml:brushProperty name="width" value="0.05292" units="cm"/>
      <inkml:brushProperty name="height" value="0.05292" units="cm"/>
      <inkml:brushProperty name="color" value="#FF0000"/>
    </inkml:brush>
  </inkml:definitions>
  <inkml:trace contextRef="#ctx0" brushRef="#br0">13970 10396 0,'20'0'406,"0"0"-406,0 0 32,21 0-1,-20 0-16,39 0 32,-40 0-15,81 0-1,-81 0-16,2 0 142,-2 0-142,0 0 1,20 0 31,41 24 0,-20-24-16,-40 0 313,-21-24-282,0 0-46,0 0-1,0-25 1,0 25 15,0 0 63,0 0-63,0 0 63,40-49-63,-40 49 1,20 0-1,0-24 0,41-74 16,-41 98-16,-20-1 0,20 1-15,1 24 15,-21-24 1,41 0-1,-1-24 0,-20 23 16,20-47-16,-19 24 0,19 48-15,1-25 15,0 25 32,-21 0-32,20 0 0,-20 0-15,21 0 15,-1 0-15,1-24 15,-21 24 0,21 0 1,-1 0 30,-40-24-46,81 24 15,-20 0 0,-41 0 16,1 0-16,39 24 1,1 49-1,0-49 0,-41 0-15,0 49 31,41-25-16,-61 24 0,20-23-15,0-25 15,0 74 0,2-74 0,-2 72 1,0 1 15,-20-73-16,0 25 0,0-25-15,0 24 15,20 0-15,-20-23 15,20-1 344,0-24-360,1 0 17,-1 0-32,20-24 31,82-25 16,-102 49 15,0-24-30,61 0 14,21 24-14,-82 0 15,20 0 15,1 0-31,20 0 1,0 0 14,-41 0-14,-20-24-17,20 24 17,0-24 296,-20-1-313</inkml:trace>
  <inkml:trace contextRef="#ctx0" brushRef="#br0" timeOffset="1443.34">16603 10203 0,'21'0'93,"-1"24"-61,0-24-17,61 24 16,-61-24 16,1 24 94,-21 0-141,-21 1 78,-20 47-47,-19 1 1,60-49-1,-20 0 63</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1" y="0"/>
            <a:ext cx="3078924" cy="511649"/>
          </a:xfrm>
          <a:prstGeom prst="rect">
            <a:avLst/>
          </a:prstGeom>
          <a:noFill/>
          <a:ln w="9525">
            <a:noFill/>
            <a:miter lim="800000"/>
            <a:headEnd/>
            <a:tailEnd/>
          </a:ln>
          <a:effectLst/>
        </p:spPr>
        <p:txBody>
          <a:bodyPr vert="horz" wrap="square" lIns="94677" tIns="47338" rIns="94677" bIns="47338" numCol="1" anchor="t" anchorCtr="0" compatLnSpc="1">
            <a:prstTxWarp prst="textNoShape">
              <a:avLst/>
            </a:prstTxWarp>
          </a:bodyPr>
          <a:lstStyle>
            <a:lvl1pPr>
              <a:defRPr sz="1200"/>
            </a:lvl1pPr>
          </a:lstStyle>
          <a:p>
            <a:pPr>
              <a:defRPr/>
            </a:pPr>
            <a:endParaRPr lang="en-US" altLang="ja-JP"/>
          </a:p>
        </p:txBody>
      </p:sp>
      <p:sp>
        <p:nvSpPr>
          <p:cNvPr id="5123" name="Rectangle 3"/>
          <p:cNvSpPr>
            <a:spLocks noGrp="1" noChangeArrowheads="1"/>
          </p:cNvSpPr>
          <p:nvPr>
            <p:ph type="dt" idx="1"/>
          </p:nvPr>
        </p:nvSpPr>
        <p:spPr bwMode="auto">
          <a:xfrm>
            <a:off x="4023482" y="0"/>
            <a:ext cx="3078924" cy="511649"/>
          </a:xfrm>
          <a:prstGeom prst="rect">
            <a:avLst/>
          </a:prstGeom>
          <a:noFill/>
          <a:ln w="9525">
            <a:noFill/>
            <a:miter lim="800000"/>
            <a:headEnd/>
            <a:tailEnd/>
          </a:ln>
          <a:effectLst/>
        </p:spPr>
        <p:txBody>
          <a:bodyPr vert="horz" wrap="square" lIns="94677" tIns="47338" rIns="94677" bIns="47338" numCol="1" anchor="t" anchorCtr="0" compatLnSpc="1">
            <a:prstTxWarp prst="textNoShape">
              <a:avLst/>
            </a:prstTxWarp>
          </a:bodyPr>
          <a:lstStyle>
            <a:lvl1pPr algn="r">
              <a:defRPr sz="1200"/>
            </a:lvl1pPr>
          </a:lstStyle>
          <a:p>
            <a:pPr>
              <a:defRPr/>
            </a:pPr>
            <a:endParaRPr lang="en-US" altLang="ja-JP"/>
          </a:p>
        </p:txBody>
      </p:sp>
      <p:sp>
        <p:nvSpPr>
          <p:cNvPr id="165892" name="Rectangle 4"/>
          <p:cNvSpPr>
            <a:spLocks noGrp="1" noRot="1" noChangeAspect="1" noChangeArrowheads="1" noTextEdit="1"/>
          </p:cNvSpPr>
          <p:nvPr>
            <p:ph type="sldImg" idx="2"/>
          </p:nvPr>
        </p:nvSpPr>
        <p:spPr bwMode="auto">
          <a:xfrm>
            <a:off x="995363" y="768350"/>
            <a:ext cx="5114925" cy="38369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p:cNvSpPr>
            <a:spLocks noGrp="1" noChangeArrowheads="1"/>
          </p:cNvSpPr>
          <p:nvPr>
            <p:ph type="body" sz="quarter" idx="3"/>
          </p:nvPr>
        </p:nvSpPr>
        <p:spPr bwMode="auto">
          <a:xfrm>
            <a:off x="710905" y="4861482"/>
            <a:ext cx="5682255" cy="4604841"/>
          </a:xfrm>
          <a:prstGeom prst="rect">
            <a:avLst/>
          </a:prstGeom>
          <a:noFill/>
          <a:ln w="9525">
            <a:noFill/>
            <a:miter lim="800000"/>
            <a:headEnd/>
            <a:tailEnd/>
          </a:ln>
          <a:effectLst/>
        </p:spPr>
        <p:txBody>
          <a:bodyPr vert="horz" wrap="square" lIns="94677" tIns="47338" rIns="94677" bIns="47338" numCol="1" anchor="t" anchorCtr="0" compatLnSpc="1">
            <a:prstTxWarp prst="textNoShape">
              <a:avLst/>
            </a:prstTxWarp>
          </a:bodyPr>
          <a:lstStyle/>
          <a:p>
            <a:pPr lvl="0"/>
            <a:r>
              <a:rPr lang="ja-JP" altLang="en-US" noProof="0"/>
              <a:t>マスタ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a:p>
            <a:pPr lvl="4"/>
            <a:r>
              <a:rPr lang="ja-JP" altLang="en-US" noProof="0"/>
              <a:t>第 </a:t>
            </a:r>
            <a:r>
              <a:rPr lang="en-US" altLang="ja-JP" noProof="0"/>
              <a:t>5 </a:t>
            </a:r>
            <a:r>
              <a:rPr lang="ja-JP" altLang="en-US" noProof="0"/>
              <a:t>レベル</a:t>
            </a:r>
          </a:p>
        </p:txBody>
      </p:sp>
      <p:sp>
        <p:nvSpPr>
          <p:cNvPr id="5126" name="Rectangle 6"/>
          <p:cNvSpPr>
            <a:spLocks noGrp="1" noChangeArrowheads="1"/>
          </p:cNvSpPr>
          <p:nvPr>
            <p:ph type="ftr" sz="quarter" idx="4"/>
          </p:nvPr>
        </p:nvSpPr>
        <p:spPr bwMode="auto">
          <a:xfrm>
            <a:off x="1" y="9721330"/>
            <a:ext cx="3078924" cy="511648"/>
          </a:xfrm>
          <a:prstGeom prst="rect">
            <a:avLst/>
          </a:prstGeom>
          <a:noFill/>
          <a:ln w="9525">
            <a:noFill/>
            <a:miter lim="800000"/>
            <a:headEnd/>
            <a:tailEnd/>
          </a:ln>
          <a:effectLst/>
        </p:spPr>
        <p:txBody>
          <a:bodyPr vert="horz" wrap="square" lIns="94677" tIns="47338" rIns="94677" bIns="47338" numCol="1" anchor="b" anchorCtr="0" compatLnSpc="1">
            <a:prstTxWarp prst="textNoShape">
              <a:avLst/>
            </a:prstTxWarp>
          </a:bodyPr>
          <a:lstStyle>
            <a:lvl1pPr>
              <a:defRPr sz="1200"/>
            </a:lvl1pPr>
          </a:lstStyle>
          <a:p>
            <a:pPr>
              <a:defRPr/>
            </a:pPr>
            <a:endParaRPr lang="en-US" altLang="ja-JP"/>
          </a:p>
        </p:txBody>
      </p:sp>
      <p:sp>
        <p:nvSpPr>
          <p:cNvPr id="5127" name="Rectangle 7"/>
          <p:cNvSpPr>
            <a:spLocks noGrp="1" noChangeArrowheads="1"/>
          </p:cNvSpPr>
          <p:nvPr>
            <p:ph type="sldNum" sz="quarter" idx="5"/>
          </p:nvPr>
        </p:nvSpPr>
        <p:spPr bwMode="auto">
          <a:xfrm>
            <a:off x="4023482" y="9721330"/>
            <a:ext cx="3078924" cy="511648"/>
          </a:xfrm>
          <a:prstGeom prst="rect">
            <a:avLst/>
          </a:prstGeom>
          <a:noFill/>
          <a:ln w="9525">
            <a:noFill/>
            <a:miter lim="800000"/>
            <a:headEnd/>
            <a:tailEnd/>
          </a:ln>
          <a:effectLst/>
        </p:spPr>
        <p:txBody>
          <a:bodyPr vert="horz" wrap="square" lIns="94677" tIns="47338" rIns="94677" bIns="47338" numCol="1" anchor="b" anchorCtr="0" compatLnSpc="1">
            <a:prstTxWarp prst="textNoShape">
              <a:avLst/>
            </a:prstTxWarp>
          </a:bodyPr>
          <a:lstStyle>
            <a:lvl1pPr algn="r">
              <a:defRPr sz="1200"/>
            </a:lvl1pPr>
          </a:lstStyle>
          <a:p>
            <a:pPr>
              <a:defRPr/>
            </a:pPr>
            <a:fld id="{97D7FA3A-5536-45A3-AD1B-D3654E18C7DB}" type="slidenum">
              <a:rPr lang="en-US" altLang="ja-JP"/>
              <a:pPr>
                <a:defRPr/>
              </a:pPr>
              <a:t>‹#›</a:t>
            </a:fld>
            <a:endParaRPr lang="en-US" altLang="ja-JP"/>
          </a:p>
        </p:txBody>
      </p:sp>
    </p:spTree>
    <p:extLst>
      <p:ext uri="{BB962C8B-B14F-4D97-AF65-F5344CB8AC3E}">
        <p14:creationId xmlns:p14="http://schemas.microsoft.com/office/powerpoint/2010/main" val="360008325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ＭＳ Ｐ明朝" pitchFamily="18" charset="-128"/>
        <a:cs typeface="+mn-cs"/>
      </a:defRPr>
    </a:lvl1pPr>
    <a:lvl2pPr marL="457200" algn="l" rtl="0" eaLnBrk="0" fontAlgn="base" hangingPunct="0">
      <a:spcBef>
        <a:spcPct val="30000"/>
      </a:spcBef>
      <a:spcAft>
        <a:spcPct val="0"/>
      </a:spcAft>
      <a:defRPr kumimoji="1" sz="1200" kern="1200">
        <a:solidFill>
          <a:schemeClr val="tx1"/>
        </a:solidFill>
        <a:latin typeface="Arial" charset="0"/>
        <a:ea typeface="ＭＳ Ｐ明朝" pitchFamily="18" charset="-128"/>
        <a:cs typeface="+mn-cs"/>
      </a:defRPr>
    </a:lvl2pPr>
    <a:lvl3pPr marL="914400" algn="l" rtl="0" eaLnBrk="0" fontAlgn="base" hangingPunct="0">
      <a:spcBef>
        <a:spcPct val="30000"/>
      </a:spcBef>
      <a:spcAft>
        <a:spcPct val="0"/>
      </a:spcAft>
      <a:defRPr kumimoji="1" sz="1200" kern="1200">
        <a:solidFill>
          <a:schemeClr val="tx1"/>
        </a:solidFill>
        <a:latin typeface="Arial" charset="0"/>
        <a:ea typeface="ＭＳ Ｐ明朝" pitchFamily="18" charset="-128"/>
        <a:cs typeface="+mn-cs"/>
      </a:defRPr>
    </a:lvl3pPr>
    <a:lvl4pPr marL="1371600" algn="l" rtl="0" eaLnBrk="0" fontAlgn="base" hangingPunct="0">
      <a:spcBef>
        <a:spcPct val="30000"/>
      </a:spcBef>
      <a:spcAft>
        <a:spcPct val="0"/>
      </a:spcAft>
      <a:defRPr kumimoji="1" sz="1200" kern="1200">
        <a:solidFill>
          <a:schemeClr val="tx1"/>
        </a:solidFill>
        <a:latin typeface="Arial" charset="0"/>
        <a:ea typeface="ＭＳ Ｐ明朝" pitchFamily="18" charset="-128"/>
        <a:cs typeface="+mn-cs"/>
      </a:defRPr>
    </a:lvl4pPr>
    <a:lvl5pPr marL="1828800" algn="l" rtl="0" eaLnBrk="0" fontAlgn="base" hangingPunct="0">
      <a:spcBef>
        <a:spcPct val="30000"/>
      </a:spcBef>
      <a:spcAft>
        <a:spcPct val="0"/>
      </a:spcAft>
      <a:defRPr kumimoji="1" sz="1200" kern="1200">
        <a:solidFill>
          <a:schemeClr val="tx1"/>
        </a:solidFill>
        <a:latin typeface="Arial" charset="0"/>
        <a:ea typeface="ＭＳ Ｐ明朝" pitchFamily="18"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business.tutsplus.com/vi/tutorials/how-to-create-focus-groups--cms-30956"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3" Type="http://schemas.openxmlformats.org/officeDocument/2006/relationships/hyperlink" Target="http://quanlyduan.edu.vn/quan-ly-chi-phi-du-an/" TargetMode="External"/><Relationship Id="rId2" Type="http://schemas.openxmlformats.org/officeDocument/2006/relationships/slide" Target="../slides/slide53.xml"/><Relationship Id="rId1" Type="http://schemas.openxmlformats.org/officeDocument/2006/relationships/notesMaster" Target="../notesMasters/notesMaster1.xml"/><Relationship Id="rId4" Type="http://schemas.openxmlformats.org/officeDocument/2006/relationships/hyperlink" Target="https://hocpmp.com/funding-limit-reconciliation/" TargetMode="Externa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Arial" charset="0"/>
                <a:ea typeface="ＭＳ Ｐゴシック" pitchFamily="50" charset="-128"/>
              </a:defRPr>
            </a:lvl1pPr>
            <a:lvl2pPr marL="769250" indent="-295866" eaLnBrk="0" hangingPunct="0">
              <a:defRPr kumimoji="1">
                <a:solidFill>
                  <a:schemeClr val="tx1"/>
                </a:solidFill>
                <a:latin typeface="Arial" charset="0"/>
                <a:ea typeface="ＭＳ Ｐゴシック" pitchFamily="50" charset="-128"/>
              </a:defRPr>
            </a:lvl2pPr>
            <a:lvl3pPr marL="1183462" indent="-236692" eaLnBrk="0" hangingPunct="0">
              <a:defRPr kumimoji="1">
                <a:solidFill>
                  <a:schemeClr val="tx1"/>
                </a:solidFill>
                <a:latin typeface="Arial" charset="0"/>
                <a:ea typeface="ＭＳ Ｐゴシック" pitchFamily="50" charset="-128"/>
              </a:defRPr>
            </a:lvl3pPr>
            <a:lvl4pPr marL="1656847" indent="-236692" eaLnBrk="0" hangingPunct="0">
              <a:defRPr kumimoji="1">
                <a:solidFill>
                  <a:schemeClr val="tx1"/>
                </a:solidFill>
                <a:latin typeface="Arial" charset="0"/>
                <a:ea typeface="ＭＳ Ｐゴシック" pitchFamily="50" charset="-128"/>
              </a:defRPr>
            </a:lvl4pPr>
            <a:lvl5pPr marL="2130232" indent="-236692" eaLnBrk="0" hangingPunct="0">
              <a:defRPr kumimoji="1">
                <a:solidFill>
                  <a:schemeClr val="tx1"/>
                </a:solidFill>
                <a:latin typeface="Arial" charset="0"/>
                <a:ea typeface="ＭＳ Ｐゴシック" pitchFamily="50" charset="-128"/>
              </a:defRPr>
            </a:lvl5pPr>
            <a:lvl6pPr marL="2603617" indent="-236692" eaLnBrk="0" fontAlgn="base" hangingPunct="0">
              <a:spcBef>
                <a:spcPct val="0"/>
              </a:spcBef>
              <a:spcAft>
                <a:spcPct val="0"/>
              </a:spcAft>
              <a:defRPr kumimoji="1">
                <a:solidFill>
                  <a:schemeClr val="tx1"/>
                </a:solidFill>
                <a:latin typeface="Arial" charset="0"/>
                <a:ea typeface="ＭＳ Ｐゴシック" pitchFamily="50" charset="-128"/>
              </a:defRPr>
            </a:lvl6pPr>
            <a:lvl7pPr marL="3077002" indent="-236692" eaLnBrk="0" fontAlgn="base" hangingPunct="0">
              <a:spcBef>
                <a:spcPct val="0"/>
              </a:spcBef>
              <a:spcAft>
                <a:spcPct val="0"/>
              </a:spcAft>
              <a:defRPr kumimoji="1">
                <a:solidFill>
                  <a:schemeClr val="tx1"/>
                </a:solidFill>
                <a:latin typeface="Arial" charset="0"/>
                <a:ea typeface="ＭＳ Ｐゴシック" pitchFamily="50" charset="-128"/>
              </a:defRPr>
            </a:lvl7pPr>
            <a:lvl8pPr marL="3550387" indent="-236692" eaLnBrk="0" fontAlgn="base" hangingPunct="0">
              <a:spcBef>
                <a:spcPct val="0"/>
              </a:spcBef>
              <a:spcAft>
                <a:spcPct val="0"/>
              </a:spcAft>
              <a:defRPr kumimoji="1">
                <a:solidFill>
                  <a:schemeClr val="tx1"/>
                </a:solidFill>
                <a:latin typeface="Arial" charset="0"/>
                <a:ea typeface="ＭＳ Ｐゴシック" pitchFamily="50" charset="-128"/>
              </a:defRPr>
            </a:lvl8pPr>
            <a:lvl9pPr marL="4023771" indent="-236692"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fld id="{BAD17906-E282-4859-A320-20873916EC0C}" type="slidenum">
              <a:rPr lang="en-US" altLang="ja-JP" smtClean="0"/>
              <a:pPr eaLnBrk="1" hangingPunct="1"/>
              <a:t>1</a:t>
            </a:fld>
            <a:endParaRPr lang="en-US" altLang="ja-JP"/>
          </a:p>
        </p:txBody>
      </p:sp>
      <p:sp>
        <p:nvSpPr>
          <p:cNvPr id="193539" name="Rectangle 2"/>
          <p:cNvSpPr>
            <a:spLocks noGrp="1" noRot="1" noChangeAspect="1" noChangeArrowheads="1" noTextEdit="1"/>
          </p:cNvSpPr>
          <p:nvPr>
            <p:ph type="sldImg"/>
          </p:nvPr>
        </p:nvSpPr>
        <p:spPr>
          <a:ln/>
        </p:spPr>
      </p:sp>
      <p:sp>
        <p:nvSpPr>
          <p:cNvPr id="1935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r>
              <a:rPr lang="en-US" altLang="ja-JP"/>
              <a:t> </a:t>
            </a:r>
            <a:r>
              <a:rPr lang="vi-VN" altLang="ja-JP"/>
              <a:t>Tình huống nghiệp vụ</a:t>
            </a:r>
            <a:endParaRPr lang="en-US" altLang="ja-JP"/>
          </a:p>
          <a:p>
            <a:pPr eaLnBrk="1" hangingPunct="1">
              <a:buFontTx/>
              <a:buChar char="-"/>
            </a:pPr>
            <a:r>
              <a:rPr lang="en-US" altLang="ja-JP"/>
              <a:t> </a:t>
            </a:r>
            <a:r>
              <a:rPr lang="vi-VN" altLang="ja-JP"/>
              <a:t>Môi trường doanh nghiệp</a:t>
            </a:r>
            <a:endParaRPr lang="en-US" altLang="ja-JP"/>
          </a:p>
          <a:p>
            <a:pPr eaLnBrk="1" hangingPunct="1"/>
            <a:r>
              <a:rPr lang="en-US" altLang="ja-JP"/>
              <a:t>- </a:t>
            </a:r>
            <a:r>
              <a:rPr lang="vi-VN" altLang="ja-JP"/>
              <a:t>Điều kiện làm việc</a:t>
            </a:r>
            <a:endParaRPr lang="en-US" altLang="ja-JP"/>
          </a:p>
          <a:p>
            <a:pPr eaLnBrk="1" hangingPunct="1">
              <a:buFontTx/>
              <a:buChar char="-"/>
            </a:pPr>
            <a:r>
              <a:rPr lang="en-US" altLang="ja-JP"/>
              <a:t> </a:t>
            </a:r>
            <a:r>
              <a:rPr lang="vi-VN" altLang="ja-JP"/>
              <a:t>Tài sản qui trình tổ chức</a:t>
            </a:r>
            <a:endParaRPr lang="en-US" altLang="ja-JP"/>
          </a:p>
          <a:p>
            <a:pPr eaLnBrk="1" hangingPunct="1"/>
            <a:endParaRPr lang="ja-JP" altLang="ja-JP"/>
          </a:p>
        </p:txBody>
      </p:sp>
    </p:spTree>
    <p:extLst>
      <p:ext uri="{BB962C8B-B14F-4D97-AF65-F5344CB8AC3E}">
        <p14:creationId xmlns:p14="http://schemas.microsoft.com/office/powerpoint/2010/main" val="7028545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Arial" charset="0"/>
                <a:ea typeface="ＭＳ Ｐゴシック" pitchFamily="50" charset="-128"/>
              </a:defRPr>
            </a:lvl1pPr>
            <a:lvl2pPr marL="769250" indent="-295866" eaLnBrk="0" hangingPunct="0">
              <a:defRPr kumimoji="1">
                <a:solidFill>
                  <a:schemeClr val="tx1"/>
                </a:solidFill>
                <a:latin typeface="Arial" charset="0"/>
                <a:ea typeface="ＭＳ Ｐゴシック" pitchFamily="50" charset="-128"/>
              </a:defRPr>
            </a:lvl2pPr>
            <a:lvl3pPr marL="1183462" indent="-236692" eaLnBrk="0" hangingPunct="0">
              <a:defRPr kumimoji="1">
                <a:solidFill>
                  <a:schemeClr val="tx1"/>
                </a:solidFill>
                <a:latin typeface="Arial" charset="0"/>
                <a:ea typeface="ＭＳ Ｐゴシック" pitchFamily="50" charset="-128"/>
              </a:defRPr>
            </a:lvl3pPr>
            <a:lvl4pPr marL="1656847" indent="-236692" eaLnBrk="0" hangingPunct="0">
              <a:defRPr kumimoji="1">
                <a:solidFill>
                  <a:schemeClr val="tx1"/>
                </a:solidFill>
                <a:latin typeface="Arial" charset="0"/>
                <a:ea typeface="ＭＳ Ｐゴシック" pitchFamily="50" charset="-128"/>
              </a:defRPr>
            </a:lvl4pPr>
            <a:lvl5pPr marL="2130232" indent="-236692" eaLnBrk="0" hangingPunct="0">
              <a:defRPr kumimoji="1">
                <a:solidFill>
                  <a:schemeClr val="tx1"/>
                </a:solidFill>
                <a:latin typeface="Arial" charset="0"/>
                <a:ea typeface="ＭＳ Ｐゴシック" pitchFamily="50" charset="-128"/>
              </a:defRPr>
            </a:lvl5pPr>
            <a:lvl6pPr marL="2603617" indent="-236692" eaLnBrk="0" fontAlgn="base" hangingPunct="0">
              <a:spcBef>
                <a:spcPct val="0"/>
              </a:spcBef>
              <a:spcAft>
                <a:spcPct val="0"/>
              </a:spcAft>
              <a:defRPr kumimoji="1">
                <a:solidFill>
                  <a:schemeClr val="tx1"/>
                </a:solidFill>
                <a:latin typeface="Arial" charset="0"/>
                <a:ea typeface="ＭＳ Ｐゴシック" pitchFamily="50" charset="-128"/>
              </a:defRPr>
            </a:lvl6pPr>
            <a:lvl7pPr marL="3077002" indent="-236692" eaLnBrk="0" fontAlgn="base" hangingPunct="0">
              <a:spcBef>
                <a:spcPct val="0"/>
              </a:spcBef>
              <a:spcAft>
                <a:spcPct val="0"/>
              </a:spcAft>
              <a:defRPr kumimoji="1">
                <a:solidFill>
                  <a:schemeClr val="tx1"/>
                </a:solidFill>
                <a:latin typeface="Arial" charset="0"/>
                <a:ea typeface="ＭＳ Ｐゴシック" pitchFamily="50" charset="-128"/>
              </a:defRPr>
            </a:lvl7pPr>
            <a:lvl8pPr marL="3550387" indent="-236692" eaLnBrk="0" fontAlgn="base" hangingPunct="0">
              <a:spcBef>
                <a:spcPct val="0"/>
              </a:spcBef>
              <a:spcAft>
                <a:spcPct val="0"/>
              </a:spcAft>
              <a:defRPr kumimoji="1">
                <a:solidFill>
                  <a:schemeClr val="tx1"/>
                </a:solidFill>
                <a:latin typeface="Arial" charset="0"/>
                <a:ea typeface="ＭＳ Ｐゴシック" pitchFamily="50" charset="-128"/>
              </a:defRPr>
            </a:lvl8pPr>
            <a:lvl9pPr marL="4023771" indent="-236692"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fld id="{DC6B628B-21C5-459F-AB30-0FA28C4489B1}" type="slidenum">
              <a:rPr lang="en-US" altLang="ja-JP" smtClean="0"/>
              <a:pPr eaLnBrk="1" hangingPunct="1"/>
              <a:t>4</a:t>
            </a:fld>
            <a:endParaRPr lang="en-US" altLang="ja-JP"/>
          </a:p>
        </p:txBody>
      </p:sp>
      <p:sp>
        <p:nvSpPr>
          <p:cNvPr id="204803" name="Rectangle 2"/>
          <p:cNvSpPr>
            <a:spLocks noGrp="1" noRot="1" noChangeAspect="1" noChangeArrowheads="1" noTextEdit="1"/>
          </p:cNvSpPr>
          <p:nvPr>
            <p:ph type="sldImg"/>
          </p:nvPr>
        </p:nvSpPr>
        <p:spPr>
          <a:ln/>
        </p:spPr>
      </p:sp>
      <p:sp>
        <p:nvSpPr>
          <p:cNvPr id="204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ja-JP"/>
              <a:t> Project Planning is most important process in project management.</a:t>
            </a:r>
          </a:p>
          <a:p>
            <a:pPr eaLnBrk="1" hangingPunct="1"/>
            <a:r>
              <a:rPr lang="en-US" altLang="ja-JP"/>
              <a:t> Input should be “Project Charter” and output should be “Project Plan.”</a:t>
            </a:r>
          </a:p>
          <a:p>
            <a:pPr eaLnBrk="1" hangingPunct="1"/>
            <a:r>
              <a:rPr lang="en-US" altLang="ja-JP"/>
              <a:t> </a:t>
            </a:r>
          </a:p>
          <a:p>
            <a:pPr eaLnBrk="1" hangingPunct="1"/>
            <a:r>
              <a:rPr lang="en-US" altLang="ja-JP"/>
              <a:t> Project is a set of tasks with stakeholders, dead lines, and budget.</a:t>
            </a:r>
          </a:p>
          <a:p>
            <a:pPr eaLnBrk="1" hangingPunct="1"/>
            <a:endParaRPr lang="en-US" altLang="ja-JP"/>
          </a:p>
          <a:p>
            <a:pPr eaLnBrk="1" hangingPunct="1"/>
            <a:r>
              <a:rPr lang="en-US" altLang="ja-JP"/>
              <a:t> It is necessary to make a good project plan and manage it.</a:t>
            </a:r>
          </a:p>
          <a:p>
            <a:pPr eaLnBrk="1" hangingPunct="1"/>
            <a:endParaRPr lang="ja-JP" altLang="ja-JP"/>
          </a:p>
        </p:txBody>
      </p:sp>
    </p:spTree>
    <p:extLst>
      <p:ext uri="{BB962C8B-B14F-4D97-AF65-F5344CB8AC3E}">
        <p14:creationId xmlns:p14="http://schemas.microsoft.com/office/powerpoint/2010/main" val="33588266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2"/>
          <p:cNvSpPr>
            <a:spLocks noGrp="1" noRot="1" noChangeAspect="1" noChangeArrowheads="1" noTextEdit="1"/>
          </p:cNvSpPr>
          <p:nvPr>
            <p:ph type="sldImg"/>
          </p:nvPr>
        </p:nvSpPr>
        <p:spPr>
          <a:ln/>
        </p:spPr>
      </p:sp>
      <p:sp>
        <p:nvSpPr>
          <p:cNvPr id="20582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ja-JP" dirty="0"/>
              <a:t>After initiation, you are still busy. Many people will wait your project plan.</a:t>
            </a:r>
          </a:p>
          <a:p>
            <a:r>
              <a:rPr lang="en-US" altLang="ja-JP" dirty="0"/>
              <a:t>How long can you spend your time to create project plan?</a:t>
            </a:r>
          </a:p>
          <a:p>
            <a:r>
              <a:rPr lang="en-US" altLang="ja-JP" dirty="0"/>
              <a:t>Is it enough to take 1% of total cost to make project plan?</a:t>
            </a:r>
          </a:p>
          <a:p>
            <a:r>
              <a:rPr lang="en-US" altLang="ja-JP" dirty="0"/>
              <a:t>Or is it safe to take 30%?</a:t>
            </a:r>
          </a:p>
          <a:p>
            <a:r>
              <a:rPr lang="en-US" altLang="ja-JP" dirty="0"/>
              <a:t>This data which is come from PMI report in 1998 shows the result of analysis about 31 project in NASA.</a:t>
            </a:r>
          </a:p>
          <a:p>
            <a:r>
              <a:rPr lang="en-US" altLang="ja-JP" dirty="0"/>
              <a:t>If you take planning cost less than 5%, you will get more excessive cost.</a:t>
            </a:r>
          </a:p>
          <a:p>
            <a:endParaRPr lang="en-US" altLang="ja-JP" dirty="0"/>
          </a:p>
          <a:p>
            <a:r>
              <a:rPr lang="en-US" altLang="ja-JP" dirty="0"/>
              <a:t>Sau </a:t>
            </a:r>
            <a:r>
              <a:rPr lang="en-US" altLang="ja-JP" dirty="0" err="1"/>
              <a:t>khi</a:t>
            </a:r>
            <a:r>
              <a:rPr lang="en-US" altLang="ja-JP" dirty="0"/>
              <a:t> </a:t>
            </a:r>
            <a:r>
              <a:rPr lang="en-US" altLang="ja-JP" dirty="0" err="1"/>
              <a:t>khởi</a:t>
            </a:r>
            <a:r>
              <a:rPr lang="en-US" altLang="ja-JP" dirty="0"/>
              <a:t> </a:t>
            </a:r>
            <a:r>
              <a:rPr lang="en-US" altLang="ja-JP" dirty="0" err="1"/>
              <a:t>tạo</a:t>
            </a:r>
            <a:r>
              <a:rPr lang="en-US" altLang="ja-JP" dirty="0"/>
              <a:t>, bạn </a:t>
            </a:r>
            <a:r>
              <a:rPr lang="en-US" altLang="ja-JP" dirty="0" err="1"/>
              <a:t>vẫn</a:t>
            </a:r>
            <a:r>
              <a:rPr lang="en-US" altLang="ja-JP" dirty="0"/>
              <a:t> sẽ </a:t>
            </a:r>
            <a:r>
              <a:rPr lang="en-US" altLang="ja-JP" dirty="0" err="1"/>
              <a:t>rất</a:t>
            </a:r>
            <a:r>
              <a:rPr lang="en-US" altLang="ja-JP" dirty="0"/>
              <a:t> </a:t>
            </a:r>
            <a:r>
              <a:rPr lang="en-US" altLang="ja-JP" dirty="0" err="1"/>
              <a:t>bận</a:t>
            </a:r>
            <a:r>
              <a:rPr lang="en-US" altLang="ja-JP" dirty="0"/>
              <a:t>. </a:t>
            </a:r>
            <a:r>
              <a:rPr lang="en-US" altLang="ja-JP" dirty="0" err="1"/>
              <a:t>Mọi</a:t>
            </a:r>
            <a:r>
              <a:rPr lang="en-US" altLang="ja-JP" dirty="0"/>
              <a:t> ng</a:t>
            </a:r>
            <a:r>
              <a:rPr lang="vi-VN" altLang="ja-JP" dirty="0"/>
              <a:t>ư</a:t>
            </a:r>
            <a:r>
              <a:rPr lang="en-US" altLang="ja-JP" dirty="0" err="1"/>
              <a:t>ời</a:t>
            </a:r>
            <a:r>
              <a:rPr lang="en-US" altLang="ja-JP" dirty="0"/>
              <a:t> sẽ </a:t>
            </a:r>
            <a:r>
              <a:rPr lang="en-US" altLang="ja-JP" dirty="0" err="1"/>
              <a:t>đợi</a:t>
            </a:r>
            <a:r>
              <a:rPr lang="en-US" altLang="ja-JP" dirty="0"/>
              <a:t> vào kế </a:t>
            </a:r>
            <a:r>
              <a:rPr lang="en-US" altLang="ja-JP" dirty="0" err="1"/>
              <a:t>hoạch</a:t>
            </a:r>
            <a:r>
              <a:rPr lang="en-US" altLang="ja-JP" dirty="0"/>
              <a:t> </a:t>
            </a:r>
            <a:r>
              <a:rPr lang="en-US" altLang="ja-JP" dirty="0" err="1"/>
              <a:t>dự</a:t>
            </a:r>
            <a:r>
              <a:rPr lang="en-US" altLang="ja-JP" dirty="0"/>
              <a:t> án của bạn,</a:t>
            </a:r>
          </a:p>
          <a:p>
            <a:r>
              <a:rPr lang="en-US" altLang="ja-JP" dirty="0"/>
              <a:t>Bạn </a:t>
            </a:r>
            <a:r>
              <a:rPr lang="en-US" altLang="ja-JP" dirty="0" err="1"/>
              <a:t>mất</a:t>
            </a:r>
            <a:r>
              <a:rPr lang="en-US" altLang="ja-JP" dirty="0"/>
              <a:t> </a:t>
            </a:r>
            <a:r>
              <a:rPr lang="en-US" altLang="ja-JP" dirty="0" err="1"/>
              <a:t>bao</a:t>
            </a:r>
            <a:r>
              <a:rPr lang="en-US" altLang="ja-JP" dirty="0"/>
              <a:t> </a:t>
            </a:r>
            <a:r>
              <a:rPr lang="en-US" altLang="ja-JP" dirty="0" err="1"/>
              <a:t>lâu</a:t>
            </a:r>
            <a:r>
              <a:rPr lang="en-US" altLang="ja-JP" dirty="0"/>
              <a:t> để </a:t>
            </a:r>
            <a:r>
              <a:rPr lang="en-US" altLang="ja-JP" dirty="0" err="1"/>
              <a:t>lập</a:t>
            </a:r>
            <a:r>
              <a:rPr lang="en-US" altLang="ja-JP" dirty="0"/>
              <a:t> kế </a:t>
            </a:r>
            <a:r>
              <a:rPr lang="en-US" altLang="ja-JP" dirty="0" err="1"/>
              <a:t>hoạch</a:t>
            </a:r>
            <a:endParaRPr lang="en-US" altLang="ja-JP" dirty="0"/>
          </a:p>
          <a:p>
            <a:r>
              <a:rPr lang="en-US" altLang="ja-JP" dirty="0" err="1"/>
              <a:t>Liệu</a:t>
            </a:r>
            <a:r>
              <a:rPr lang="en-US" altLang="ja-JP" dirty="0"/>
              <a:t> 1% </a:t>
            </a:r>
            <a:r>
              <a:rPr lang="en-US" altLang="ja-JP" dirty="0" err="1"/>
              <a:t>tổng</a:t>
            </a:r>
            <a:r>
              <a:rPr lang="en-US" altLang="ja-JP" dirty="0"/>
              <a:t> chi </a:t>
            </a:r>
            <a:r>
              <a:rPr lang="en-US" altLang="ja-JP" dirty="0" err="1"/>
              <a:t>phí</a:t>
            </a:r>
            <a:r>
              <a:rPr lang="en-US" altLang="ja-JP" dirty="0"/>
              <a:t> của </a:t>
            </a:r>
            <a:r>
              <a:rPr lang="en-US" altLang="ja-JP" dirty="0" err="1"/>
              <a:t>dự</a:t>
            </a:r>
            <a:r>
              <a:rPr lang="en-US" altLang="ja-JP" dirty="0"/>
              <a:t> án </a:t>
            </a:r>
            <a:r>
              <a:rPr lang="en-US" altLang="ja-JP" dirty="0" err="1"/>
              <a:t>dành</a:t>
            </a:r>
            <a:r>
              <a:rPr lang="en-US" altLang="ja-JP" dirty="0"/>
              <a:t> </a:t>
            </a:r>
            <a:r>
              <a:rPr lang="en-US" altLang="ja-JP" dirty="0" err="1"/>
              <a:t>cho</a:t>
            </a:r>
            <a:r>
              <a:rPr lang="en-US" altLang="ja-JP" dirty="0"/>
              <a:t> việc </a:t>
            </a:r>
            <a:r>
              <a:rPr lang="en-US" altLang="ja-JP" dirty="0" err="1"/>
              <a:t>tạo</a:t>
            </a:r>
            <a:r>
              <a:rPr lang="en-US" altLang="ja-JP" dirty="0"/>
              <a:t> kế </a:t>
            </a:r>
            <a:r>
              <a:rPr lang="en-US" altLang="ja-JP" dirty="0" err="1"/>
              <a:t>hoạch</a:t>
            </a:r>
            <a:r>
              <a:rPr lang="en-US" altLang="ja-JP" dirty="0"/>
              <a:t> </a:t>
            </a:r>
            <a:r>
              <a:rPr lang="en-US" altLang="ja-JP" dirty="0" err="1"/>
              <a:t>quản</a:t>
            </a:r>
            <a:r>
              <a:rPr lang="en-US" altLang="ja-JP" dirty="0"/>
              <a:t> </a:t>
            </a:r>
            <a:r>
              <a:rPr lang="en-US" altLang="ja-JP" dirty="0" err="1"/>
              <a:t>lý</a:t>
            </a:r>
            <a:r>
              <a:rPr lang="en-US" altLang="ja-JP" dirty="0"/>
              <a:t> có đ</a:t>
            </a:r>
            <a:r>
              <a:rPr lang="vi-VN" altLang="ja-JP" dirty="0"/>
              <a:t>ư</a:t>
            </a:r>
            <a:r>
              <a:rPr lang="en-US" altLang="ja-JP" dirty="0" err="1"/>
              <a:t>ợc</a:t>
            </a:r>
            <a:r>
              <a:rPr lang="en-US" altLang="ja-JP" dirty="0"/>
              <a:t> không? Hay </a:t>
            </a:r>
            <a:r>
              <a:rPr lang="en-US" altLang="ja-JP" dirty="0" err="1"/>
              <a:t>là</a:t>
            </a:r>
            <a:r>
              <a:rPr lang="en-US" altLang="ja-JP" dirty="0"/>
              <a:t> </a:t>
            </a:r>
            <a:r>
              <a:rPr lang="en-US" altLang="ja-JP" dirty="0" err="1"/>
              <a:t>phải</a:t>
            </a:r>
            <a:r>
              <a:rPr lang="en-US" altLang="ja-JP" dirty="0"/>
              <a:t> </a:t>
            </a:r>
            <a:r>
              <a:rPr lang="en-US" altLang="ja-JP" dirty="0" err="1"/>
              <a:t>lên</a:t>
            </a:r>
            <a:r>
              <a:rPr lang="en-US" altLang="ja-JP" dirty="0"/>
              <a:t> </a:t>
            </a:r>
            <a:r>
              <a:rPr lang="en-US" altLang="ja-JP" dirty="0" err="1"/>
              <a:t>tới</a:t>
            </a:r>
            <a:r>
              <a:rPr lang="en-US" altLang="ja-JP" dirty="0"/>
              <a:t> 30%</a:t>
            </a:r>
          </a:p>
          <a:p>
            <a:r>
              <a:rPr lang="en-US" altLang="ja-JP" dirty="0" err="1"/>
              <a:t>Bản</a:t>
            </a:r>
            <a:r>
              <a:rPr lang="en-US" altLang="ja-JP" dirty="0"/>
              <a:t> s</a:t>
            </a:r>
            <a:r>
              <a:rPr lang="vi-VN" altLang="ja-JP" dirty="0"/>
              <a:t>ơ</a:t>
            </a:r>
            <a:r>
              <a:rPr lang="en-US" altLang="ja-JP" dirty="0"/>
              <a:t> </a:t>
            </a:r>
            <a:r>
              <a:rPr lang="en-US" altLang="ja-JP" dirty="0" err="1"/>
              <a:t>đồ</a:t>
            </a:r>
            <a:r>
              <a:rPr lang="en-US" altLang="ja-JP" dirty="0"/>
              <a:t> </a:t>
            </a:r>
            <a:r>
              <a:rPr lang="en-US" altLang="ja-JP" dirty="0" err="1"/>
              <a:t>trên</a:t>
            </a:r>
            <a:r>
              <a:rPr lang="en-US" altLang="ja-JP" dirty="0"/>
              <a:t> do học </a:t>
            </a:r>
            <a:r>
              <a:rPr lang="en-US" altLang="ja-JP" dirty="0" err="1"/>
              <a:t>viện</a:t>
            </a:r>
            <a:r>
              <a:rPr lang="en-US" altLang="ja-JP" dirty="0"/>
              <a:t> PMI </a:t>
            </a:r>
            <a:r>
              <a:rPr lang="en-US" altLang="ja-JP" dirty="0" err="1"/>
              <a:t>báo</a:t>
            </a:r>
            <a:r>
              <a:rPr lang="en-US" altLang="ja-JP" dirty="0"/>
              <a:t> </a:t>
            </a:r>
            <a:r>
              <a:rPr lang="en-US" altLang="ja-JP" dirty="0" err="1"/>
              <a:t>cáo</a:t>
            </a:r>
            <a:r>
              <a:rPr lang="en-US" altLang="ja-JP" dirty="0"/>
              <a:t> </a:t>
            </a:r>
            <a:r>
              <a:rPr lang="en-US" altLang="ja-JP" dirty="0" err="1"/>
              <a:t>năm</a:t>
            </a:r>
            <a:r>
              <a:rPr lang="en-US" altLang="ja-JP" dirty="0"/>
              <a:t> 1998 </a:t>
            </a:r>
            <a:r>
              <a:rPr lang="en-US" altLang="ja-JP" dirty="0" err="1"/>
              <a:t>trên</a:t>
            </a:r>
            <a:r>
              <a:rPr lang="en-US" altLang="ja-JP" dirty="0"/>
              <a:t> c</a:t>
            </a:r>
            <a:r>
              <a:rPr lang="vi-VN" altLang="ja-JP" dirty="0"/>
              <a:t>ơ</a:t>
            </a:r>
            <a:r>
              <a:rPr lang="en-US" altLang="ja-JP" dirty="0"/>
              <a:t> </a:t>
            </a:r>
            <a:r>
              <a:rPr lang="en-US" altLang="ja-JP" dirty="0" err="1"/>
              <a:t>sở</a:t>
            </a:r>
            <a:r>
              <a:rPr lang="en-US" altLang="ja-JP" dirty="0"/>
              <a:t> 31 </a:t>
            </a:r>
            <a:r>
              <a:rPr lang="en-US" altLang="ja-JP" dirty="0" err="1"/>
              <a:t>dự</a:t>
            </a:r>
            <a:r>
              <a:rPr lang="en-US" altLang="ja-JP" dirty="0"/>
              <a:t> án của NASA, </a:t>
            </a:r>
            <a:r>
              <a:rPr lang="en-US" altLang="ja-JP" dirty="0" err="1"/>
              <a:t>cho</a:t>
            </a:r>
            <a:r>
              <a:rPr lang="en-US" altLang="ja-JP" dirty="0"/>
              <a:t> </a:t>
            </a:r>
            <a:r>
              <a:rPr lang="en-US" altLang="ja-JP" dirty="0" err="1"/>
              <a:t>thấy</a:t>
            </a:r>
            <a:r>
              <a:rPr lang="en-US" altLang="ja-JP" dirty="0"/>
              <a:t> </a:t>
            </a:r>
            <a:r>
              <a:rPr lang="en-US" altLang="ja-JP" dirty="0" err="1"/>
              <a:t>rằng</a:t>
            </a:r>
            <a:r>
              <a:rPr lang="en-US" altLang="ja-JP" dirty="0"/>
              <a:t> </a:t>
            </a:r>
            <a:r>
              <a:rPr lang="en-US" altLang="ja-JP" dirty="0" err="1"/>
              <a:t>nếu</a:t>
            </a:r>
            <a:r>
              <a:rPr lang="en-US" altLang="ja-JP" dirty="0"/>
              <a:t> chi </a:t>
            </a:r>
            <a:r>
              <a:rPr lang="en-US" altLang="ja-JP" dirty="0" err="1"/>
              <a:t>phí</a:t>
            </a:r>
            <a:r>
              <a:rPr lang="en-US" altLang="ja-JP" dirty="0"/>
              <a:t> </a:t>
            </a:r>
            <a:r>
              <a:rPr lang="en-US" altLang="ja-JP" dirty="0" err="1"/>
              <a:t>lập</a:t>
            </a:r>
            <a:r>
              <a:rPr lang="en-US" altLang="ja-JP" dirty="0"/>
              <a:t> </a:t>
            </a:r>
            <a:r>
              <a:rPr lang="en-US" altLang="ja-JP" dirty="0" err="1"/>
              <a:t>dự</a:t>
            </a:r>
            <a:r>
              <a:rPr lang="en-US" altLang="ja-JP" dirty="0"/>
              <a:t> án &lt; 5%, ta có </a:t>
            </a:r>
            <a:r>
              <a:rPr lang="en-US" altLang="ja-JP" dirty="0" err="1"/>
              <a:t>nguy</a:t>
            </a:r>
            <a:r>
              <a:rPr lang="en-US" altLang="ja-JP" dirty="0"/>
              <a:t> c</a:t>
            </a:r>
            <a:r>
              <a:rPr lang="vi-VN" altLang="ja-JP" dirty="0"/>
              <a:t>ơ</a:t>
            </a:r>
            <a:r>
              <a:rPr lang="en-US" altLang="ja-JP" dirty="0"/>
              <a:t> </a:t>
            </a:r>
            <a:r>
              <a:rPr lang="en-US" altLang="ja-JP" dirty="0" err="1"/>
              <a:t>chịu</a:t>
            </a:r>
            <a:r>
              <a:rPr lang="en-US" altLang="ja-JP" dirty="0"/>
              <a:t> </a:t>
            </a:r>
            <a:r>
              <a:rPr lang="en-US" altLang="ja-JP" dirty="0" err="1"/>
              <a:t>thêm</a:t>
            </a:r>
            <a:r>
              <a:rPr lang="en-US" altLang="ja-JP" dirty="0"/>
              <a:t> chi </a:t>
            </a:r>
            <a:r>
              <a:rPr lang="en-US" altLang="ja-JP" dirty="0" err="1"/>
              <a:t>phí</a:t>
            </a:r>
            <a:r>
              <a:rPr lang="en-US" altLang="ja-JP" dirty="0"/>
              <a:t> </a:t>
            </a:r>
            <a:r>
              <a:rPr lang="en-US" altLang="ja-JP" dirty="0" err="1"/>
              <a:t>phát</a:t>
            </a:r>
            <a:r>
              <a:rPr lang="en-US" altLang="ja-JP" dirty="0"/>
              <a:t> sinh</a:t>
            </a:r>
          </a:p>
        </p:txBody>
      </p:sp>
    </p:spTree>
    <p:extLst>
      <p:ext uri="{BB962C8B-B14F-4D97-AF65-F5344CB8AC3E}">
        <p14:creationId xmlns:p14="http://schemas.microsoft.com/office/powerpoint/2010/main" val="15539188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2"/>
          <p:cNvSpPr>
            <a:spLocks noGrp="1" noRot="1" noChangeAspect="1" noChangeArrowheads="1" noTextEdit="1"/>
          </p:cNvSpPr>
          <p:nvPr>
            <p:ph type="sldImg"/>
          </p:nvPr>
        </p:nvSpPr>
        <p:spPr>
          <a:ln/>
        </p:spPr>
      </p:sp>
      <p:sp>
        <p:nvSpPr>
          <p:cNvPr id="20685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ja-JP" dirty="0"/>
              <a:t>This study suggests the desirable</a:t>
            </a:r>
            <a:r>
              <a:rPr lang="ja-JP" altLang="en-US" dirty="0"/>
              <a:t> </a:t>
            </a:r>
            <a:r>
              <a:rPr lang="en-US" altLang="ja-JP" dirty="0"/>
              <a:t>rate of planning cost.</a:t>
            </a:r>
          </a:p>
          <a:p>
            <a:r>
              <a:rPr lang="en-US" altLang="ja-JP" dirty="0"/>
              <a:t>Estimate the total time in the project, and use 5 – 15% for project planning.</a:t>
            </a:r>
          </a:p>
          <a:p>
            <a:endParaRPr lang="en-US" altLang="ja-JP" dirty="0"/>
          </a:p>
          <a:p>
            <a:r>
              <a:rPr lang="en-US" altLang="ja-JP" dirty="0" err="1"/>
              <a:t>Ước</a:t>
            </a:r>
            <a:r>
              <a:rPr lang="en-US" altLang="ja-JP" dirty="0"/>
              <a:t> l</a:t>
            </a:r>
            <a:r>
              <a:rPr lang="vi-VN" altLang="ja-JP" dirty="0"/>
              <a:t>ư</a:t>
            </a:r>
            <a:r>
              <a:rPr lang="en-US" altLang="ja-JP" dirty="0" err="1"/>
              <a:t>ợng</a:t>
            </a:r>
            <a:r>
              <a:rPr lang="en-US" altLang="ja-JP" dirty="0"/>
              <a:t> </a:t>
            </a:r>
            <a:r>
              <a:rPr lang="en-US" altLang="ja-JP" dirty="0" err="1"/>
              <a:t>giữa</a:t>
            </a:r>
            <a:r>
              <a:rPr lang="en-US" altLang="ja-JP" dirty="0"/>
              <a:t> </a:t>
            </a:r>
            <a:r>
              <a:rPr lang="en-US" altLang="ja-JP" dirty="0" err="1"/>
              <a:t>tổng</a:t>
            </a:r>
            <a:r>
              <a:rPr lang="en-US" altLang="ja-JP" dirty="0"/>
              <a:t> </a:t>
            </a:r>
            <a:r>
              <a:rPr lang="en-US" altLang="ja-JP" dirty="0" err="1"/>
              <a:t>thời</a:t>
            </a:r>
            <a:r>
              <a:rPr lang="en-US" altLang="ja-JP" dirty="0"/>
              <a:t> </a:t>
            </a:r>
            <a:r>
              <a:rPr lang="en-US" altLang="ja-JP" dirty="0" err="1"/>
              <a:t>gian</a:t>
            </a:r>
            <a:r>
              <a:rPr lang="en-US" altLang="ja-JP" dirty="0"/>
              <a:t> của </a:t>
            </a:r>
            <a:r>
              <a:rPr lang="en-US" altLang="ja-JP" dirty="0" err="1"/>
              <a:t>dự</a:t>
            </a:r>
            <a:r>
              <a:rPr lang="en-US" altLang="ja-JP" dirty="0"/>
              <a:t> án, và việc </a:t>
            </a:r>
            <a:r>
              <a:rPr lang="en-US" altLang="ja-JP" dirty="0" err="1"/>
              <a:t>sử</a:t>
            </a:r>
            <a:r>
              <a:rPr lang="en-US" altLang="ja-JP" dirty="0"/>
              <a:t> </a:t>
            </a:r>
            <a:r>
              <a:rPr lang="en-US" altLang="ja-JP" dirty="0" err="1"/>
              <a:t>dụng</a:t>
            </a:r>
            <a:r>
              <a:rPr lang="en-US" altLang="ja-JP" dirty="0"/>
              <a:t> </a:t>
            </a:r>
            <a:r>
              <a:rPr lang="en-US" altLang="ja-JP" dirty="0" err="1"/>
              <a:t>khoảng</a:t>
            </a:r>
            <a:r>
              <a:rPr lang="en-US" altLang="ja-JP" dirty="0"/>
              <a:t> 5-15% </a:t>
            </a:r>
            <a:r>
              <a:rPr lang="en-US" altLang="ja-JP" dirty="0" err="1"/>
              <a:t>cho</a:t>
            </a:r>
            <a:r>
              <a:rPr lang="en-US" altLang="ja-JP" dirty="0"/>
              <a:t> việc </a:t>
            </a:r>
            <a:r>
              <a:rPr lang="en-US" altLang="ja-JP" dirty="0" err="1"/>
              <a:t>lập</a:t>
            </a:r>
            <a:r>
              <a:rPr lang="en-US" altLang="ja-JP" dirty="0"/>
              <a:t> kế </a:t>
            </a:r>
            <a:r>
              <a:rPr lang="en-US" altLang="ja-JP" dirty="0" err="1"/>
              <a:t>hoạch</a:t>
            </a:r>
            <a:endParaRPr lang="en-US" altLang="ja-JP" dirty="0"/>
          </a:p>
        </p:txBody>
      </p:sp>
    </p:spTree>
    <p:extLst>
      <p:ext uri="{BB962C8B-B14F-4D97-AF65-F5344CB8AC3E}">
        <p14:creationId xmlns:p14="http://schemas.microsoft.com/office/powerpoint/2010/main" val="40710855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Arial" charset="0"/>
                <a:ea typeface="ＭＳ Ｐゴシック" pitchFamily="50" charset="-128"/>
              </a:defRPr>
            </a:lvl1pPr>
            <a:lvl2pPr marL="769250" indent="-295866" eaLnBrk="0" hangingPunct="0">
              <a:defRPr kumimoji="1">
                <a:solidFill>
                  <a:schemeClr val="tx1"/>
                </a:solidFill>
                <a:latin typeface="Arial" charset="0"/>
                <a:ea typeface="ＭＳ Ｐゴシック" pitchFamily="50" charset="-128"/>
              </a:defRPr>
            </a:lvl2pPr>
            <a:lvl3pPr marL="1183462" indent="-236692" eaLnBrk="0" hangingPunct="0">
              <a:defRPr kumimoji="1">
                <a:solidFill>
                  <a:schemeClr val="tx1"/>
                </a:solidFill>
                <a:latin typeface="Arial" charset="0"/>
                <a:ea typeface="ＭＳ Ｐゴシック" pitchFamily="50" charset="-128"/>
              </a:defRPr>
            </a:lvl3pPr>
            <a:lvl4pPr marL="1656847" indent="-236692" eaLnBrk="0" hangingPunct="0">
              <a:defRPr kumimoji="1">
                <a:solidFill>
                  <a:schemeClr val="tx1"/>
                </a:solidFill>
                <a:latin typeface="Arial" charset="0"/>
                <a:ea typeface="ＭＳ Ｐゴシック" pitchFamily="50" charset="-128"/>
              </a:defRPr>
            </a:lvl4pPr>
            <a:lvl5pPr marL="2130232" indent="-236692" eaLnBrk="0" hangingPunct="0">
              <a:defRPr kumimoji="1">
                <a:solidFill>
                  <a:schemeClr val="tx1"/>
                </a:solidFill>
                <a:latin typeface="Arial" charset="0"/>
                <a:ea typeface="ＭＳ Ｐゴシック" pitchFamily="50" charset="-128"/>
              </a:defRPr>
            </a:lvl5pPr>
            <a:lvl6pPr marL="2603617" indent="-236692" eaLnBrk="0" fontAlgn="base" hangingPunct="0">
              <a:spcBef>
                <a:spcPct val="0"/>
              </a:spcBef>
              <a:spcAft>
                <a:spcPct val="0"/>
              </a:spcAft>
              <a:defRPr kumimoji="1">
                <a:solidFill>
                  <a:schemeClr val="tx1"/>
                </a:solidFill>
                <a:latin typeface="Arial" charset="0"/>
                <a:ea typeface="ＭＳ Ｐゴシック" pitchFamily="50" charset="-128"/>
              </a:defRPr>
            </a:lvl6pPr>
            <a:lvl7pPr marL="3077002" indent="-236692" eaLnBrk="0" fontAlgn="base" hangingPunct="0">
              <a:spcBef>
                <a:spcPct val="0"/>
              </a:spcBef>
              <a:spcAft>
                <a:spcPct val="0"/>
              </a:spcAft>
              <a:defRPr kumimoji="1">
                <a:solidFill>
                  <a:schemeClr val="tx1"/>
                </a:solidFill>
                <a:latin typeface="Arial" charset="0"/>
                <a:ea typeface="ＭＳ Ｐゴシック" pitchFamily="50" charset="-128"/>
              </a:defRPr>
            </a:lvl7pPr>
            <a:lvl8pPr marL="3550387" indent="-236692" eaLnBrk="0" fontAlgn="base" hangingPunct="0">
              <a:spcBef>
                <a:spcPct val="0"/>
              </a:spcBef>
              <a:spcAft>
                <a:spcPct val="0"/>
              </a:spcAft>
              <a:defRPr kumimoji="1">
                <a:solidFill>
                  <a:schemeClr val="tx1"/>
                </a:solidFill>
                <a:latin typeface="Arial" charset="0"/>
                <a:ea typeface="ＭＳ Ｐゴシック" pitchFamily="50" charset="-128"/>
              </a:defRPr>
            </a:lvl8pPr>
            <a:lvl9pPr marL="4023771" indent="-236692"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fld id="{B5393714-0913-4AB8-8801-E53338C57667}" type="slidenum">
              <a:rPr lang="en-US" altLang="ja-JP" smtClean="0"/>
              <a:pPr eaLnBrk="1" hangingPunct="1"/>
              <a:t>7</a:t>
            </a:fld>
            <a:endParaRPr lang="en-US" altLang="ja-JP"/>
          </a:p>
        </p:txBody>
      </p:sp>
      <p:sp>
        <p:nvSpPr>
          <p:cNvPr id="207875" name="Rectangle 2"/>
          <p:cNvSpPr>
            <a:spLocks noGrp="1" noRot="1" noChangeAspect="1" noChangeArrowheads="1" noTextEdit="1"/>
          </p:cNvSpPr>
          <p:nvPr>
            <p:ph type="sldImg"/>
          </p:nvPr>
        </p:nvSpPr>
        <p:spPr>
          <a:ln/>
        </p:spPr>
      </p:sp>
      <p:sp>
        <p:nvSpPr>
          <p:cNvPr id="2078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ja-JP"/>
              <a:t>Chúng ta cần lập kế hoạch để xem sẽ quản lý dự án nh</a:t>
            </a:r>
            <a:r>
              <a:rPr lang="vi-VN" altLang="ja-JP"/>
              <a:t>ư</a:t>
            </a:r>
            <a:r>
              <a:rPr lang="en-US" altLang="ja-JP"/>
              <a:t> thế nào. Ví dụ, hen you try to make schedule of project, you need to plan how to make schedule.</a:t>
            </a:r>
          </a:p>
          <a:p>
            <a:pPr eaLnBrk="1" hangingPunct="1"/>
            <a:r>
              <a:rPr lang="en-US" altLang="ja-JP"/>
              <a:t>  Will you make all project schedule by your own? </a:t>
            </a:r>
          </a:p>
          <a:p>
            <a:pPr eaLnBrk="1" hangingPunct="1">
              <a:buFontTx/>
              <a:buChar char="-"/>
            </a:pPr>
            <a:r>
              <a:rPr lang="en-US" altLang="ja-JP"/>
              <a:t> Will you take a review from project members to modify the schedule? </a:t>
            </a:r>
          </a:p>
          <a:p>
            <a:pPr eaLnBrk="1" hangingPunct="1">
              <a:buFontTx/>
              <a:buChar char="-"/>
            </a:pPr>
            <a:r>
              <a:rPr lang="en-US" altLang="ja-JP"/>
              <a:t> How often will you check the progress of tasks?</a:t>
            </a:r>
          </a:p>
          <a:p>
            <a:pPr eaLnBrk="1" hangingPunct="1">
              <a:buFontTx/>
              <a:buChar char="-"/>
            </a:pPr>
            <a:r>
              <a:rPr lang="en-US" altLang="ja-JP"/>
              <a:t> How should member report you about their progress?</a:t>
            </a:r>
          </a:p>
          <a:p>
            <a:pPr eaLnBrk="1" hangingPunct="1"/>
            <a:endParaRPr lang="en-US" altLang="ja-JP"/>
          </a:p>
          <a:p>
            <a:pPr marL="177519" indent="-177519" eaLnBrk="1" hangingPunct="1">
              <a:buFontTx/>
              <a:buChar char="-"/>
            </a:pPr>
            <a:r>
              <a:rPr lang="en-US" altLang="ja-JP"/>
              <a:t>Bạn sẽ tự mình tạo ra lịch trình cho tất cả các dự án</a:t>
            </a:r>
          </a:p>
          <a:p>
            <a:pPr marL="177519" indent="-177519" eaLnBrk="1" hangingPunct="1">
              <a:buFontTx/>
              <a:buChar char="-"/>
            </a:pPr>
            <a:r>
              <a:rPr lang="en-US" altLang="ja-JP"/>
              <a:t>Bạn sẽ lấy nhận xét từ các thành viên trong dự án và rồi hiệu chỉnh lịch trình</a:t>
            </a:r>
          </a:p>
          <a:p>
            <a:pPr marL="177519" indent="-177519" eaLnBrk="1" hangingPunct="1">
              <a:buFontTx/>
              <a:buChar char="-"/>
            </a:pPr>
            <a:r>
              <a:rPr lang="en-US" altLang="ja-JP"/>
              <a:t>Bạn có kiểm tra tiến độ công việc th</a:t>
            </a:r>
            <a:r>
              <a:rPr lang="vi-VN" altLang="ja-JP"/>
              <a:t>ư</a:t>
            </a:r>
            <a:r>
              <a:rPr lang="en-US" altLang="ja-JP"/>
              <a:t>ờng xuyên không?</a:t>
            </a:r>
          </a:p>
          <a:p>
            <a:pPr marL="177519" indent="-177519" eaLnBrk="1" hangingPunct="1">
              <a:buFontTx/>
              <a:buChar char="-"/>
            </a:pPr>
            <a:r>
              <a:rPr lang="en-US" altLang="ja-JP"/>
              <a:t>Các thành viên báo cáo tiến độ cho bạn nh</a:t>
            </a:r>
            <a:r>
              <a:rPr lang="vi-VN" altLang="ja-JP"/>
              <a:t>ư</a:t>
            </a:r>
            <a:r>
              <a:rPr lang="en-US" altLang="ja-JP"/>
              <a:t> thế nào?</a:t>
            </a:r>
          </a:p>
        </p:txBody>
      </p:sp>
    </p:spTree>
    <p:extLst>
      <p:ext uri="{BB962C8B-B14F-4D97-AF65-F5344CB8AC3E}">
        <p14:creationId xmlns:p14="http://schemas.microsoft.com/office/powerpoint/2010/main" val="27493976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Arial" charset="0"/>
                <a:ea typeface="ＭＳ Ｐゴシック" pitchFamily="50" charset="-128"/>
              </a:defRPr>
            </a:lvl1pPr>
            <a:lvl2pPr marL="769250" indent="-295866" eaLnBrk="0" hangingPunct="0">
              <a:defRPr kumimoji="1">
                <a:solidFill>
                  <a:schemeClr val="tx1"/>
                </a:solidFill>
                <a:latin typeface="Arial" charset="0"/>
                <a:ea typeface="ＭＳ Ｐゴシック" pitchFamily="50" charset="-128"/>
              </a:defRPr>
            </a:lvl2pPr>
            <a:lvl3pPr marL="1183462" indent="-236692" eaLnBrk="0" hangingPunct="0">
              <a:defRPr kumimoji="1">
                <a:solidFill>
                  <a:schemeClr val="tx1"/>
                </a:solidFill>
                <a:latin typeface="Arial" charset="0"/>
                <a:ea typeface="ＭＳ Ｐゴシック" pitchFamily="50" charset="-128"/>
              </a:defRPr>
            </a:lvl3pPr>
            <a:lvl4pPr marL="1656847" indent="-236692" eaLnBrk="0" hangingPunct="0">
              <a:defRPr kumimoji="1">
                <a:solidFill>
                  <a:schemeClr val="tx1"/>
                </a:solidFill>
                <a:latin typeface="Arial" charset="0"/>
                <a:ea typeface="ＭＳ Ｐゴシック" pitchFamily="50" charset="-128"/>
              </a:defRPr>
            </a:lvl4pPr>
            <a:lvl5pPr marL="2130232" indent="-236692" eaLnBrk="0" hangingPunct="0">
              <a:defRPr kumimoji="1">
                <a:solidFill>
                  <a:schemeClr val="tx1"/>
                </a:solidFill>
                <a:latin typeface="Arial" charset="0"/>
                <a:ea typeface="ＭＳ Ｐゴシック" pitchFamily="50" charset="-128"/>
              </a:defRPr>
            </a:lvl5pPr>
            <a:lvl6pPr marL="2603617" indent="-236692" eaLnBrk="0" fontAlgn="base" hangingPunct="0">
              <a:spcBef>
                <a:spcPct val="0"/>
              </a:spcBef>
              <a:spcAft>
                <a:spcPct val="0"/>
              </a:spcAft>
              <a:defRPr kumimoji="1">
                <a:solidFill>
                  <a:schemeClr val="tx1"/>
                </a:solidFill>
                <a:latin typeface="Arial" charset="0"/>
                <a:ea typeface="ＭＳ Ｐゴシック" pitchFamily="50" charset="-128"/>
              </a:defRPr>
            </a:lvl6pPr>
            <a:lvl7pPr marL="3077002" indent="-236692" eaLnBrk="0" fontAlgn="base" hangingPunct="0">
              <a:spcBef>
                <a:spcPct val="0"/>
              </a:spcBef>
              <a:spcAft>
                <a:spcPct val="0"/>
              </a:spcAft>
              <a:defRPr kumimoji="1">
                <a:solidFill>
                  <a:schemeClr val="tx1"/>
                </a:solidFill>
                <a:latin typeface="Arial" charset="0"/>
                <a:ea typeface="ＭＳ Ｐゴシック" pitchFamily="50" charset="-128"/>
              </a:defRPr>
            </a:lvl7pPr>
            <a:lvl8pPr marL="3550387" indent="-236692" eaLnBrk="0" fontAlgn="base" hangingPunct="0">
              <a:spcBef>
                <a:spcPct val="0"/>
              </a:spcBef>
              <a:spcAft>
                <a:spcPct val="0"/>
              </a:spcAft>
              <a:defRPr kumimoji="1">
                <a:solidFill>
                  <a:schemeClr val="tx1"/>
                </a:solidFill>
                <a:latin typeface="Arial" charset="0"/>
                <a:ea typeface="ＭＳ Ｐゴシック" pitchFamily="50" charset="-128"/>
              </a:defRPr>
            </a:lvl8pPr>
            <a:lvl9pPr marL="4023771" indent="-236692"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fld id="{D51118C2-3966-4CBC-959B-5CAA27BEE4F9}" type="slidenum">
              <a:rPr lang="en-US" altLang="ja-JP" smtClean="0"/>
              <a:pPr eaLnBrk="1" hangingPunct="1"/>
              <a:t>9</a:t>
            </a:fld>
            <a:endParaRPr lang="en-US" altLang="ja-JP"/>
          </a:p>
        </p:txBody>
      </p:sp>
      <p:sp>
        <p:nvSpPr>
          <p:cNvPr id="209923" name="Rectangle 2"/>
          <p:cNvSpPr>
            <a:spLocks noGrp="1" noRot="1" noChangeAspect="1" noChangeArrowheads="1" noTextEdit="1"/>
          </p:cNvSpPr>
          <p:nvPr>
            <p:ph type="sldImg"/>
          </p:nvPr>
        </p:nvSpPr>
        <p:spPr>
          <a:xfrm>
            <a:off x="992188" y="765175"/>
            <a:ext cx="5124450" cy="3843338"/>
          </a:xfrm>
          <a:ln/>
        </p:spPr>
      </p:sp>
      <p:sp>
        <p:nvSpPr>
          <p:cNvPr id="209924" name="Rectangle 3"/>
          <p:cNvSpPr>
            <a:spLocks noGrp="1" noChangeArrowheads="1"/>
          </p:cNvSpPr>
          <p:nvPr>
            <p:ph type="body" idx="1"/>
          </p:nvPr>
        </p:nvSpPr>
        <p:spPr>
          <a:xfrm>
            <a:off x="947872" y="4861482"/>
            <a:ext cx="5208321" cy="460811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36692" indent="-236692" eaLnBrk="1" hangingPunct="1"/>
            <a:r>
              <a:rPr lang="ja-JP" altLang="en-US" dirty="0"/>
              <a:t>I</a:t>
            </a:r>
            <a:r>
              <a:rPr lang="en-US" altLang="ja-JP" dirty="0"/>
              <a:t>t is important to distinguish two types of plan in project management. </a:t>
            </a:r>
          </a:p>
          <a:p>
            <a:pPr marL="236692" indent="-236692" eaLnBrk="1" hangingPunct="1">
              <a:buFontTx/>
              <a:buAutoNum type="arabicParenBoth"/>
            </a:pPr>
            <a:r>
              <a:rPr lang="en-US" altLang="ja-JP" dirty="0"/>
              <a:t>Plan for objectives : Scope Statement, Master Schedule, Cost Schedule etc.</a:t>
            </a:r>
          </a:p>
          <a:p>
            <a:pPr marL="236692" indent="-236692" eaLnBrk="1" hangingPunct="1">
              <a:buFontTx/>
              <a:buAutoNum type="arabicParenBoth"/>
            </a:pPr>
            <a:r>
              <a:rPr lang="ja-JP" altLang="en-US" dirty="0"/>
              <a:t>P</a:t>
            </a:r>
            <a:r>
              <a:rPr lang="en-US" altLang="ja-JP" dirty="0" err="1"/>
              <a:t>lan</a:t>
            </a:r>
            <a:r>
              <a:rPr lang="en-US" altLang="ja-JP" dirty="0"/>
              <a:t> for management : Scope Management Plan, Time Management Plan, Cost Management Plan etc.</a:t>
            </a:r>
          </a:p>
          <a:p>
            <a:pPr marL="236692" indent="-236692" eaLnBrk="1" hangingPunct="1"/>
            <a:endParaRPr lang="en-US" altLang="ja-JP" dirty="0"/>
          </a:p>
          <a:p>
            <a:pPr marL="236692" indent="-236692" eaLnBrk="1" hangingPunct="1"/>
            <a:r>
              <a:rPr lang="en-US" altLang="ja-JP" dirty="0" err="1"/>
              <a:t>Cần</a:t>
            </a:r>
            <a:r>
              <a:rPr lang="en-US" altLang="ja-JP" dirty="0"/>
              <a:t> phân </a:t>
            </a:r>
            <a:r>
              <a:rPr lang="en-US" altLang="ja-JP" dirty="0" err="1"/>
              <a:t>biệt</a:t>
            </a:r>
            <a:r>
              <a:rPr lang="en-US" altLang="ja-JP" dirty="0"/>
              <a:t> 2 </a:t>
            </a:r>
            <a:r>
              <a:rPr lang="en-US" altLang="ja-JP" dirty="0" err="1"/>
              <a:t>kiểu</a:t>
            </a:r>
            <a:r>
              <a:rPr lang="en-US" altLang="ja-JP" dirty="0"/>
              <a:t> </a:t>
            </a:r>
            <a:r>
              <a:rPr lang="en-US" altLang="ja-JP" dirty="0" err="1"/>
              <a:t>lập</a:t>
            </a:r>
            <a:r>
              <a:rPr lang="en-US" altLang="ja-JP" dirty="0"/>
              <a:t> kế </a:t>
            </a:r>
            <a:r>
              <a:rPr lang="en-US" altLang="ja-JP" dirty="0" err="1"/>
              <a:t>hoạch</a:t>
            </a:r>
            <a:r>
              <a:rPr lang="en-US" altLang="ja-JP" dirty="0"/>
              <a:t> trong </a:t>
            </a:r>
            <a:r>
              <a:rPr lang="en-US" altLang="ja-JP" dirty="0" err="1"/>
              <a:t>quản</a:t>
            </a:r>
            <a:r>
              <a:rPr lang="en-US" altLang="ja-JP" dirty="0"/>
              <a:t> </a:t>
            </a:r>
            <a:r>
              <a:rPr lang="en-US" altLang="ja-JP" dirty="0" err="1"/>
              <a:t>lý</a:t>
            </a:r>
            <a:r>
              <a:rPr lang="en-US" altLang="ja-JP" dirty="0"/>
              <a:t> </a:t>
            </a:r>
            <a:r>
              <a:rPr lang="en-US" altLang="ja-JP" dirty="0" err="1"/>
              <a:t>dự</a:t>
            </a:r>
            <a:r>
              <a:rPr lang="en-US" altLang="ja-JP" dirty="0"/>
              <a:t> án</a:t>
            </a:r>
          </a:p>
          <a:p>
            <a:pPr marL="236692" indent="-236692" eaLnBrk="1" hangingPunct="1"/>
            <a:r>
              <a:rPr lang="en-US" altLang="ja-JP" dirty="0"/>
              <a:t>(1) </a:t>
            </a:r>
            <a:r>
              <a:rPr lang="en-US" altLang="ja-JP" dirty="0" err="1"/>
              <a:t>Lập</a:t>
            </a:r>
            <a:r>
              <a:rPr lang="en-US" altLang="ja-JP" dirty="0"/>
              <a:t> kế </a:t>
            </a:r>
            <a:r>
              <a:rPr lang="en-US" altLang="ja-JP" dirty="0" err="1"/>
              <a:t>hoạch</a:t>
            </a:r>
            <a:r>
              <a:rPr lang="en-US" altLang="ja-JP" dirty="0"/>
              <a:t> </a:t>
            </a:r>
            <a:r>
              <a:rPr lang="en-US" altLang="ja-JP" dirty="0" err="1"/>
              <a:t>mục</a:t>
            </a:r>
            <a:r>
              <a:rPr lang="en-US" altLang="ja-JP" dirty="0"/>
              <a:t> </a:t>
            </a:r>
            <a:r>
              <a:rPr lang="en-US" altLang="ja-JP" dirty="0" err="1"/>
              <a:t>tiêu</a:t>
            </a:r>
            <a:r>
              <a:rPr lang="en-US" altLang="ja-JP" dirty="0"/>
              <a:t>: Scope Statement, Master Schedule, Cost Schedule etc.</a:t>
            </a:r>
          </a:p>
          <a:p>
            <a:pPr marL="236692" indent="-236692" eaLnBrk="1" hangingPunct="1">
              <a:buFontTx/>
              <a:buAutoNum type="arabicParenBoth"/>
            </a:pPr>
            <a:r>
              <a:rPr lang="en-US" altLang="ja-JP" dirty="0" err="1"/>
              <a:t>Lập</a:t>
            </a:r>
            <a:r>
              <a:rPr lang="en-US" altLang="ja-JP" dirty="0"/>
              <a:t> kế </a:t>
            </a:r>
            <a:r>
              <a:rPr lang="en-US" altLang="ja-JP" dirty="0" err="1"/>
              <a:t>hoạch</a:t>
            </a:r>
            <a:r>
              <a:rPr lang="en-US" altLang="ja-JP" dirty="0"/>
              <a:t> </a:t>
            </a:r>
            <a:r>
              <a:rPr lang="en-US" altLang="ja-JP" dirty="0" err="1"/>
              <a:t>quản</a:t>
            </a:r>
            <a:r>
              <a:rPr lang="en-US" altLang="ja-JP" dirty="0"/>
              <a:t> </a:t>
            </a:r>
            <a:r>
              <a:rPr lang="en-US" altLang="ja-JP" dirty="0" err="1"/>
              <a:t>lý</a:t>
            </a:r>
            <a:r>
              <a:rPr lang="en-US" altLang="ja-JP" dirty="0"/>
              <a:t>:  Scope Management Plan, Time Management Plan, Cost Management Plan etc.</a:t>
            </a:r>
          </a:p>
          <a:p>
            <a:pPr marL="236692" indent="-236692" eaLnBrk="1" hangingPunct="1"/>
            <a:r>
              <a:rPr lang="en-US" altLang="ja-JP" dirty="0" err="1"/>
              <a:t>Chúng</a:t>
            </a:r>
            <a:r>
              <a:rPr lang="en-US" altLang="ja-JP" dirty="0"/>
              <a:t> ta </a:t>
            </a:r>
            <a:r>
              <a:rPr lang="en-US" altLang="ja-JP" dirty="0" err="1"/>
              <a:t>cần</a:t>
            </a:r>
            <a:r>
              <a:rPr lang="en-US" altLang="ja-JP" dirty="0"/>
              <a:t> </a:t>
            </a:r>
            <a:r>
              <a:rPr lang="en-US" altLang="ja-JP" dirty="0" err="1"/>
              <a:t>lập</a:t>
            </a:r>
            <a:r>
              <a:rPr lang="en-US" altLang="ja-JP" dirty="0"/>
              <a:t> kế </a:t>
            </a:r>
            <a:r>
              <a:rPr lang="en-US" altLang="ja-JP" dirty="0" err="1"/>
              <a:t>hoạch</a:t>
            </a:r>
            <a:r>
              <a:rPr lang="en-US" altLang="ja-JP" dirty="0"/>
              <a:t> </a:t>
            </a:r>
            <a:r>
              <a:rPr lang="en-US" altLang="ja-JP" dirty="0" err="1"/>
              <a:t>cho</a:t>
            </a:r>
            <a:r>
              <a:rPr lang="en-US" altLang="ja-JP" dirty="0"/>
              <a:t> </a:t>
            </a:r>
            <a:r>
              <a:rPr lang="en-US" altLang="ja-JP" dirty="0" err="1"/>
              <a:t>cả</a:t>
            </a:r>
            <a:r>
              <a:rPr lang="en-US" altLang="ja-JP" dirty="0"/>
              <a:t> </a:t>
            </a:r>
            <a:r>
              <a:rPr lang="en-US" altLang="ja-JP" dirty="0" err="1"/>
              <a:t>hai</a:t>
            </a:r>
            <a:endParaRPr lang="ja-JP" altLang="en-US" dirty="0"/>
          </a:p>
        </p:txBody>
      </p:sp>
    </p:spTree>
    <p:extLst>
      <p:ext uri="{BB962C8B-B14F-4D97-AF65-F5344CB8AC3E}">
        <p14:creationId xmlns:p14="http://schemas.microsoft.com/office/powerpoint/2010/main" val="24595446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7"/>
          <p:cNvSpPr txBox="1">
            <a:spLocks noGrp="1" noChangeArrowheads="1"/>
          </p:cNvSpPr>
          <p:nvPr/>
        </p:nvSpPr>
        <p:spPr bwMode="auto">
          <a:xfrm>
            <a:off x="4023482" y="9721330"/>
            <a:ext cx="3078924" cy="511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677" tIns="47338" rIns="94677" bIns="47338" anchor="b"/>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algn="r" eaLnBrk="1" hangingPunct="1"/>
            <a:fld id="{3B4D8E79-B9B0-462C-9A0A-85C87E397164}" type="slidenum">
              <a:rPr lang="en-US" altLang="ja-JP" sz="1200"/>
              <a:pPr algn="r" eaLnBrk="1" hangingPunct="1"/>
              <a:t>12</a:t>
            </a:fld>
            <a:endParaRPr lang="en-US" altLang="ja-JP" sz="1200"/>
          </a:p>
        </p:txBody>
      </p:sp>
      <p:sp>
        <p:nvSpPr>
          <p:cNvPr id="208899" name="Rectangle 2"/>
          <p:cNvSpPr>
            <a:spLocks noGrp="1" noRot="1" noChangeAspect="1" noChangeArrowheads="1" noTextEdit="1"/>
          </p:cNvSpPr>
          <p:nvPr>
            <p:ph type="sldImg"/>
          </p:nvPr>
        </p:nvSpPr>
        <p:spPr>
          <a:xfrm>
            <a:off x="992188" y="765175"/>
            <a:ext cx="5124450" cy="3843338"/>
          </a:xfrm>
          <a:ln/>
        </p:spPr>
      </p:sp>
      <p:sp>
        <p:nvSpPr>
          <p:cNvPr id="208900" name="Rectangle 3"/>
          <p:cNvSpPr>
            <a:spLocks noGrp="1" noChangeArrowheads="1"/>
          </p:cNvSpPr>
          <p:nvPr>
            <p:ph type="body" idx="1"/>
          </p:nvPr>
        </p:nvSpPr>
        <p:spPr>
          <a:xfrm>
            <a:off x="947872" y="4861482"/>
            <a:ext cx="5208321" cy="460811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36692" indent="-236692" eaLnBrk="1" hangingPunct="1"/>
            <a:r>
              <a:rPr lang="ja-JP" altLang="en-US"/>
              <a:t>I</a:t>
            </a:r>
            <a:r>
              <a:rPr lang="en-US" altLang="ja-JP"/>
              <a:t>t is not so easy to check the process and act to solve the problem.</a:t>
            </a:r>
          </a:p>
          <a:p>
            <a:pPr marL="236692" indent="-236692" eaLnBrk="1" hangingPunct="1"/>
            <a:r>
              <a:rPr lang="ja-JP" altLang="en-US"/>
              <a:t>I</a:t>
            </a:r>
            <a:r>
              <a:rPr lang="en-US" altLang="ja-JP"/>
              <a:t>n many case, this cycle complete in “Plan – Do – Plan – Do.”</a:t>
            </a:r>
          </a:p>
          <a:p>
            <a:pPr marL="236692" indent="-236692" eaLnBrk="1" hangingPunct="1"/>
            <a:endParaRPr lang="ja-JP" altLang="en-US"/>
          </a:p>
          <a:p>
            <a:pPr marL="236692" indent="-236692" eaLnBrk="1" hangingPunct="1"/>
            <a:r>
              <a:rPr lang="en-US" altLang="ja-JP"/>
              <a:t>The point for check and act is to plan these processes in advance as follows;</a:t>
            </a:r>
          </a:p>
          <a:p>
            <a:pPr marL="236692" indent="-236692" eaLnBrk="1" hangingPunct="1">
              <a:buFontTx/>
              <a:buChar char="-"/>
            </a:pPr>
            <a:r>
              <a:rPr lang="en-US" altLang="ja-JP"/>
              <a:t>Check the progress of each in every Friday.</a:t>
            </a:r>
          </a:p>
          <a:p>
            <a:pPr marL="236692" indent="-236692" eaLnBrk="1" hangingPunct="1">
              <a:buFontTx/>
              <a:buChar char="-"/>
            </a:pPr>
            <a:r>
              <a:rPr lang="en-US" altLang="ja-JP"/>
              <a:t>Only project manager can change the master schedule.</a:t>
            </a:r>
          </a:p>
          <a:p>
            <a:pPr marL="236692" indent="-236692" eaLnBrk="1" hangingPunct="1">
              <a:buFontTx/>
              <a:buChar char="-"/>
            </a:pPr>
            <a:r>
              <a:rPr lang="en-US" altLang="ja-JP"/>
              <a:t>Information of change will be informed by mail as soon as possible. </a:t>
            </a:r>
          </a:p>
          <a:p>
            <a:pPr marL="236692" indent="-236692" eaLnBrk="1" hangingPunct="1"/>
            <a:endParaRPr lang="en-US" altLang="ja-JP"/>
          </a:p>
          <a:p>
            <a:pPr marL="236692" indent="-236692" eaLnBrk="1" hangingPunct="1"/>
            <a:r>
              <a:rPr lang="en-US" altLang="ja-JP"/>
              <a:t>Điểm chính để check và act đ</a:t>
            </a:r>
            <a:r>
              <a:rPr lang="vi-VN" altLang="ja-JP"/>
              <a:t>ư</a:t>
            </a:r>
            <a:r>
              <a:rPr lang="en-US" altLang="ja-JP"/>
              <a:t>ợc lập kế hoạch có thể nh</a:t>
            </a:r>
            <a:r>
              <a:rPr lang="vi-VN" altLang="ja-JP"/>
              <a:t>ư</a:t>
            </a:r>
            <a:r>
              <a:rPr lang="en-US" altLang="ja-JP"/>
              <a:t> sau: </a:t>
            </a:r>
          </a:p>
          <a:p>
            <a:pPr marL="236692" indent="-236692" eaLnBrk="1" hangingPunct="1"/>
            <a:r>
              <a:rPr lang="en-US" altLang="ja-JP"/>
              <a:t>-     Kiểm tra tiến độ vào mỗi thứ sáu</a:t>
            </a:r>
          </a:p>
          <a:p>
            <a:pPr marL="236692" indent="-236692" eaLnBrk="1" hangingPunct="1">
              <a:buFontTx/>
              <a:buChar char="-"/>
            </a:pPr>
            <a:r>
              <a:rPr lang="en-US" altLang="ja-JP"/>
              <a:t>Chỉ có PM mới đ</a:t>
            </a:r>
            <a:r>
              <a:rPr lang="vi-VN" altLang="ja-JP"/>
              <a:t>ư</a:t>
            </a:r>
            <a:r>
              <a:rPr lang="en-US" altLang="ja-JP"/>
              <a:t>ợc quyền thay đổi kế hoạch chính</a:t>
            </a:r>
          </a:p>
          <a:p>
            <a:pPr marL="236692" indent="-236692" eaLnBrk="1" hangingPunct="1">
              <a:buFontTx/>
              <a:buChar char="-"/>
            </a:pPr>
            <a:r>
              <a:rPr lang="en-US" altLang="ja-JP"/>
              <a:t>Các thay đổi sẽ đ</a:t>
            </a:r>
            <a:r>
              <a:rPr lang="vi-VN" altLang="ja-JP"/>
              <a:t>ư</a:t>
            </a:r>
            <a:r>
              <a:rPr lang="en-US" altLang="ja-JP"/>
              <a:t>ợc thông báo bằng email sớm nhất có thể</a:t>
            </a:r>
          </a:p>
        </p:txBody>
      </p:sp>
    </p:spTree>
    <p:extLst>
      <p:ext uri="{BB962C8B-B14F-4D97-AF65-F5344CB8AC3E}">
        <p14:creationId xmlns:p14="http://schemas.microsoft.com/office/powerpoint/2010/main" val="2424698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Arial" charset="0"/>
                <a:ea typeface="ＭＳ Ｐゴシック" pitchFamily="50" charset="-128"/>
              </a:defRPr>
            </a:lvl1pPr>
            <a:lvl2pPr marL="769250" indent="-295866" eaLnBrk="0" hangingPunct="0">
              <a:defRPr kumimoji="1">
                <a:solidFill>
                  <a:schemeClr val="tx1"/>
                </a:solidFill>
                <a:latin typeface="Arial" charset="0"/>
                <a:ea typeface="ＭＳ Ｐゴシック" pitchFamily="50" charset="-128"/>
              </a:defRPr>
            </a:lvl2pPr>
            <a:lvl3pPr marL="1183462" indent="-236692" eaLnBrk="0" hangingPunct="0">
              <a:defRPr kumimoji="1">
                <a:solidFill>
                  <a:schemeClr val="tx1"/>
                </a:solidFill>
                <a:latin typeface="Arial" charset="0"/>
                <a:ea typeface="ＭＳ Ｐゴシック" pitchFamily="50" charset="-128"/>
              </a:defRPr>
            </a:lvl3pPr>
            <a:lvl4pPr marL="1656847" indent="-236692" eaLnBrk="0" hangingPunct="0">
              <a:defRPr kumimoji="1">
                <a:solidFill>
                  <a:schemeClr val="tx1"/>
                </a:solidFill>
                <a:latin typeface="Arial" charset="0"/>
                <a:ea typeface="ＭＳ Ｐゴシック" pitchFamily="50" charset="-128"/>
              </a:defRPr>
            </a:lvl4pPr>
            <a:lvl5pPr marL="2130232" indent="-236692" eaLnBrk="0" hangingPunct="0">
              <a:defRPr kumimoji="1">
                <a:solidFill>
                  <a:schemeClr val="tx1"/>
                </a:solidFill>
                <a:latin typeface="Arial" charset="0"/>
                <a:ea typeface="ＭＳ Ｐゴシック" pitchFamily="50" charset="-128"/>
              </a:defRPr>
            </a:lvl5pPr>
            <a:lvl6pPr marL="2603617" indent="-236692" eaLnBrk="0" fontAlgn="base" hangingPunct="0">
              <a:spcBef>
                <a:spcPct val="0"/>
              </a:spcBef>
              <a:spcAft>
                <a:spcPct val="0"/>
              </a:spcAft>
              <a:defRPr kumimoji="1">
                <a:solidFill>
                  <a:schemeClr val="tx1"/>
                </a:solidFill>
                <a:latin typeface="Arial" charset="0"/>
                <a:ea typeface="ＭＳ Ｐゴシック" pitchFamily="50" charset="-128"/>
              </a:defRPr>
            </a:lvl6pPr>
            <a:lvl7pPr marL="3077002" indent="-236692" eaLnBrk="0" fontAlgn="base" hangingPunct="0">
              <a:spcBef>
                <a:spcPct val="0"/>
              </a:spcBef>
              <a:spcAft>
                <a:spcPct val="0"/>
              </a:spcAft>
              <a:defRPr kumimoji="1">
                <a:solidFill>
                  <a:schemeClr val="tx1"/>
                </a:solidFill>
                <a:latin typeface="Arial" charset="0"/>
                <a:ea typeface="ＭＳ Ｐゴシック" pitchFamily="50" charset="-128"/>
              </a:defRPr>
            </a:lvl7pPr>
            <a:lvl8pPr marL="3550387" indent="-236692" eaLnBrk="0" fontAlgn="base" hangingPunct="0">
              <a:spcBef>
                <a:spcPct val="0"/>
              </a:spcBef>
              <a:spcAft>
                <a:spcPct val="0"/>
              </a:spcAft>
              <a:defRPr kumimoji="1">
                <a:solidFill>
                  <a:schemeClr val="tx1"/>
                </a:solidFill>
                <a:latin typeface="Arial" charset="0"/>
                <a:ea typeface="ＭＳ Ｐゴシック" pitchFamily="50" charset="-128"/>
              </a:defRPr>
            </a:lvl8pPr>
            <a:lvl9pPr marL="4023771" indent="-236692"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fld id="{E22F6839-EC0D-4A8F-9E74-744E60FEEBEE}" type="slidenum">
              <a:rPr lang="en-US" altLang="ja-JP" smtClean="0"/>
              <a:pPr eaLnBrk="1" hangingPunct="1"/>
              <a:t>15</a:t>
            </a:fld>
            <a:endParaRPr lang="en-US" altLang="ja-JP"/>
          </a:p>
        </p:txBody>
      </p:sp>
      <p:sp>
        <p:nvSpPr>
          <p:cNvPr id="210947" name="Rectangle 2"/>
          <p:cNvSpPr>
            <a:spLocks noGrp="1" noRot="1" noChangeAspect="1" noChangeArrowheads="1" noTextEdit="1"/>
          </p:cNvSpPr>
          <p:nvPr>
            <p:ph type="sldImg"/>
          </p:nvPr>
        </p:nvSpPr>
        <p:spPr>
          <a:ln/>
        </p:spPr>
      </p:sp>
      <p:sp>
        <p:nvSpPr>
          <p:cNvPr id="210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ja-JP"/>
              <a:t>Collect Requirements is quite important process because the project goal consist of customer requirements directory. </a:t>
            </a:r>
          </a:p>
          <a:p>
            <a:pPr eaLnBrk="1" hangingPunct="1"/>
            <a:r>
              <a:rPr lang="en-US" altLang="ja-JP"/>
              <a:t>Customer requirements affect project scope, time, cost, quality, and risk. </a:t>
            </a:r>
          </a:p>
          <a:p>
            <a:pPr eaLnBrk="1" hangingPunct="1"/>
            <a:endParaRPr lang="en-US" altLang="ja-JP"/>
          </a:p>
          <a:p>
            <a:pPr eaLnBrk="1" hangingPunct="1"/>
            <a:r>
              <a:rPr lang="en-US" altLang="ja-JP"/>
              <a:t>Việc thu thập yêu cầu là một tiến trình khá quan trọng bởi vì yêu cầu cầu khách hàng là một trong các mục tiêu của dự án</a:t>
            </a:r>
          </a:p>
          <a:p>
            <a:pPr defTabSz="946770" eaLnBrk="1" hangingPunct="1">
              <a:defRPr/>
            </a:pPr>
            <a:r>
              <a:rPr lang="en-US" altLang="ja-JP"/>
              <a:t>Yêu cầu khách hàng ảnh h</a:t>
            </a:r>
            <a:r>
              <a:rPr lang="vi-VN" altLang="ja-JP"/>
              <a:t>ư</a:t>
            </a:r>
            <a:r>
              <a:rPr lang="en-US" altLang="ja-JP"/>
              <a:t>ởng tới phạm vi, thời gian, chi phí, chất l</a:t>
            </a:r>
            <a:r>
              <a:rPr lang="vi-VN" altLang="ja-JP"/>
              <a:t>ư</a:t>
            </a:r>
            <a:r>
              <a:rPr lang="en-US" altLang="ja-JP"/>
              <a:t>ợng, rủi ro của dự án. </a:t>
            </a:r>
          </a:p>
          <a:p>
            <a:pPr eaLnBrk="1" hangingPunct="1"/>
            <a:r>
              <a:rPr lang="en-US" altLang="ja-JP"/>
              <a:t>  </a:t>
            </a:r>
            <a:r>
              <a:rPr lang="en-US" altLang="ja-JP">
                <a:solidFill>
                  <a:srgbClr val="FF0000"/>
                </a:solidFill>
              </a:rPr>
              <a:t>WBS deliverables: Work Breakdown Structure. Deliverables.</a:t>
            </a:r>
          </a:p>
          <a:p>
            <a:pPr eaLnBrk="1" hangingPunct="1"/>
            <a:endParaRPr lang="en-US" altLang="ja-JP"/>
          </a:p>
          <a:p>
            <a:pPr eaLnBrk="1" hangingPunct="1"/>
            <a:r>
              <a:rPr lang="en-US" altLang="ja-JP"/>
              <a:t> </a:t>
            </a:r>
          </a:p>
          <a:p>
            <a:pPr eaLnBrk="1" hangingPunct="1"/>
            <a:r>
              <a:rPr lang="en-US" altLang="ja-JP"/>
              <a:t> </a:t>
            </a:r>
            <a:endParaRPr lang="ja-JP" altLang="ja-JP"/>
          </a:p>
        </p:txBody>
      </p:sp>
    </p:spTree>
    <p:extLst>
      <p:ext uri="{BB962C8B-B14F-4D97-AF65-F5344CB8AC3E}">
        <p14:creationId xmlns:p14="http://schemas.microsoft.com/office/powerpoint/2010/main" val="38850619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7"/>
          <p:cNvSpPr txBox="1">
            <a:spLocks noGrp="1" noChangeArrowheads="1"/>
          </p:cNvSpPr>
          <p:nvPr/>
        </p:nvSpPr>
        <p:spPr bwMode="auto">
          <a:xfrm>
            <a:off x="4023482" y="9721330"/>
            <a:ext cx="3078924" cy="511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677" tIns="47338" rIns="94677" bIns="47338" anchor="b"/>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algn="r" eaLnBrk="1" hangingPunct="1"/>
            <a:fld id="{62F1C0A1-69D9-4ED6-A7C7-9AE3D93CDBFA}" type="slidenum">
              <a:rPr lang="en-US" altLang="ja-JP" sz="1200"/>
              <a:pPr algn="r" eaLnBrk="1" hangingPunct="1"/>
              <a:t>16</a:t>
            </a:fld>
            <a:endParaRPr lang="en-US" altLang="ja-JP" sz="1200"/>
          </a:p>
        </p:txBody>
      </p:sp>
      <p:sp>
        <p:nvSpPr>
          <p:cNvPr id="211971" name="Rectangle 2"/>
          <p:cNvSpPr>
            <a:spLocks noGrp="1" noRot="1" noChangeAspect="1" noChangeArrowheads="1" noTextEdit="1"/>
          </p:cNvSpPr>
          <p:nvPr>
            <p:ph type="sldImg"/>
          </p:nvPr>
        </p:nvSpPr>
        <p:spPr>
          <a:ln/>
        </p:spPr>
      </p:sp>
      <p:sp>
        <p:nvSpPr>
          <p:cNvPr id="2119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ja-JP" altLang="en-US"/>
              <a:t>  </a:t>
            </a:r>
            <a:r>
              <a:rPr lang="en-US" altLang="ja-JP"/>
              <a:t>To collect requirements effectively, some kind of interview skills are needed. Interview skills are formal or informal approach to take information from stakeholders by asking to them directly. An interview skill consists of a listening skills based on coaching, and the other questioning.</a:t>
            </a:r>
          </a:p>
          <a:p>
            <a:r>
              <a:rPr lang="en-US" altLang="ja-JP"/>
              <a:t>Để thu thập yêu cầu hiệu quả, các kỹ năng phỏng vấn là rất cần thiết. Kỹ năng này bao gồm các cách tiếp cận chính thống và phi chính thống để có đ</a:t>
            </a:r>
            <a:r>
              <a:rPr lang="vi-VN" altLang="ja-JP"/>
              <a:t>ư</a:t>
            </a:r>
            <a:r>
              <a:rPr lang="en-US" altLang="ja-JP"/>
              <a:t>ợc thông tin từ stackholder bằng cách hỏi họ trực tiếp. Kỹ năng phỏng vấn phỏng vấn bao gồm kỹ năng lắng nghe (phải dựa trên tập luyện dần dần) và các kỹ năng hỏi khác.</a:t>
            </a:r>
          </a:p>
          <a:p>
            <a:r>
              <a:rPr lang="en-US" altLang="ja-JP"/>
              <a:t>Cf.</a:t>
            </a:r>
          </a:p>
        </p:txBody>
      </p:sp>
    </p:spTree>
    <p:extLst>
      <p:ext uri="{BB962C8B-B14F-4D97-AF65-F5344CB8AC3E}">
        <p14:creationId xmlns:p14="http://schemas.microsoft.com/office/powerpoint/2010/main" val="42325709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Wingdings" pitchFamily="2" charset="2"/>
              <a:buChar char="Ø"/>
            </a:pPr>
            <a:r>
              <a:rPr lang="en-US" altLang="ja-JP" b="1"/>
              <a:t> Focus group : </a:t>
            </a:r>
            <a:br>
              <a:rPr lang="en-US" altLang="ja-JP" b="1"/>
            </a:br>
            <a:r>
              <a:rPr lang="en-US" altLang="ja-JP" b="1"/>
              <a:t> </a:t>
            </a:r>
            <a:r>
              <a:rPr lang="en-US" altLang="ja-JP"/>
              <a:t>Focus groups bring together clients to learn about their expectations and attitudes about the project. A trained facilitator guides the group through an interactive discussion, designed to be more conversational than a one-on-one interview.</a:t>
            </a:r>
          </a:p>
          <a:p>
            <a:pPr>
              <a:buFont typeface="Wingdings" pitchFamily="2" charset="2"/>
              <a:buChar char="Ø"/>
            </a:pPr>
            <a:r>
              <a:rPr lang="en-US">
                <a:hlinkClick r:id="rId3"/>
              </a:rPr>
              <a:t>https://business.tutsplus.com/vi/tutorials/how-to-create-focus-groups--cms-30956</a:t>
            </a:r>
            <a:endParaRPr lang="en-US" altLang="ja-JP"/>
          </a:p>
          <a:p>
            <a:pPr>
              <a:buFontTx/>
              <a:buChar char="•"/>
            </a:pPr>
            <a:endParaRPr lang="en-US" altLang="ja-JP"/>
          </a:p>
          <a:p>
            <a:pPr>
              <a:buFont typeface="Wingdings" pitchFamily="2" charset="2"/>
              <a:buChar char="Ø"/>
            </a:pPr>
            <a:r>
              <a:rPr lang="en-US" altLang="ja-JP"/>
              <a:t> </a:t>
            </a:r>
            <a:r>
              <a:rPr lang="en-US" altLang="ja-JP" b="1"/>
              <a:t>Facilitated Workshops :</a:t>
            </a:r>
            <a:r>
              <a:rPr lang="en-US" altLang="ja-JP"/>
              <a:t> </a:t>
            </a:r>
            <a:br>
              <a:rPr lang="en-US" altLang="ja-JP"/>
            </a:br>
            <a:r>
              <a:rPr lang="en-US" altLang="ja-JP"/>
              <a:t> Requirements workshops are focused sessions that bring key cross-functional stakeholders together to define product requirements.</a:t>
            </a:r>
          </a:p>
          <a:p>
            <a:r>
              <a:rPr lang="en-US" altLang="ja-JP"/>
              <a:t> </a:t>
            </a:r>
          </a:p>
          <a:p>
            <a:endParaRPr lang="en-US"/>
          </a:p>
        </p:txBody>
      </p:sp>
      <p:sp>
        <p:nvSpPr>
          <p:cNvPr id="4" name="Slide Number Placeholder 3"/>
          <p:cNvSpPr>
            <a:spLocks noGrp="1"/>
          </p:cNvSpPr>
          <p:nvPr>
            <p:ph type="sldNum" sz="quarter" idx="5"/>
          </p:nvPr>
        </p:nvSpPr>
        <p:spPr/>
        <p:txBody>
          <a:bodyPr/>
          <a:lstStyle/>
          <a:p>
            <a:pPr>
              <a:defRPr/>
            </a:pPr>
            <a:fld id="{97D7FA3A-5536-45A3-AD1B-D3654E18C7DB}" type="slidenum">
              <a:rPr lang="en-US" altLang="ja-JP" smtClean="0"/>
              <a:pPr>
                <a:defRPr/>
              </a:pPr>
              <a:t>17</a:t>
            </a:fld>
            <a:endParaRPr lang="en-US" altLang="ja-JP"/>
          </a:p>
        </p:txBody>
      </p:sp>
    </p:spTree>
    <p:extLst>
      <p:ext uri="{BB962C8B-B14F-4D97-AF65-F5344CB8AC3E}">
        <p14:creationId xmlns:p14="http://schemas.microsoft.com/office/powerpoint/2010/main" val="10976154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7"/>
          <p:cNvSpPr txBox="1">
            <a:spLocks noGrp="1" noChangeArrowheads="1"/>
          </p:cNvSpPr>
          <p:nvPr/>
        </p:nvSpPr>
        <p:spPr bwMode="auto">
          <a:xfrm>
            <a:off x="4023482" y="9721330"/>
            <a:ext cx="3078924" cy="511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677" tIns="47338" rIns="94677" bIns="47338" anchor="b"/>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algn="r" eaLnBrk="1" hangingPunct="1"/>
            <a:fld id="{EC17F43C-28D9-4CA7-A07C-142E517BF4AC}" type="slidenum">
              <a:rPr lang="en-US" altLang="ja-JP" sz="1200"/>
              <a:pPr algn="r" eaLnBrk="1" hangingPunct="1"/>
              <a:t>18</a:t>
            </a:fld>
            <a:endParaRPr lang="en-US" altLang="ja-JP" sz="1200"/>
          </a:p>
        </p:txBody>
      </p:sp>
      <p:sp>
        <p:nvSpPr>
          <p:cNvPr id="212995" name="Rectangle 2"/>
          <p:cNvSpPr>
            <a:spLocks noGrp="1" noRot="1" noChangeAspect="1" noChangeArrowheads="1" noTextEdit="1"/>
          </p:cNvSpPr>
          <p:nvPr>
            <p:ph type="sldImg"/>
          </p:nvPr>
        </p:nvSpPr>
        <p:spPr>
          <a:ln/>
        </p:spPr>
      </p:sp>
      <p:sp>
        <p:nvSpPr>
          <p:cNvPr id="2129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ja-JP"/>
              <a:t>Bằng cách sử dụng câu hỏi mở</a:t>
            </a:r>
          </a:p>
          <a:p>
            <a:pPr>
              <a:buFontTx/>
              <a:buChar char="•"/>
            </a:pPr>
            <a:r>
              <a:rPr lang="en-US" altLang="ja-JP"/>
              <a:t>Ng</a:t>
            </a:r>
            <a:r>
              <a:rPr lang="vi-VN" altLang="ja-JP"/>
              <a:t>ư</a:t>
            </a:r>
            <a:r>
              <a:rPr lang="en-US" altLang="ja-JP"/>
              <a:t>ời đ</a:t>
            </a:r>
            <a:r>
              <a:rPr lang="vi-VN" altLang="ja-JP"/>
              <a:t>ư</a:t>
            </a:r>
            <a:r>
              <a:rPr lang="en-US" altLang="ja-JP"/>
              <a:t>ợc hỏi sẽ cho bạn biết về quản điểm và cảm nhận thực tế của họ </a:t>
            </a:r>
          </a:p>
          <a:p>
            <a:pPr>
              <a:buFontTx/>
              <a:buChar char="•"/>
            </a:pPr>
            <a:r>
              <a:rPr lang="en-US" altLang="ja-JP"/>
              <a:t>Sẽ thu thập đ</a:t>
            </a:r>
            <a:r>
              <a:rPr lang="vi-VN" altLang="ja-JP"/>
              <a:t>ư</a:t>
            </a:r>
            <a:r>
              <a:rPr lang="en-US" altLang="ja-JP"/>
              <a:t>ợc nhiều thông tin h</a:t>
            </a:r>
            <a:r>
              <a:rPr lang="vi-VN" altLang="ja-JP"/>
              <a:t>ơ</a:t>
            </a:r>
            <a:r>
              <a:rPr lang="en-US" altLang="ja-JP"/>
              <a:t>n</a:t>
            </a:r>
          </a:p>
          <a:p>
            <a:pPr eaLnBrk="1" hangingPunct="1"/>
            <a:endParaRPr lang="en-US" altLang="ja-JP"/>
          </a:p>
          <a:p>
            <a:pPr eaLnBrk="1" hangingPunct="1"/>
            <a:r>
              <a:rPr lang="en-US" altLang="ja-JP"/>
              <a:t>Có thể bắt đầu bằng câu hỏi mở, sau đó lấy thêm thông tin bằng câu hỏi đóng</a:t>
            </a:r>
          </a:p>
          <a:p>
            <a:pPr eaLnBrk="1" hangingPunct="1"/>
            <a:r>
              <a:rPr lang="ja-JP" altLang="en-US"/>
              <a:t>“</a:t>
            </a:r>
            <a:r>
              <a:rPr lang="en-US" altLang="ja-JP"/>
              <a:t>Bạn có thấy mạng máy tính hiện h</a:t>
            </a:r>
            <a:r>
              <a:rPr lang="vi-VN" altLang="ja-JP"/>
              <a:t>ơ</a:t>
            </a:r>
            <a:r>
              <a:rPr lang="en-US" altLang="ja-JP"/>
              <a:t>i chậm không?” </a:t>
            </a:r>
          </a:p>
          <a:p>
            <a:pPr eaLnBrk="1" hangingPunct="1"/>
            <a:r>
              <a:rPr lang="en-US" altLang="ja-JP"/>
              <a:t>“Uh đúng đấy.”</a:t>
            </a:r>
          </a:p>
          <a:p>
            <a:pPr eaLnBrk="1" hangingPunct="1"/>
            <a:r>
              <a:rPr lang="en-US" altLang="ja-JP"/>
              <a:t>“Oh, lúc nào vậy, hoặc là khi dùng làm gì?”</a:t>
            </a:r>
            <a:endParaRPr lang="ja-JP" altLang="ja-JP"/>
          </a:p>
          <a:p>
            <a:pPr eaLnBrk="1" hangingPunct="1"/>
            <a:endParaRPr lang="en-US" altLang="ja-JP"/>
          </a:p>
          <a:p>
            <a:pPr eaLnBrk="1" hangingPunct="1"/>
            <a:endParaRPr lang="en-US" altLang="ja-JP"/>
          </a:p>
          <a:p>
            <a:pPr eaLnBrk="1" hangingPunct="1"/>
            <a:endParaRPr lang="ja-JP" altLang="en-US"/>
          </a:p>
          <a:p>
            <a:pPr eaLnBrk="1" hangingPunct="1"/>
            <a:r>
              <a:rPr lang="en-US" altLang="ja-JP"/>
              <a:t>You can use closed question at first to pull out the information with subsequence open question like this;</a:t>
            </a:r>
          </a:p>
          <a:p>
            <a:pPr eaLnBrk="1" hangingPunct="1"/>
            <a:r>
              <a:rPr lang="ja-JP" altLang="en-US"/>
              <a:t>“</a:t>
            </a:r>
            <a:r>
              <a:rPr lang="en-US" altLang="ja-JP"/>
              <a:t>Do you complain about the current network system?” </a:t>
            </a:r>
          </a:p>
          <a:p>
            <a:pPr eaLnBrk="1" hangingPunct="1"/>
            <a:r>
              <a:rPr lang="en-US" altLang="ja-JP"/>
              <a:t>“Yes, exactly.”</a:t>
            </a:r>
          </a:p>
          <a:p>
            <a:pPr eaLnBrk="1" hangingPunct="1"/>
            <a:r>
              <a:rPr lang="en-US" altLang="ja-JP"/>
              <a:t>“Oh, which part?”</a:t>
            </a:r>
            <a:endParaRPr lang="ja-JP" altLang="ja-JP"/>
          </a:p>
          <a:p>
            <a:pPr>
              <a:buFontTx/>
              <a:buNone/>
            </a:pPr>
            <a:endParaRPr lang="en-US" altLang="ja-JP"/>
          </a:p>
          <a:p>
            <a:pPr>
              <a:buFontTx/>
              <a:buChar char="•"/>
            </a:pPr>
            <a:endParaRPr lang="en-US" altLang="ja-JP"/>
          </a:p>
          <a:p>
            <a:pPr eaLnBrk="1" hangingPunct="1"/>
            <a:r>
              <a:rPr lang="en-US" altLang="ja-JP"/>
              <a:t>By using open questions</a:t>
            </a:r>
          </a:p>
          <a:p>
            <a:pPr>
              <a:buFontTx/>
              <a:buChar char="•"/>
            </a:pPr>
            <a:r>
              <a:rPr lang="en-US" altLang="ja-JP"/>
              <a:t>They will give you opinions and feelings as well as facts. </a:t>
            </a:r>
          </a:p>
          <a:p>
            <a:pPr eaLnBrk="1" hangingPunct="1">
              <a:buFontTx/>
              <a:buChar char="•"/>
            </a:pPr>
            <a:r>
              <a:rPr lang="en-US" altLang="ja-JP"/>
              <a:t>You may get much more information than using closed question only.</a:t>
            </a:r>
          </a:p>
          <a:p>
            <a:pPr eaLnBrk="1" hangingPunct="1"/>
            <a:endParaRPr lang="ja-JP" altLang="en-US"/>
          </a:p>
          <a:p>
            <a:pPr eaLnBrk="1" hangingPunct="1"/>
            <a:r>
              <a:rPr lang="en-US" altLang="ja-JP"/>
              <a:t>By using closed questions;</a:t>
            </a:r>
            <a:endParaRPr lang="ja-JP" altLang="en-US"/>
          </a:p>
          <a:p>
            <a:pPr>
              <a:buFontTx/>
              <a:buChar char="•"/>
            </a:pPr>
            <a:r>
              <a:rPr lang="ja-JP" altLang="en-US"/>
              <a:t>They </a:t>
            </a:r>
            <a:r>
              <a:rPr lang="en-US" altLang="ja-JP"/>
              <a:t>will </a:t>
            </a:r>
            <a:r>
              <a:rPr lang="ja-JP" altLang="en-US"/>
              <a:t>give you facts.  </a:t>
            </a:r>
          </a:p>
          <a:p>
            <a:pPr>
              <a:buFontTx/>
              <a:buChar char="•"/>
            </a:pPr>
            <a:r>
              <a:rPr lang="ja-JP" altLang="en-US"/>
              <a:t>They </a:t>
            </a:r>
            <a:r>
              <a:rPr lang="en-US" altLang="ja-JP"/>
              <a:t>will be</a:t>
            </a:r>
            <a:r>
              <a:rPr lang="ja-JP" altLang="en-US"/>
              <a:t> easy to answer. </a:t>
            </a:r>
          </a:p>
          <a:p>
            <a:pPr>
              <a:buFontTx/>
              <a:buChar char="•"/>
            </a:pPr>
            <a:r>
              <a:rPr lang="ja-JP" altLang="en-US"/>
              <a:t>They </a:t>
            </a:r>
            <a:r>
              <a:rPr lang="en-US" altLang="ja-JP"/>
              <a:t>will be</a:t>
            </a:r>
            <a:r>
              <a:rPr lang="ja-JP" altLang="en-US"/>
              <a:t> quick to answer. </a:t>
            </a:r>
          </a:p>
          <a:p>
            <a:pPr eaLnBrk="1" hangingPunct="1"/>
            <a:endParaRPr lang="ja-JP" altLang="en-US"/>
          </a:p>
          <a:p>
            <a:pPr eaLnBrk="1" hangingPunct="1"/>
            <a:r>
              <a:rPr lang="en-US" altLang="ja-JP"/>
              <a:t>You can use closed question at first to pull out the information with subsequence open question like this;</a:t>
            </a:r>
          </a:p>
          <a:p>
            <a:pPr eaLnBrk="1" hangingPunct="1"/>
            <a:r>
              <a:rPr lang="ja-JP" altLang="en-US"/>
              <a:t>“</a:t>
            </a:r>
            <a:r>
              <a:rPr lang="en-US" altLang="ja-JP"/>
              <a:t>Do you complain about the current network system?” </a:t>
            </a:r>
          </a:p>
          <a:p>
            <a:pPr eaLnBrk="1" hangingPunct="1"/>
            <a:r>
              <a:rPr lang="en-US" altLang="ja-JP"/>
              <a:t>“Yes, exactly.”</a:t>
            </a:r>
          </a:p>
          <a:p>
            <a:pPr eaLnBrk="1" hangingPunct="1"/>
            <a:r>
              <a:rPr lang="en-US" altLang="ja-JP"/>
              <a:t>“Oh, which part?”</a:t>
            </a:r>
            <a:endParaRPr lang="ja-JP" altLang="ja-JP"/>
          </a:p>
        </p:txBody>
      </p:sp>
    </p:spTree>
    <p:extLst>
      <p:ext uri="{BB962C8B-B14F-4D97-AF65-F5344CB8AC3E}">
        <p14:creationId xmlns:p14="http://schemas.microsoft.com/office/powerpoint/2010/main" val="24609582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7"/>
          <p:cNvSpPr txBox="1">
            <a:spLocks noGrp="1" noChangeArrowheads="1"/>
          </p:cNvSpPr>
          <p:nvPr/>
        </p:nvSpPr>
        <p:spPr bwMode="auto">
          <a:xfrm>
            <a:off x="4023482" y="9721330"/>
            <a:ext cx="3078924" cy="511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677" tIns="47338" rIns="94677" bIns="47338" anchor="b"/>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algn="r" eaLnBrk="1" hangingPunct="1"/>
            <a:fld id="{F64806D9-8025-46F2-82C9-923EA1C4E3F4}" type="slidenum">
              <a:rPr lang="en-US" altLang="ja-JP" sz="1200"/>
              <a:pPr algn="r" eaLnBrk="1" hangingPunct="1"/>
              <a:t>19</a:t>
            </a:fld>
            <a:endParaRPr lang="en-US" altLang="ja-JP" sz="1200"/>
          </a:p>
        </p:txBody>
      </p:sp>
      <p:sp>
        <p:nvSpPr>
          <p:cNvPr id="214019" name="Rectangle 2"/>
          <p:cNvSpPr>
            <a:spLocks noGrp="1" noRot="1" noChangeAspect="1" noChangeArrowheads="1" noTextEdit="1"/>
          </p:cNvSpPr>
          <p:nvPr>
            <p:ph type="sldImg"/>
          </p:nvPr>
        </p:nvSpPr>
        <p:spPr>
          <a:ln/>
        </p:spPr>
      </p:sp>
      <p:sp>
        <p:nvSpPr>
          <p:cNvPr id="2140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769250" lvl="1" indent="-295866" eaLnBrk="1" hangingPunct="1">
              <a:buClr>
                <a:schemeClr val="tx1"/>
              </a:buClr>
            </a:pPr>
            <a:r>
              <a:rPr lang="en-US" altLang="ja-JP"/>
              <a:t>Based on the basic attitude of active listening, it is effective for you to use the additional communication skills as follows;</a:t>
            </a:r>
          </a:p>
          <a:p>
            <a:pPr marL="769250" lvl="1" indent="-295866" eaLnBrk="1" hangingPunct="1">
              <a:buClr>
                <a:schemeClr val="tx1"/>
              </a:buClr>
            </a:pPr>
            <a:endParaRPr lang="en-US" altLang="ja-JP"/>
          </a:p>
          <a:p>
            <a:pPr marL="769250" lvl="1" indent="-295866" eaLnBrk="1" hangingPunct="1">
              <a:buClr>
                <a:schemeClr val="tx1"/>
              </a:buClr>
            </a:pPr>
            <a:r>
              <a:rPr lang="en-US" altLang="ja-JP"/>
              <a:t>Mirroring : A behavior characterized by copying clients while communicating with them. </a:t>
            </a:r>
          </a:p>
          <a:p>
            <a:pPr marL="769250" lvl="1" indent="-295866" eaLnBrk="1" hangingPunct="1">
              <a:buClr>
                <a:schemeClr val="tx1"/>
              </a:buClr>
            </a:pPr>
            <a:endParaRPr lang="en-US" altLang="ja-JP"/>
          </a:p>
          <a:p>
            <a:pPr marL="769250" lvl="1" indent="-295866" eaLnBrk="1" hangingPunct="1">
              <a:buClr>
                <a:schemeClr val="tx1"/>
              </a:buClr>
            </a:pPr>
            <a:r>
              <a:rPr lang="en-US" altLang="ja-JP"/>
              <a:t>Tuning : A behavior to pace your emotions to clients.</a:t>
            </a:r>
          </a:p>
          <a:p>
            <a:pPr marL="769250" lvl="1" indent="-295866" eaLnBrk="1" hangingPunct="1">
              <a:buClr>
                <a:schemeClr val="tx1"/>
              </a:buClr>
            </a:pPr>
            <a:endParaRPr lang="en-US" altLang="ja-JP"/>
          </a:p>
          <a:p>
            <a:pPr marL="769250" lvl="1" indent="-295866" eaLnBrk="1" hangingPunct="1">
              <a:buClr>
                <a:schemeClr val="tx1"/>
              </a:buClr>
            </a:pPr>
            <a:r>
              <a:rPr lang="en-US" altLang="ja-JP"/>
              <a:t>Reflecting : Reflect the phrase what your client said. (Compare next two examples.)</a:t>
            </a:r>
          </a:p>
          <a:p>
            <a:pPr marL="769250" lvl="1" indent="-295866" eaLnBrk="1" hangingPunct="1">
              <a:buClr>
                <a:schemeClr val="tx1"/>
              </a:buClr>
            </a:pPr>
            <a:r>
              <a:rPr lang="en-US" altLang="ja-JP"/>
              <a:t>		“It is cold these days, isn’t it?” “Yes”</a:t>
            </a:r>
          </a:p>
          <a:p>
            <a:pPr marL="769250" lvl="1" indent="-295866" eaLnBrk="1" hangingPunct="1">
              <a:buClr>
                <a:schemeClr val="tx1"/>
              </a:buClr>
            </a:pPr>
            <a:r>
              <a:rPr lang="en-US" altLang="ja-JP"/>
              <a:t>		“It is cold these days, isn’t it?” “Yes, it is cold, day by day.”</a:t>
            </a:r>
          </a:p>
          <a:p>
            <a:pPr marL="769250" lvl="1" indent="-295866" eaLnBrk="1" hangingPunct="1">
              <a:buClr>
                <a:schemeClr val="tx1"/>
              </a:buClr>
            </a:pPr>
            <a:endParaRPr lang="en-US" altLang="ja-JP"/>
          </a:p>
          <a:p>
            <a:pPr marL="769250" lvl="1" indent="-295866" eaLnBrk="1" hangingPunct="1">
              <a:buClr>
                <a:schemeClr val="tx1"/>
              </a:buClr>
            </a:pPr>
            <a:r>
              <a:rPr lang="en-US" altLang="ja-JP"/>
              <a:t> </a:t>
            </a:r>
          </a:p>
          <a:p>
            <a:endParaRPr lang="en-US" altLang="ja-JP">
              <a:ea typeface="ＭＳ Ｐゴシック" pitchFamily="50" charset="-128"/>
            </a:endParaRPr>
          </a:p>
          <a:p>
            <a:pPr eaLnBrk="1" hangingPunct="1"/>
            <a:endParaRPr lang="ja-JP" altLang="ja-JP"/>
          </a:p>
        </p:txBody>
      </p:sp>
    </p:spTree>
    <p:extLst>
      <p:ext uri="{BB962C8B-B14F-4D97-AF65-F5344CB8AC3E}">
        <p14:creationId xmlns:p14="http://schemas.microsoft.com/office/powerpoint/2010/main" val="27952844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97D7FA3A-5536-45A3-AD1B-D3654E18C7DB}" type="slidenum">
              <a:rPr lang="en-US" altLang="ja-JP" smtClean="0"/>
              <a:pPr>
                <a:defRPr/>
              </a:pPr>
              <a:t>20</a:t>
            </a:fld>
            <a:endParaRPr lang="en-US" altLang="ja-JP"/>
          </a:p>
        </p:txBody>
      </p:sp>
    </p:spTree>
    <p:extLst>
      <p:ext uri="{BB962C8B-B14F-4D97-AF65-F5344CB8AC3E}">
        <p14:creationId xmlns:p14="http://schemas.microsoft.com/office/powerpoint/2010/main" val="32110600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Arial" charset="0"/>
                <a:ea typeface="ＭＳ Ｐゴシック" pitchFamily="50" charset="-128"/>
              </a:defRPr>
            </a:lvl1pPr>
            <a:lvl2pPr marL="769250" indent="-295866" eaLnBrk="0" hangingPunct="0">
              <a:defRPr kumimoji="1">
                <a:solidFill>
                  <a:schemeClr val="tx1"/>
                </a:solidFill>
                <a:latin typeface="Arial" charset="0"/>
                <a:ea typeface="ＭＳ Ｐゴシック" pitchFamily="50" charset="-128"/>
              </a:defRPr>
            </a:lvl2pPr>
            <a:lvl3pPr marL="1183462" indent="-236692" eaLnBrk="0" hangingPunct="0">
              <a:defRPr kumimoji="1">
                <a:solidFill>
                  <a:schemeClr val="tx1"/>
                </a:solidFill>
                <a:latin typeface="Arial" charset="0"/>
                <a:ea typeface="ＭＳ Ｐゴシック" pitchFamily="50" charset="-128"/>
              </a:defRPr>
            </a:lvl3pPr>
            <a:lvl4pPr marL="1656847" indent="-236692" eaLnBrk="0" hangingPunct="0">
              <a:defRPr kumimoji="1">
                <a:solidFill>
                  <a:schemeClr val="tx1"/>
                </a:solidFill>
                <a:latin typeface="Arial" charset="0"/>
                <a:ea typeface="ＭＳ Ｐゴシック" pitchFamily="50" charset="-128"/>
              </a:defRPr>
            </a:lvl4pPr>
            <a:lvl5pPr marL="2130232" indent="-236692" eaLnBrk="0" hangingPunct="0">
              <a:defRPr kumimoji="1">
                <a:solidFill>
                  <a:schemeClr val="tx1"/>
                </a:solidFill>
                <a:latin typeface="Arial" charset="0"/>
                <a:ea typeface="ＭＳ Ｐゴシック" pitchFamily="50" charset="-128"/>
              </a:defRPr>
            </a:lvl5pPr>
            <a:lvl6pPr marL="2603617" indent="-236692" eaLnBrk="0" fontAlgn="base" hangingPunct="0">
              <a:spcBef>
                <a:spcPct val="0"/>
              </a:spcBef>
              <a:spcAft>
                <a:spcPct val="0"/>
              </a:spcAft>
              <a:defRPr kumimoji="1">
                <a:solidFill>
                  <a:schemeClr val="tx1"/>
                </a:solidFill>
                <a:latin typeface="Arial" charset="0"/>
                <a:ea typeface="ＭＳ Ｐゴシック" pitchFamily="50" charset="-128"/>
              </a:defRPr>
            </a:lvl6pPr>
            <a:lvl7pPr marL="3077002" indent="-236692" eaLnBrk="0" fontAlgn="base" hangingPunct="0">
              <a:spcBef>
                <a:spcPct val="0"/>
              </a:spcBef>
              <a:spcAft>
                <a:spcPct val="0"/>
              </a:spcAft>
              <a:defRPr kumimoji="1">
                <a:solidFill>
                  <a:schemeClr val="tx1"/>
                </a:solidFill>
                <a:latin typeface="Arial" charset="0"/>
                <a:ea typeface="ＭＳ Ｐゴシック" pitchFamily="50" charset="-128"/>
              </a:defRPr>
            </a:lvl7pPr>
            <a:lvl8pPr marL="3550387" indent="-236692" eaLnBrk="0" fontAlgn="base" hangingPunct="0">
              <a:spcBef>
                <a:spcPct val="0"/>
              </a:spcBef>
              <a:spcAft>
                <a:spcPct val="0"/>
              </a:spcAft>
              <a:defRPr kumimoji="1">
                <a:solidFill>
                  <a:schemeClr val="tx1"/>
                </a:solidFill>
                <a:latin typeface="Arial" charset="0"/>
                <a:ea typeface="ＭＳ Ｐゴシック" pitchFamily="50" charset="-128"/>
              </a:defRPr>
            </a:lvl8pPr>
            <a:lvl9pPr marL="4023771" indent="-236692"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fld id="{48B1AE98-56C6-46CE-BDE9-45E17D9C28BB}" type="slidenum">
              <a:rPr lang="en-US" altLang="ja-JP" smtClean="0"/>
              <a:pPr eaLnBrk="1" hangingPunct="1"/>
              <a:t>21</a:t>
            </a:fld>
            <a:endParaRPr lang="en-US" altLang="ja-JP"/>
          </a:p>
        </p:txBody>
      </p:sp>
      <p:sp>
        <p:nvSpPr>
          <p:cNvPr id="215043" name="Rectangle 2"/>
          <p:cNvSpPr>
            <a:spLocks noGrp="1" noRot="1" noChangeAspect="1" noChangeArrowheads="1" noTextEdit="1"/>
          </p:cNvSpPr>
          <p:nvPr>
            <p:ph type="sldImg"/>
          </p:nvPr>
        </p:nvSpPr>
        <p:spPr>
          <a:ln/>
        </p:spPr>
      </p:sp>
      <p:sp>
        <p:nvSpPr>
          <p:cNvPr id="2150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461880" lvl="1" indent="11506" eaLnBrk="1" hangingPunct="1">
              <a:buClr>
                <a:schemeClr val="tx1"/>
              </a:buClr>
            </a:pPr>
            <a:r>
              <a:rPr lang="en-US" altLang="ja-JP"/>
              <a:t>Có 2 loại phạm vi:</a:t>
            </a:r>
          </a:p>
          <a:p>
            <a:pPr marL="461880" lvl="1" indent="11506" eaLnBrk="1" hangingPunct="1">
              <a:buClr>
                <a:schemeClr val="tx1"/>
              </a:buClr>
            </a:pPr>
            <a:r>
              <a:rPr lang="en-US" altLang="ja-JP"/>
              <a:t>  Phạm vi sản phẩm: về các đặc tính, tính năng</a:t>
            </a:r>
          </a:p>
          <a:p>
            <a:pPr marL="461880" lvl="1" indent="11506" eaLnBrk="1" hangingPunct="1">
              <a:buClr>
                <a:schemeClr val="tx1"/>
              </a:buClr>
            </a:pPr>
            <a:r>
              <a:rPr lang="en-US" altLang="ja-JP"/>
              <a:t>  Phạm vi dự án: khối l</a:t>
            </a:r>
            <a:r>
              <a:rPr lang="vi-VN" altLang="ja-JP"/>
              <a:t>ư</a:t>
            </a:r>
            <a:r>
              <a:rPr lang="en-US" altLang="ja-JP"/>
              <a:t>ợng công việc</a:t>
            </a:r>
          </a:p>
          <a:p>
            <a:pPr marL="461880" lvl="1" indent="11506" eaLnBrk="1" hangingPunct="1">
              <a:buClr>
                <a:schemeClr val="tx1"/>
              </a:buClr>
            </a:pPr>
            <a:endParaRPr lang="en-US" altLang="ja-JP"/>
          </a:p>
          <a:p>
            <a:pPr marL="461880" lvl="1" indent="11506" eaLnBrk="1" hangingPunct="1">
              <a:buClr>
                <a:schemeClr val="tx1"/>
              </a:buClr>
            </a:pPr>
            <a:r>
              <a:rPr lang="en-US" altLang="ja-JP"/>
              <a:t>You have two kinds of Scope as follows; </a:t>
            </a:r>
          </a:p>
          <a:p>
            <a:pPr eaLnBrk="1" hangingPunct="1">
              <a:buClr>
                <a:schemeClr val="tx1"/>
              </a:buClr>
              <a:buFont typeface="Wingdings" pitchFamily="2" charset="2"/>
              <a:buNone/>
            </a:pPr>
            <a:r>
              <a:rPr lang="en-US" altLang="ja-JP"/>
              <a:t>          (1)Product scope: Scope which means range of characteristic and </a:t>
            </a:r>
            <a:br>
              <a:rPr lang="en-US" altLang="ja-JP"/>
            </a:br>
            <a:r>
              <a:rPr lang="en-US" altLang="ja-JP"/>
              <a:t>              function of product.  </a:t>
            </a:r>
          </a:p>
          <a:p>
            <a:pPr eaLnBrk="1" hangingPunct="1">
              <a:buClr>
                <a:schemeClr val="tx1"/>
              </a:buClr>
              <a:buFont typeface="Wingdings" pitchFamily="2" charset="2"/>
              <a:buNone/>
            </a:pPr>
            <a:r>
              <a:rPr lang="en-US" altLang="ja-JP"/>
              <a:t>         (2)Project scope: Scope which means range of work to obtain product.</a:t>
            </a:r>
          </a:p>
          <a:p>
            <a:pPr eaLnBrk="1" hangingPunct="1"/>
            <a:endParaRPr lang="ja-JP" altLang="ja-JP"/>
          </a:p>
        </p:txBody>
      </p:sp>
    </p:spTree>
    <p:extLst>
      <p:ext uri="{BB962C8B-B14F-4D97-AF65-F5344CB8AC3E}">
        <p14:creationId xmlns:p14="http://schemas.microsoft.com/office/powerpoint/2010/main" val="17421290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Arial" charset="0"/>
                <a:ea typeface="ＭＳ Ｐゴシック" pitchFamily="50" charset="-128"/>
              </a:defRPr>
            </a:lvl1pPr>
            <a:lvl2pPr marL="769250" indent="-295866" eaLnBrk="0" hangingPunct="0">
              <a:defRPr kumimoji="1">
                <a:solidFill>
                  <a:schemeClr val="tx1"/>
                </a:solidFill>
                <a:latin typeface="Arial" charset="0"/>
                <a:ea typeface="ＭＳ Ｐゴシック" pitchFamily="50" charset="-128"/>
              </a:defRPr>
            </a:lvl2pPr>
            <a:lvl3pPr marL="1183462" indent="-236692" eaLnBrk="0" hangingPunct="0">
              <a:defRPr kumimoji="1">
                <a:solidFill>
                  <a:schemeClr val="tx1"/>
                </a:solidFill>
                <a:latin typeface="Arial" charset="0"/>
                <a:ea typeface="ＭＳ Ｐゴシック" pitchFamily="50" charset="-128"/>
              </a:defRPr>
            </a:lvl3pPr>
            <a:lvl4pPr marL="1656847" indent="-236692" eaLnBrk="0" hangingPunct="0">
              <a:defRPr kumimoji="1">
                <a:solidFill>
                  <a:schemeClr val="tx1"/>
                </a:solidFill>
                <a:latin typeface="Arial" charset="0"/>
                <a:ea typeface="ＭＳ Ｐゴシック" pitchFamily="50" charset="-128"/>
              </a:defRPr>
            </a:lvl4pPr>
            <a:lvl5pPr marL="2130232" indent="-236692" eaLnBrk="0" hangingPunct="0">
              <a:defRPr kumimoji="1">
                <a:solidFill>
                  <a:schemeClr val="tx1"/>
                </a:solidFill>
                <a:latin typeface="Arial" charset="0"/>
                <a:ea typeface="ＭＳ Ｐゴシック" pitchFamily="50" charset="-128"/>
              </a:defRPr>
            </a:lvl5pPr>
            <a:lvl6pPr marL="2603617" indent="-236692" eaLnBrk="0" fontAlgn="base" hangingPunct="0">
              <a:spcBef>
                <a:spcPct val="0"/>
              </a:spcBef>
              <a:spcAft>
                <a:spcPct val="0"/>
              </a:spcAft>
              <a:defRPr kumimoji="1">
                <a:solidFill>
                  <a:schemeClr val="tx1"/>
                </a:solidFill>
                <a:latin typeface="Arial" charset="0"/>
                <a:ea typeface="ＭＳ Ｐゴシック" pitchFamily="50" charset="-128"/>
              </a:defRPr>
            </a:lvl6pPr>
            <a:lvl7pPr marL="3077002" indent="-236692" eaLnBrk="0" fontAlgn="base" hangingPunct="0">
              <a:spcBef>
                <a:spcPct val="0"/>
              </a:spcBef>
              <a:spcAft>
                <a:spcPct val="0"/>
              </a:spcAft>
              <a:defRPr kumimoji="1">
                <a:solidFill>
                  <a:schemeClr val="tx1"/>
                </a:solidFill>
                <a:latin typeface="Arial" charset="0"/>
                <a:ea typeface="ＭＳ Ｐゴシック" pitchFamily="50" charset="-128"/>
              </a:defRPr>
            </a:lvl7pPr>
            <a:lvl8pPr marL="3550387" indent="-236692" eaLnBrk="0" fontAlgn="base" hangingPunct="0">
              <a:spcBef>
                <a:spcPct val="0"/>
              </a:spcBef>
              <a:spcAft>
                <a:spcPct val="0"/>
              </a:spcAft>
              <a:defRPr kumimoji="1">
                <a:solidFill>
                  <a:schemeClr val="tx1"/>
                </a:solidFill>
                <a:latin typeface="Arial" charset="0"/>
                <a:ea typeface="ＭＳ Ｐゴシック" pitchFamily="50" charset="-128"/>
              </a:defRPr>
            </a:lvl8pPr>
            <a:lvl9pPr marL="4023771" indent="-236692"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fld id="{38FEEA1A-431F-490C-B509-8659BCD6A406}" type="slidenum">
              <a:rPr lang="en-US" altLang="ja-JP" smtClean="0"/>
              <a:pPr eaLnBrk="1" hangingPunct="1"/>
              <a:t>22</a:t>
            </a:fld>
            <a:endParaRPr lang="en-US" altLang="ja-JP"/>
          </a:p>
        </p:txBody>
      </p:sp>
      <p:sp>
        <p:nvSpPr>
          <p:cNvPr id="216067" name="Rectangle 2"/>
          <p:cNvSpPr>
            <a:spLocks noGrp="1" noRot="1" noChangeAspect="1" noChangeArrowheads="1" noTextEdit="1"/>
          </p:cNvSpPr>
          <p:nvPr>
            <p:ph type="sldImg"/>
          </p:nvPr>
        </p:nvSpPr>
        <p:spPr>
          <a:ln/>
        </p:spPr>
      </p:sp>
      <p:sp>
        <p:nvSpPr>
          <p:cNvPr id="2160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90000"/>
              </a:lnSpc>
              <a:buFont typeface="Wingdings" pitchFamily="2" charset="2"/>
              <a:buNone/>
            </a:pPr>
            <a:r>
              <a:rPr lang="en-US" altLang="ja-JP"/>
              <a:t>Phải tuân thi theo các qui tắc trong </a:t>
            </a:r>
            <a:r>
              <a:rPr lang="vi-VN" altLang="ja-JP"/>
              <a:t>quản lý phạm vi</a:t>
            </a:r>
            <a:r>
              <a:rPr lang="en-US" altLang="ja-JP"/>
              <a:t>, gọi là </a:t>
            </a:r>
            <a:r>
              <a:rPr lang="vi-VN" altLang="ja-JP"/>
              <a:t>"Kế hoạch quản lý phạm vi, bao gồm;</a:t>
            </a:r>
          </a:p>
          <a:p>
            <a:pPr marL="177519" indent="-177519" eaLnBrk="1" hangingPunct="1">
              <a:lnSpc>
                <a:spcPct val="90000"/>
              </a:lnSpc>
              <a:buFont typeface="Arial" panose="020B0604020202020204" pitchFamily="34" charset="0"/>
              <a:buChar char="•"/>
            </a:pPr>
            <a:r>
              <a:rPr lang="en-US" altLang="ja-JP"/>
              <a:t>Ng</a:t>
            </a:r>
            <a:r>
              <a:rPr lang="vi-VN" altLang="ja-JP"/>
              <a:t>ư</a:t>
            </a:r>
            <a:r>
              <a:rPr lang="en-US" altLang="ja-JP"/>
              <a:t>ời liên quan khi có </a:t>
            </a:r>
            <a:r>
              <a:rPr lang="vi-VN" altLang="ja-JP"/>
              <a:t>yêu cầu thay đổi phạm vi</a:t>
            </a:r>
            <a:r>
              <a:rPr lang="en-US" altLang="ja-JP"/>
              <a:t>,</a:t>
            </a:r>
            <a:endParaRPr lang="vi-VN" altLang="ja-JP"/>
          </a:p>
          <a:p>
            <a:pPr marL="177519" indent="-177519" eaLnBrk="1" hangingPunct="1">
              <a:lnSpc>
                <a:spcPct val="90000"/>
              </a:lnSpc>
              <a:buFont typeface="Arial" panose="020B0604020202020204" pitchFamily="34" charset="0"/>
              <a:buChar char="•"/>
            </a:pPr>
            <a:r>
              <a:rPr lang="en-US" altLang="ja-JP"/>
              <a:t>Qui trình áp dụng </a:t>
            </a:r>
            <a:r>
              <a:rPr lang="vi-VN" altLang="ja-JP"/>
              <a:t>khi phạm vi </a:t>
            </a:r>
            <a:r>
              <a:rPr lang="en-US" altLang="ja-JP"/>
              <a:t>thay đổi</a:t>
            </a:r>
            <a:r>
              <a:rPr lang="vi-VN" altLang="ja-JP"/>
              <a:t> (phương pháp phê duyệt, v.v.)</a:t>
            </a:r>
          </a:p>
          <a:p>
            <a:pPr marL="177519" indent="-177519" eaLnBrk="1" hangingPunct="1">
              <a:lnSpc>
                <a:spcPct val="90000"/>
              </a:lnSpc>
              <a:buFont typeface="Arial" panose="020B0604020202020204" pitchFamily="34" charset="0"/>
              <a:buChar char="•"/>
            </a:pPr>
            <a:r>
              <a:rPr lang="en-US" altLang="ja-JP"/>
              <a:t>Ph</a:t>
            </a:r>
            <a:r>
              <a:rPr lang="vi-VN" altLang="ja-JP"/>
              <a:t>ư</a:t>
            </a:r>
            <a:r>
              <a:rPr lang="en-US" altLang="ja-JP"/>
              <a:t>ơng pháp định nghĩa phạm vi</a:t>
            </a:r>
            <a:endParaRPr lang="vi-VN" altLang="ja-JP"/>
          </a:p>
          <a:p>
            <a:pPr marL="177519" indent="-177519" eaLnBrk="1" hangingPunct="1">
              <a:lnSpc>
                <a:spcPct val="90000"/>
              </a:lnSpc>
              <a:buFont typeface="Arial" panose="020B0604020202020204" pitchFamily="34" charset="0"/>
              <a:buChar char="•"/>
            </a:pPr>
            <a:r>
              <a:rPr lang="en-US" altLang="ja-JP"/>
              <a:t>T</a:t>
            </a:r>
            <a:r>
              <a:rPr lang="vi-VN" altLang="ja-JP"/>
              <a:t>ạo WBS </a:t>
            </a:r>
            <a:r>
              <a:rPr lang="en-US" altLang="ja-JP"/>
              <a:t> theo mẫu</a:t>
            </a:r>
            <a:endParaRPr lang="vi-VN" altLang="ja-JP"/>
          </a:p>
          <a:p>
            <a:pPr marL="177519" indent="-177519" eaLnBrk="1" hangingPunct="1">
              <a:lnSpc>
                <a:spcPct val="90000"/>
              </a:lnSpc>
              <a:buFont typeface="Arial" panose="020B0604020202020204" pitchFamily="34" charset="0"/>
              <a:buChar char="•"/>
            </a:pPr>
            <a:r>
              <a:rPr lang="vi-VN" altLang="ja-JP"/>
              <a:t>Xác minh và kiểm soát phạm vi</a:t>
            </a:r>
            <a:endParaRPr lang="en-US" altLang="ja-JP"/>
          </a:p>
          <a:p>
            <a:pPr eaLnBrk="1" hangingPunct="1">
              <a:lnSpc>
                <a:spcPct val="90000"/>
              </a:lnSpc>
              <a:buFont typeface="Wingdings" pitchFamily="2" charset="2"/>
              <a:buNone/>
            </a:pPr>
            <a:endParaRPr lang="en-US" altLang="ja-JP"/>
          </a:p>
          <a:p>
            <a:pPr eaLnBrk="1" hangingPunct="1">
              <a:lnSpc>
                <a:spcPct val="90000"/>
              </a:lnSpc>
              <a:buFont typeface="Wingdings" pitchFamily="2" charset="2"/>
              <a:buNone/>
            </a:pPr>
            <a:r>
              <a:rPr lang="en-US" altLang="ja-JP"/>
              <a:t>It is necessary to make the rule of the scope management as "Scope management plan” which includes;</a:t>
            </a:r>
          </a:p>
          <a:p>
            <a:pPr lvl="1" eaLnBrk="1" hangingPunct="1">
              <a:lnSpc>
                <a:spcPct val="90000"/>
              </a:lnSpc>
              <a:buFont typeface="Wingdings" pitchFamily="2" charset="2"/>
              <a:buChar char="Ø"/>
            </a:pPr>
            <a:r>
              <a:rPr lang="en-US" altLang="ja-JP"/>
              <a:t>Person when takes the request of scope change. </a:t>
            </a:r>
          </a:p>
          <a:p>
            <a:pPr lvl="1" eaLnBrk="1" hangingPunct="1">
              <a:lnSpc>
                <a:spcPct val="90000"/>
              </a:lnSpc>
              <a:buFont typeface="Wingdings" pitchFamily="2" charset="2"/>
              <a:buChar char="Ø"/>
            </a:pPr>
            <a:r>
              <a:rPr lang="en-US" altLang="ja-JP"/>
              <a:t>Procedure when scope is changed (approval method etc.) </a:t>
            </a:r>
          </a:p>
          <a:p>
            <a:pPr lvl="1" eaLnBrk="1" hangingPunct="1">
              <a:lnSpc>
                <a:spcPct val="90000"/>
              </a:lnSpc>
              <a:buFont typeface="Wingdings" pitchFamily="2" charset="2"/>
              <a:buChar char="Ø"/>
            </a:pPr>
            <a:r>
              <a:rPr lang="en-US" altLang="ja-JP"/>
              <a:t>Scope definition method </a:t>
            </a:r>
          </a:p>
          <a:p>
            <a:pPr lvl="1" eaLnBrk="1" hangingPunct="1">
              <a:lnSpc>
                <a:spcPct val="90000"/>
              </a:lnSpc>
              <a:buFont typeface="Wingdings" pitchFamily="2" charset="2"/>
              <a:buChar char="Ø"/>
            </a:pPr>
            <a:r>
              <a:rPr lang="en-US" altLang="ja-JP"/>
              <a:t>Method of making WBS with template</a:t>
            </a:r>
          </a:p>
          <a:p>
            <a:pPr lvl="1" eaLnBrk="1" hangingPunct="1">
              <a:lnSpc>
                <a:spcPct val="90000"/>
              </a:lnSpc>
              <a:buFont typeface="Wingdings" pitchFamily="2" charset="2"/>
              <a:buChar char="Ø"/>
            </a:pPr>
            <a:r>
              <a:rPr lang="en-US" altLang="ja-JP"/>
              <a:t>Verification and control of scope</a:t>
            </a:r>
          </a:p>
          <a:p>
            <a:pPr eaLnBrk="1" hangingPunct="1">
              <a:lnSpc>
                <a:spcPct val="90000"/>
              </a:lnSpc>
            </a:pPr>
            <a:endParaRPr lang="ja-JP" altLang="ja-JP"/>
          </a:p>
        </p:txBody>
      </p:sp>
    </p:spTree>
    <p:extLst>
      <p:ext uri="{BB962C8B-B14F-4D97-AF65-F5344CB8AC3E}">
        <p14:creationId xmlns:p14="http://schemas.microsoft.com/office/powerpoint/2010/main" val="34933175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ja-JP" altLang="en-US" dirty="0" smtClean="0"/>
              <a:t>W</a:t>
            </a:r>
            <a:r>
              <a:rPr lang="en-US" altLang="ja-JP" dirty="0" smtClean="0"/>
              <a:t>BS </a:t>
            </a:r>
            <a:r>
              <a:rPr lang="en-US" altLang="ja-JP" dirty="0" err="1" smtClean="0"/>
              <a:t>là</a:t>
            </a:r>
            <a:r>
              <a:rPr lang="en-US" altLang="ja-JP" dirty="0" smtClean="0"/>
              <a:t> công </a:t>
            </a:r>
            <a:r>
              <a:rPr lang="en-US" altLang="ja-JP" dirty="0" err="1" smtClean="0"/>
              <a:t>cụ</a:t>
            </a:r>
            <a:r>
              <a:rPr lang="en-US" altLang="ja-JP" dirty="0" smtClean="0"/>
              <a:t> </a:t>
            </a:r>
            <a:r>
              <a:rPr lang="en-US" altLang="ja-JP" dirty="0" err="1" smtClean="0"/>
              <a:t>chủ</a:t>
            </a:r>
            <a:r>
              <a:rPr lang="en-US" altLang="ja-JP" dirty="0" smtClean="0"/>
              <a:t> </a:t>
            </a:r>
            <a:r>
              <a:rPr lang="en-US" altLang="ja-JP" dirty="0" err="1" smtClean="0"/>
              <a:t>chốt</a:t>
            </a:r>
            <a:r>
              <a:rPr lang="en-US" altLang="ja-JP" dirty="0" smtClean="0"/>
              <a:t> trong </a:t>
            </a:r>
            <a:r>
              <a:rPr lang="en-US" altLang="ja-JP" dirty="0" err="1" smtClean="0"/>
              <a:t>quản</a:t>
            </a:r>
            <a:r>
              <a:rPr lang="en-US" altLang="ja-JP" dirty="0" smtClean="0"/>
              <a:t> </a:t>
            </a:r>
            <a:r>
              <a:rPr lang="en-US" altLang="ja-JP" dirty="0" err="1" smtClean="0"/>
              <a:t>lý</a:t>
            </a:r>
            <a:r>
              <a:rPr lang="en-US" altLang="ja-JP" dirty="0" smtClean="0"/>
              <a:t> </a:t>
            </a:r>
            <a:r>
              <a:rPr lang="en-US" altLang="ja-JP" dirty="0" err="1" smtClean="0"/>
              <a:t>dự</a:t>
            </a:r>
            <a:r>
              <a:rPr lang="en-US" altLang="ja-JP" dirty="0" smtClean="0"/>
              <a:t> án. WBS sẽ </a:t>
            </a:r>
            <a:r>
              <a:rPr lang="en-US" altLang="ja-JP" dirty="0" err="1" smtClean="0"/>
              <a:t>giúp</a:t>
            </a:r>
            <a:r>
              <a:rPr lang="en-US" altLang="ja-JP" dirty="0" smtClean="0"/>
              <a:t> chi </a:t>
            </a:r>
            <a:r>
              <a:rPr lang="en-US" altLang="ja-JP" dirty="0" err="1" smtClean="0"/>
              <a:t>nhỏ</a:t>
            </a:r>
            <a:r>
              <a:rPr lang="en-US" altLang="ja-JP" dirty="0" smtClean="0"/>
              <a:t> </a:t>
            </a:r>
            <a:r>
              <a:rPr lang="en-US" altLang="ja-JP" dirty="0" err="1" smtClean="0"/>
              <a:t>phạm</a:t>
            </a:r>
            <a:r>
              <a:rPr lang="en-US" altLang="ja-JP" dirty="0" smtClean="0"/>
              <a:t> vi chi </a:t>
            </a:r>
            <a:r>
              <a:rPr lang="en-US" altLang="ja-JP" dirty="0" err="1" smtClean="0"/>
              <a:t>tiết</a:t>
            </a:r>
            <a:r>
              <a:rPr lang="en-US" altLang="ja-JP" dirty="0" smtClean="0"/>
              <a:t> và </a:t>
            </a:r>
            <a:r>
              <a:rPr lang="en-US" altLang="ja-JP" dirty="0" err="1" smtClean="0"/>
              <a:t>rõ</a:t>
            </a:r>
            <a:r>
              <a:rPr lang="en-US" altLang="ja-JP" dirty="0" smtClean="0"/>
              <a:t> </a:t>
            </a:r>
            <a:r>
              <a:rPr lang="en-US" altLang="ja-JP" dirty="0" err="1" smtClean="0"/>
              <a:t>ràng</a:t>
            </a:r>
            <a:r>
              <a:rPr lang="en-US" altLang="ja-JP" dirty="0" smtClean="0"/>
              <a:t> h</a:t>
            </a:r>
            <a:r>
              <a:rPr lang="vi-VN" altLang="ja-JP" dirty="0" smtClean="0"/>
              <a:t>ơ</a:t>
            </a:r>
            <a:r>
              <a:rPr lang="en-US" altLang="ja-JP" dirty="0" smtClean="0"/>
              <a:t>n</a:t>
            </a:r>
          </a:p>
          <a:p>
            <a:pPr eaLnBrk="1" hangingPunct="1"/>
            <a:endParaRPr lang="en-US" altLang="ja-JP" dirty="0" smtClean="0"/>
          </a:p>
          <a:p>
            <a:pPr eaLnBrk="1" hangingPunct="1"/>
            <a:r>
              <a:rPr lang="en-US" altLang="ja-JP" dirty="0" smtClean="0"/>
              <a:t>In the process of WBS creation, scope is divided more detail and clear.</a:t>
            </a:r>
          </a:p>
          <a:p>
            <a:pPr eaLnBrk="1" hangingPunct="1"/>
            <a:r>
              <a:rPr lang="ja-JP" altLang="en-US" dirty="0" smtClean="0"/>
              <a:t>T</a:t>
            </a:r>
            <a:r>
              <a:rPr lang="en-US" altLang="ja-JP" dirty="0" smtClean="0"/>
              <a:t>here are two types of WBS which is called “Chart Form” and “Tabular Form.” Although Chart Form WBS can be easily understood at a sight</a:t>
            </a:r>
            <a:endParaRPr lang="ja-JP" altLang="ja-JP" dirty="0" smtClean="0"/>
          </a:p>
          <a:p>
            <a:endParaRPr lang="en-US" dirty="0"/>
          </a:p>
        </p:txBody>
      </p:sp>
      <p:sp>
        <p:nvSpPr>
          <p:cNvPr id="4" name="Slide Number Placeholder 3"/>
          <p:cNvSpPr>
            <a:spLocks noGrp="1"/>
          </p:cNvSpPr>
          <p:nvPr>
            <p:ph type="sldNum" sz="quarter" idx="10"/>
          </p:nvPr>
        </p:nvSpPr>
        <p:spPr/>
        <p:txBody>
          <a:bodyPr/>
          <a:lstStyle/>
          <a:p>
            <a:pPr>
              <a:defRPr/>
            </a:pPr>
            <a:fld id="{97D7FA3A-5536-45A3-AD1B-D3654E18C7DB}" type="slidenum">
              <a:rPr lang="en-US" altLang="ja-JP" smtClean="0"/>
              <a:pPr>
                <a:defRPr/>
              </a:pPr>
              <a:t>23</a:t>
            </a:fld>
            <a:endParaRPr lang="en-US" altLang="ja-JP"/>
          </a:p>
        </p:txBody>
      </p:sp>
    </p:spTree>
    <p:extLst>
      <p:ext uri="{BB962C8B-B14F-4D97-AF65-F5344CB8AC3E}">
        <p14:creationId xmlns:p14="http://schemas.microsoft.com/office/powerpoint/2010/main" val="33930471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ja-JP" altLang="en-US" dirty="0" smtClean="0"/>
              <a:t>W</a:t>
            </a:r>
            <a:r>
              <a:rPr lang="en-US" altLang="ja-JP" dirty="0" smtClean="0"/>
              <a:t>BS </a:t>
            </a:r>
            <a:r>
              <a:rPr lang="en-US" altLang="ja-JP" dirty="0" err="1" smtClean="0"/>
              <a:t>là</a:t>
            </a:r>
            <a:r>
              <a:rPr lang="en-US" altLang="ja-JP" dirty="0" smtClean="0"/>
              <a:t> công </a:t>
            </a:r>
            <a:r>
              <a:rPr lang="en-US" altLang="ja-JP" dirty="0" err="1" smtClean="0"/>
              <a:t>cụ</a:t>
            </a:r>
            <a:r>
              <a:rPr lang="en-US" altLang="ja-JP" dirty="0" smtClean="0"/>
              <a:t> </a:t>
            </a:r>
            <a:r>
              <a:rPr lang="en-US" altLang="ja-JP" dirty="0" err="1" smtClean="0"/>
              <a:t>chủ</a:t>
            </a:r>
            <a:r>
              <a:rPr lang="en-US" altLang="ja-JP" dirty="0" smtClean="0"/>
              <a:t> </a:t>
            </a:r>
            <a:r>
              <a:rPr lang="en-US" altLang="ja-JP" dirty="0" err="1" smtClean="0"/>
              <a:t>chốt</a:t>
            </a:r>
            <a:r>
              <a:rPr lang="en-US" altLang="ja-JP" dirty="0" smtClean="0"/>
              <a:t> trong </a:t>
            </a:r>
            <a:r>
              <a:rPr lang="en-US" altLang="ja-JP" dirty="0" err="1" smtClean="0"/>
              <a:t>quản</a:t>
            </a:r>
            <a:r>
              <a:rPr lang="en-US" altLang="ja-JP" dirty="0" smtClean="0"/>
              <a:t> </a:t>
            </a:r>
            <a:r>
              <a:rPr lang="en-US" altLang="ja-JP" dirty="0" err="1" smtClean="0"/>
              <a:t>lý</a:t>
            </a:r>
            <a:r>
              <a:rPr lang="en-US" altLang="ja-JP" dirty="0" smtClean="0"/>
              <a:t> </a:t>
            </a:r>
            <a:r>
              <a:rPr lang="en-US" altLang="ja-JP" dirty="0" err="1" smtClean="0"/>
              <a:t>dự</a:t>
            </a:r>
            <a:r>
              <a:rPr lang="en-US" altLang="ja-JP" dirty="0" smtClean="0"/>
              <a:t> án. WBS sẽ </a:t>
            </a:r>
            <a:r>
              <a:rPr lang="en-US" altLang="ja-JP" dirty="0" err="1" smtClean="0"/>
              <a:t>giúp</a:t>
            </a:r>
            <a:r>
              <a:rPr lang="en-US" altLang="ja-JP" dirty="0" smtClean="0"/>
              <a:t> chi </a:t>
            </a:r>
            <a:r>
              <a:rPr lang="en-US" altLang="ja-JP" dirty="0" err="1" smtClean="0"/>
              <a:t>nhỏ</a:t>
            </a:r>
            <a:r>
              <a:rPr lang="en-US" altLang="ja-JP" dirty="0" smtClean="0"/>
              <a:t> </a:t>
            </a:r>
            <a:r>
              <a:rPr lang="en-US" altLang="ja-JP" dirty="0" err="1" smtClean="0"/>
              <a:t>phạm</a:t>
            </a:r>
            <a:r>
              <a:rPr lang="en-US" altLang="ja-JP" dirty="0" smtClean="0"/>
              <a:t> vi chi </a:t>
            </a:r>
            <a:r>
              <a:rPr lang="en-US" altLang="ja-JP" dirty="0" err="1" smtClean="0"/>
              <a:t>tiết</a:t>
            </a:r>
            <a:r>
              <a:rPr lang="en-US" altLang="ja-JP" dirty="0" smtClean="0"/>
              <a:t> và </a:t>
            </a:r>
            <a:r>
              <a:rPr lang="en-US" altLang="ja-JP" dirty="0" err="1" smtClean="0"/>
              <a:t>rõ</a:t>
            </a:r>
            <a:r>
              <a:rPr lang="en-US" altLang="ja-JP" dirty="0" smtClean="0"/>
              <a:t> </a:t>
            </a:r>
            <a:r>
              <a:rPr lang="en-US" altLang="ja-JP" dirty="0" err="1" smtClean="0"/>
              <a:t>ràng</a:t>
            </a:r>
            <a:r>
              <a:rPr lang="en-US" altLang="ja-JP" dirty="0" smtClean="0"/>
              <a:t> h</a:t>
            </a:r>
            <a:r>
              <a:rPr lang="vi-VN" altLang="ja-JP" dirty="0" smtClean="0"/>
              <a:t>ơ</a:t>
            </a:r>
            <a:r>
              <a:rPr lang="en-US" altLang="ja-JP" dirty="0" smtClean="0"/>
              <a:t>n</a:t>
            </a:r>
          </a:p>
          <a:p>
            <a:pPr eaLnBrk="1" hangingPunct="1"/>
            <a:endParaRPr lang="en-US" altLang="ja-JP" dirty="0" smtClean="0"/>
          </a:p>
          <a:p>
            <a:pPr eaLnBrk="1" hangingPunct="1"/>
            <a:r>
              <a:rPr lang="en-US" altLang="ja-JP" dirty="0" smtClean="0"/>
              <a:t>In the process of WBS creation, scope is divided more detail and clear.</a:t>
            </a:r>
          </a:p>
          <a:p>
            <a:pPr eaLnBrk="1" hangingPunct="1"/>
            <a:r>
              <a:rPr lang="ja-JP" altLang="en-US" dirty="0" smtClean="0"/>
              <a:t>T</a:t>
            </a:r>
            <a:r>
              <a:rPr lang="en-US" altLang="ja-JP" dirty="0" smtClean="0"/>
              <a:t>here are two types of WBS which is called “Chart Form” and “Tabular Form.” Although Chart Form WBS can be easily understood at a sight</a:t>
            </a:r>
            <a:endParaRPr lang="ja-JP" altLang="ja-JP" dirty="0" smtClean="0"/>
          </a:p>
          <a:p>
            <a:endParaRPr lang="en-US" dirty="0"/>
          </a:p>
        </p:txBody>
      </p:sp>
      <p:sp>
        <p:nvSpPr>
          <p:cNvPr id="4" name="Slide Number Placeholder 3"/>
          <p:cNvSpPr>
            <a:spLocks noGrp="1"/>
          </p:cNvSpPr>
          <p:nvPr>
            <p:ph type="sldNum" sz="quarter" idx="10"/>
          </p:nvPr>
        </p:nvSpPr>
        <p:spPr/>
        <p:txBody>
          <a:bodyPr/>
          <a:lstStyle/>
          <a:p>
            <a:pPr>
              <a:defRPr/>
            </a:pPr>
            <a:fld id="{97D7FA3A-5536-45A3-AD1B-D3654E18C7DB}" type="slidenum">
              <a:rPr lang="en-US" altLang="ja-JP" smtClean="0"/>
              <a:pPr>
                <a:defRPr/>
              </a:pPr>
              <a:t>24</a:t>
            </a:fld>
            <a:endParaRPr lang="en-US" altLang="ja-JP"/>
          </a:p>
        </p:txBody>
      </p:sp>
    </p:spTree>
    <p:extLst>
      <p:ext uri="{BB962C8B-B14F-4D97-AF65-F5344CB8AC3E}">
        <p14:creationId xmlns:p14="http://schemas.microsoft.com/office/powerpoint/2010/main" val="26798443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Arial" charset="0"/>
                <a:ea typeface="ＭＳ Ｐゴシック" pitchFamily="50" charset="-128"/>
              </a:defRPr>
            </a:lvl1pPr>
            <a:lvl2pPr marL="769250" indent="-295866" eaLnBrk="0" hangingPunct="0">
              <a:defRPr kumimoji="1">
                <a:solidFill>
                  <a:schemeClr val="tx1"/>
                </a:solidFill>
                <a:latin typeface="Arial" charset="0"/>
                <a:ea typeface="ＭＳ Ｐゴシック" pitchFamily="50" charset="-128"/>
              </a:defRPr>
            </a:lvl2pPr>
            <a:lvl3pPr marL="1183462" indent="-236692" eaLnBrk="0" hangingPunct="0">
              <a:defRPr kumimoji="1">
                <a:solidFill>
                  <a:schemeClr val="tx1"/>
                </a:solidFill>
                <a:latin typeface="Arial" charset="0"/>
                <a:ea typeface="ＭＳ Ｐゴシック" pitchFamily="50" charset="-128"/>
              </a:defRPr>
            </a:lvl3pPr>
            <a:lvl4pPr marL="1656847" indent="-236692" eaLnBrk="0" hangingPunct="0">
              <a:defRPr kumimoji="1">
                <a:solidFill>
                  <a:schemeClr val="tx1"/>
                </a:solidFill>
                <a:latin typeface="Arial" charset="0"/>
                <a:ea typeface="ＭＳ Ｐゴシック" pitchFamily="50" charset="-128"/>
              </a:defRPr>
            </a:lvl4pPr>
            <a:lvl5pPr marL="2130232" indent="-236692" eaLnBrk="0" hangingPunct="0">
              <a:defRPr kumimoji="1">
                <a:solidFill>
                  <a:schemeClr val="tx1"/>
                </a:solidFill>
                <a:latin typeface="Arial" charset="0"/>
                <a:ea typeface="ＭＳ Ｐゴシック" pitchFamily="50" charset="-128"/>
              </a:defRPr>
            </a:lvl5pPr>
            <a:lvl6pPr marL="2603617" indent="-236692" eaLnBrk="0" fontAlgn="base" hangingPunct="0">
              <a:spcBef>
                <a:spcPct val="0"/>
              </a:spcBef>
              <a:spcAft>
                <a:spcPct val="0"/>
              </a:spcAft>
              <a:defRPr kumimoji="1">
                <a:solidFill>
                  <a:schemeClr val="tx1"/>
                </a:solidFill>
                <a:latin typeface="Arial" charset="0"/>
                <a:ea typeface="ＭＳ Ｐゴシック" pitchFamily="50" charset="-128"/>
              </a:defRPr>
            </a:lvl6pPr>
            <a:lvl7pPr marL="3077002" indent="-236692" eaLnBrk="0" fontAlgn="base" hangingPunct="0">
              <a:spcBef>
                <a:spcPct val="0"/>
              </a:spcBef>
              <a:spcAft>
                <a:spcPct val="0"/>
              </a:spcAft>
              <a:defRPr kumimoji="1">
                <a:solidFill>
                  <a:schemeClr val="tx1"/>
                </a:solidFill>
                <a:latin typeface="Arial" charset="0"/>
                <a:ea typeface="ＭＳ Ｐゴシック" pitchFamily="50" charset="-128"/>
              </a:defRPr>
            </a:lvl7pPr>
            <a:lvl8pPr marL="3550387" indent="-236692" eaLnBrk="0" fontAlgn="base" hangingPunct="0">
              <a:spcBef>
                <a:spcPct val="0"/>
              </a:spcBef>
              <a:spcAft>
                <a:spcPct val="0"/>
              </a:spcAft>
              <a:defRPr kumimoji="1">
                <a:solidFill>
                  <a:schemeClr val="tx1"/>
                </a:solidFill>
                <a:latin typeface="Arial" charset="0"/>
                <a:ea typeface="ＭＳ Ｐゴシック" pitchFamily="50" charset="-128"/>
              </a:defRPr>
            </a:lvl8pPr>
            <a:lvl9pPr marL="4023771" indent="-236692"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fld id="{150E8346-2DE4-468E-915A-B6922CF24CF8}" type="slidenum">
              <a:rPr lang="en-US" altLang="ja-JP" smtClean="0"/>
              <a:pPr eaLnBrk="1" hangingPunct="1"/>
              <a:t>26</a:t>
            </a:fld>
            <a:endParaRPr lang="en-US" altLang="ja-JP"/>
          </a:p>
        </p:txBody>
      </p:sp>
      <p:sp>
        <p:nvSpPr>
          <p:cNvPr id="218115" name="Rectangle 2"/>
          <p:cNvSpPr>
            <a:spLocks noGrp="1" noRot="1" noChangeAspect="1" noChangeArrowheads="1" noTextEdit="1"/>
          </p:cNvSpPr>
          <p:nvPr>
            <p:ph type="sldImg"/>
          </p:nvPr>
        </p:nvSpPr>
        <p:spPr>
          <a:ln/>
        </p:spPr>
      </p:sp>
      <p:sp>
        <p:nvSpPr>
          <p:cNvPr id="2181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ja-JP" dirty="0"/>
              <a:t>WBS có </a:t>
            </a:r>
            <a:r>
              <a:rPr lang="en-US" altLang="ja-JP" dirty="0" err="1"/>
              <a:t>nhiều</a:t>
            </a:r>
            <a:r>
              <a:rPr lang="en-US" altLang="ja-JP" dirty="0"/>
              <a:t> </a:t>
            </a:r>
            <a:r>
              <a:rPr lang="en-US" altLang="ja-JP" dirty="0" err="1"/>
              <a:t>mức</a:t>
            </a:r>
            <a:r>
              <a:rPr lang="en-US" altLang="ja-JP" dirty="0"/>
              <a:t>. </a:t>
            </a:r>
            <a:r>
              <a:rPr lang="en-US" altLang="ja-JP" dirty="0" err="1"/>
              <a:t>Tr</a:t>
            </a:r>
            <a:r>
              <a:rPr lang="vi-VN" altLang="ja-JP" dirty="0"/>
              <a:t>ư</a:t>
            </a:r>
            <a:r>
              <a:rPr lang="en-US" altLang="ja-JP" dirty="0" err="1"/>
              <a:t>ớc</a:t>
            </a:r>
            <a:r>
              <a:rPr lang="en-US" altLang="ja-JP" dirty="0"/>
              <a:t> </a:t>
            </a:r>
            <a:r>
              <a:rPr lang="en-US" altLang="ja-JP" dirty="0" err="1"/>
              <a:t>hết</a:t>
            </a:r>
            <a:r>
              <a:rPr lang="en-US" altLang="ja-JP" dirty="0"/>
              <a:t>, </a:t>
            </a:r>
            <a:r>
              <a:rPr lang="en-US" altLang="ja-JP" dirty="0" err="1"/>
              <a:t>phải</a:t>
            </a:r>
            <a:r>
              <a:rPr lang="en-US" altLang="ja-JP" dirty="0"/>
              <a:t> </a:t>
            </a:r>
            <a:r>
              <a:rPr lang="en-US" altLang="ja-JP" dirty="0" err="1"/>
              <a:t>xây</a:t>
            </a:r>
            <a:r>
              <a:rPr lang="en-US" altLang="ja-JP" dirty="0"/>
              <a:t> </a:t>
            </a:r>
            <a:r>
              <a:rPr lang="en-US" altLang="ja-JP" dirty="0" err="1"/>
              <a:t>dựng</a:t>
            </a:r>
            <a:r>
              <a:rPr lang="en-US" altLang="ja-JP" dirty="0"/>
              <a:t> đ</a:t>
            </a:r>
            <a:r>
              <a:rPr lang="vi-VN" altLang="ja-JP" dirty="0"/>
              <a:t>ư</a:t>
            </a:r>
            <a:r>
              <a:rPr lang="en-US" altLang="ja-JP" dirty="0" err="1"/>
              <a:t>ợc</a:t>
            </a:r>
            <a:r>
              <a:rPr lang="en-US" altLang="ja-JP" dirty="0"/>
              <a:t> </a:t>
            </a:r>
            <a:r>
              <a:rPr lang="en-US" altLang="ja-JP" dirty="0" err="1"/>
              <a:t>luật</a:t>
            </a:r>
            <a:r>
              <a:rPr lang="en-US" altLang="ja-JP" dirty="0"/>
              <a:t> phân </a:t>
            </a:r>
            <a:r>
              <a:rPr lang="en-US" altLang="ja-JP" dirty="0" err="1"/>
              <a:t>rã</a:t>
            </a:r>
            <a:r>
              <a:rPr lang="en-US" altLang="ja-JP" dirty="0"/>
              <a:t> WBS </a:t>
            </a:r>
            <a:r>
              <a:rPr lang="en-US" altLang="ja-JP" dirty="0" err="1"/>
              <a:t>cho</a:t>
            </a:r>
            <a:r>
              <a:rPr lang="en-US" altLang="ja-JP" dirty="0"/>
              <a:t> </a:t>
            </a:r>
            <a:r>
              <a:rPr lang="en-US" altLang="ja-JP" dirty="0" err="1"/>
              <a:t>chức</a:t>
            </a:r>
            <a:r>
              <a:rPr lang="en-US" altLang="ja-JP" dirty="0"/>
              <a:t> </a:t>
            </a:r>
            <a:r>
              <a:rPr lang="en-US" altLang="ja-JP" dirty="0" err="1"/>
              <a:t>năng</a:t>
            </a:r>
            <a:r>
              <a:rPr lang="en-US" altLang="ja-JP" dirty="0"/>
              <a:t> và </a:t>
            </a:r>
            <a:r>
              <a:rPr lang="en-US" altLang="ja-JP" dirty="0" err="1"/>
              <a:t>tiến</a:t>
            </a:r>
            <a:r>
              <a:rPr lang="en-US" altLang="ja-JP" dirty="0"/>
              <a:t> </a:t>
            </a:r>
            <a:r>
              <a:rPr lang="en-US" altLang="ja-JP" dirty="0" err="1"/>
              <a:t>trình</a:t>
            </a:r>
            <a:r>
              <a:rPr lang="en-US" altLang="ja-JP" dirty="0"/>
              <a:t>. Sau </a:t>
            </a:r>
            <a:r>
              <a:rPr lang="en-US" altLang="ja-JP" dirty="0" err="1"/>
              <a:t>đó</a:t>
            </a:r>
            <a:r>
              <a:rPr lang="en-US" altLang="ja-JP" dirty="0"/>
              <a:t> </a:t>
            </a:r>
            <a:r>
              <a:rPr lang="en-US" altLang="ja-JP" dirty="0" err="1"/>
              <a:t>mới</a:t>
            </a:r>
            <a:r>
              <a:rPr lang="en-US" altLang="ja-JP" dirty="0"/>
              <a:t> </a:t>
            </a:r>
            <a:r>
              <a:rPr lang="en-US" altLang="ja-JP" dirty="0" err="1"/>
              <a:t>áp</a:t>
            </a:r>
            <a:r>
              <a:rPr lang="en-US" altLang="ja-JP" dirty="0"/>
              <a:t> </a:t>
            </a:r>
            <a:r>
              <a:rPr lang="en-US" altLang="ja-JP" dirty="0" err="1"/>
              <a:t>dụng</a:t>
            </a:r>
            <a:r>
              <a:rPr lang="en-US" altLang="ja-JP" dirty="0"/>
              <a:t> </a:t>
            </a:r>
            <a:r>
              <a:rPr lang="en-US" altLang="ja-JP" dirty="0" err="1"/>
              <a:t>luật</a:t>
            </a:r>
            <a:r>
              <a:rPr lang="en-US" altLang="ja-JP" dirty="0"/>
              <a:t> </a:t>
            </a:r>
            <a:r>
              <a:rPr lang="en-US" altLang="ja-JP" dirty="0" err="1"/>
              <a:t>đó</a:t>
            </a:r>
            <a:r>
              <a:rPr lang="en-US" altLang="ja-JP" dirty="0"/>
              <a:t> </a:t>
            </a:r>
            <a:r>
              <a:rPr lang="en-US" altLang="ja-JP" dirty="0" err="1"/>
              <a:t>cho</a:t>
            </a:r>
            <a:r>
              <a:rPr lang="en-US" altLang="ja-JP" dirty="0"/>
              <a:t> </a:t>
            </a:r>
            <a:r>
              <a:rPr lang="en-US" altLang="ja-JP" dirty="0" err="1"/>
              <a:t>thống</a:t>
            </a:r>
            <a:r>
              <a:rPr lang="en-US" altLang="ja-JP" dirty="0"/>
              <a:t> </a:t>
            </a:r>
            <a:r>
              <a:rPr lang="en-US" altLang="ja-JP" dirty="0" err="1"/>
              <a:t>nhất</a:t>
            </a:r>
            <a:r>
              <a:rPr lang="en-US" altLang="ja-JP" dirty="0"/>
              <a:t>.</a:t>
            </a:r>
          </a:p>
          <a:p>
            <a:pPr marL="177519" indent="-177519" eaLnBrk="1" hangingPunct="1">
              <a:buFont typeface="Arial" panose="020B0604020202020204" pitchFamily="34" charset="0"/>
              <a:buChar char="•"/>
            </a:pPr>
            <a:r>
              <a:rPr lang="en-US" altLang="ja-JP" dirty="0"/>
              <a:t>WBS ID, </a:t>
            </a:r>
            <a:r>
              <a:rPr lang="en-US" altLang="ja-JP" dirty="0" err="1"/>
              <a:t>định</a:t>
            </a:r>
            <a:r>
              <a:rPr lang="en-US" altLang="ja-JP" dirty="0"/>
              <a:t> </a:t>
            </a:r>
            <a:r>
              <a:rPr lang="en-US" altLang="ja-JP" dirty="0" err="1"/>
              <a:t>danh</a:t>
            </a:r>
            <a:r>
              <a:rPr lang="en-US" altLang="ja-JP" dirty="0"/>
              <a:t> </a:t>
            </a:r>
            <a:r>
              <a:rPr lang="en-US" altLang="ja-JP" dirty="0" err="1"/>
              <a:t>cho</a:t>
            </a:r>
            <a:r>
              <a:rPr lang="en-US" altLang="ja-JP" dirty="0"/>
              <a:t> </a:t>
            </a:r>
            <a:r>
              <a:rPr lang="en-US" altLang="ja-JP" dirty="0" err="1"/>
              <a:t>từng</a:t>
            </a:r>
            <a:r>
              <a:rPr lang="en-US" altLang="ja-JP" dirty="0"/>
              <a:t> </a:t>
            </a:r>
            <a:r>
              <a:rPr lang="en-US" altLang="ja-JP" dirty="0" err="1"/>
              <a:t>hạng</a:t>
            </a:r>
            <a:r>
              <a:rPr lang="en-US" altLang="ja-JP" dirty="0"/>
              <a:t> </a:t>
            </a:r>
            <a:r>
              <a:rPr lang="en-US" altLang="ja-JP" dirty="0" err="1"/>
              <a:t>mục</a:t>
            </a:r>
            <a:endParaRPr lang="en-US" altLang="ja-JP" dirty="0"/>
          </a:p>
          <a:p>
            <a:pPr marL="177519" indent="-177519" eaLnBrk="1" hangingPunct="1">
              <a:buFont typeface="Arial" panose="020B0604020202020204" pitchFamily="34" charset="0"/>
              <a:buChar char="•"/>
            </a:pPr>
            <a:r>
              <a:rPr lang="en-US" altLang="ja-JP" dirty="0"/>
              <a:t>Các </a:t>
            </a:r>
            <a:r>
              <a:rPr lang="en-US" altLang="ja-JP" dirty="0" err="1"/>
              <a:t>hạng</a:t>
            </a:r>
            <a:r>
              <a:rPr lang="en-US" altLang="ja-JP" dirty="0"/>
              <a:t> </a:t>
            </a:r>
            <a:r>
              <a:rPr lang="en-US" altLang="ja-JP" dirty="0" err="1"/>
              <a:t>mục</a:t>
            </a:r>
            <a:r>
              <a:rPr lang="en-US" altLang="ja-JP" dirty="0"/>
              <a:t> ở </a:t>
            </a:r>
            <a:r>
              <a:rPr lang="en-US" altLang="ja-JP" dirty="0" err="1"/>
              <a:t>tầng</a:t>
            </a:r>
            <a:r>
              <a:rPr lang="en-US" altLang="ja-JP" dirty="0"/>
              <a:t> </a:t>
            </a:r>
            <a:r>
              <a:rPr lang="en-US" altLang="ja-JP" dirty="0" err="1"/>
              <a:t>thấp</a:t>
            </a:r>
            <a:r>
              <a:rPr lang="en-US" altLang="ja-JP" dirty="0"/>
              <a:t> h</a:t>
            </a:r>
            <a:r>
              <a:rPr lang="vi-VN" altLang="ja-JP" dirty="0"/>
              <a:t>ơ</a:t>
            </a:r>
            <a:r>
              <a:rPr lang="en-US" altLang="ja-JP" dirty="0"/>
              <a:t>n </a:t>
            </a:r>
            <a:r>
              <a:rPr lang="en-US" altLang="ja-JP" dirty="0" err="1"/>
              <a:t>phải</a:t>
            </a:r>
            <a:r>
              <a:rPr lang="en-US" altLang="ja-JP" dirty="0"/>
              <a:t> </a:t>
            </a:r>
            <a:r>
              <a:rPr lang="en-US" altLang="ja-JP" dirty="0" err="1"/>
              <a:t>trực</a:t>
            </a:r>
            <a:r>
              <a:rPr lang="en-US" altLang="ja-JP" dirty="0"/>
              <a:t> </a:t>
            </a:r>
            <a:r>
              <a:rPr lang="en-US" altLang="ja-JP" dirty="0" err="1"/>
              <a:t>thuộc</a:t>
            </a:r>
            <a:r>
              <a:rPr lang="en-US" altLang="ja-JP" dirty="0"/>
              <a:t> </a:t>
            </a:r>
            <a:r>
              <a:rPr lang="en-US" altLang="ja-JP" dirty="0" err="1"/>
              <a:t>một</a:t>
            </a:r>
            <a:r>
              <a:rPr lang="en-US" altLang="ja-JP" dirty="0"/>
              <a:t> </a:t>
            </a:r>
            <a:r>
              <a:rPr lang="en-US" altLang="ja-JP" dirty="0" err="1"/>
              <a:t>hạng</a:t>
            </a:r>
            <a:r>
              <a:rPr lang="en-US" altLang="ja-JP" dirty="0"/>
              <a:t> </a:t>
            </a:r>
            <a:r>
              <a:rPr lang="en-US" altLang="ja-JP" dirty="0" err="1"/>
              <a:t>mục</a:t>
            </a:r>
            <a:r>
              <a:rPr lang="en-US" altLang="ja-JP" dirty="0"/>
              <a:t> </a:t>
            </a:r>
            <a:r>
              <a:rPr lang="en-US" altLang="ja-JP" dirty="0" err="1"/>
              <a:t>nào</a:t>
            </a:r>
            <a:r>
              <a:rPr lang="en-US" altLang="ja-JP" dirty="0"/>
              <a:t> </a:t>
            </a:r>
            <a:r>
              <a:rPr lang="en-US" altLang="ja-JP" dirty="0" err="1"/>
              <a:t>đó</a:t>
            </a:r>
            <a:r>
              <a:rPr lang="en-US" altLang="ja-JP" dirty="0"/>
              <a:t> ở </a:t>
            </a:r>
            <a:r>
              <a:rPr lang="en-US" altLang="ja-JP" dirty="0" err="1"/>
              <a:t>tầng</a:t>
            </a:r>
            <a:r>
              <a:rPr lang="en-US" altLang="ja-JP" dirty="0"/>
              <a:t> </a:t>
            </a:r>
            <a:r>
              <a:rPr lang="en-US" altLang="ja-JP" dirty="0" err="1"/>
              <a:t>cao</a:t>
            </a:r>
            <a:r>
              <a:rPr lang="en-US" altLang="ja-JP" dirty="0"/>
              <a:t> h</a:t>
            </a:r>
            <a:r>
              <a:rPr lang="vi-VN" altLang="ja-JP" dirty="0"/>
              <a:t>ơ</a:t>
            </a:r>
            <a:r>
              <a:rPr lang="en-US" altLang="ja-JP" dirty="0"/>
              <a:t>n</a:t>
            </a:r>
          </a:p>
          <a:p>
            <a:pPr marL="177519" indent="-177519" eaLnBrk="1" hangingPunct="1">
              <a:buFont typeface="Arial" panose="020B0604020202020204" pitchFamily="34" charset="0"/>
              <a:buChar char="•"/>
            </a:pPr>
            <a:r>
              <a:rPr lang="en-US" altLang="ja-JP" dirty="0" err="1"/>
              <a:t>Nút</a:t>
            </a:r>
            <a:r>
              <a:rPr lang="en-US" altLang="ja-JP" dirty="0"/>
              <a:t> </a:t>
            </a:r>
            <a:r>
              <a:rPr lang="en-US" altLang="ja-JP" dirty="0" err="1"/>
              <a:t>lá</a:t>
            </a:r>
            <a:r>
              <a:rPr lang="en-US" altLang="ja-JP" dirty="0"/>
              <a:t> </a:t>
            </a:r>
            <a:r>
              <a:rPr lang="en-US" altLang="ja-JP" dirty="0" err="1"/>
              <a:t>gọi</a:t>
            </a:r>
            <a:r>
              <a:rPr lang="en-US" altLang="ja-JP" dirty="0"/>
              <a:t> </a:t>
            </a:r>
            <a:r>
              <a:rPr lang="en-US" altLang="ja-JP" dirty="0" err="1"/>
              <a:t>là</a:t>
            </a:r>
            <a:r>
              <a:rPr lang="en-US" altLang="ja-JP" dirty="0"/>
              <a:t> Work Package:</a:t>
            </a:r>
          </a:p>
          <a:p>
            <a:pPr marL="177519" indent="-177519" eaLnBrk="1" hangingPunct="1">
              <a:buFont typeface="Arial" panose="020B0604020202020204" pitchFamily="34" charset="0"/>
              <a:buChar char="•"/>
            </a:pPr>
            <a:endParaRPr lang="en-US" altLang="ja-JP" dirty="0"/>
          </a:p>
          <a:p>
            <a:pPr marL="177519" indent="-177519" eaLnBrk="1" hangingPunct="1">
              <a:buFont typeface="Arial" panose="020B0604020202020204" pitchFamily="34" charset="0"/>
              <a:buChar char="•"/>
            </a:pPr>
            <a:endParaRPr lang="en-US" altLang="ja-JP" dirty="0"/>
          </a:p>
          <a:p>
            <a:pPr eaLnBrk="1" hangingPunct="1"/>
            <a:endParaRPr lang="en-US" altLang="ja-JP" dirty="0"/>
          </a:p>
          <a:p>
            <a:pPr eaLnBrk="1" hangingPunct="1"/>
            <a:r>
              <a:rPr lang="en-US" altLang="ja-JP" dirty="0"/>
              <a:t> WBS has some levels. </a:t>
            </a:r>
          </a:p>
          <a:p>
            <a:pPr eaLnBrk="1" hangingPunct="1"/>
            <a:r>
              <a:rPr lang="en-US" altLang="ja-JP" dirty="0"/>
              <a:t>At first, you need to select the criteria to decompose WBS such as product or process. And then, decompose each element with these basic rules.</a:t>
            </a:r>
          </a:p>
          <a:p>
            <a:pPr eaLnBrk="1" hangingPunct="1"/>
            <a:endParaRPr lang="en-US" altLang="ja-JP" dirty="0"/>
          </a:p>
          <a:p>
            <a:pPr eaLnBrk="1" hangingPunct="1">
              <a:buFont typeface="Wingdings" pitchFamily="2" charset="2"/>
              <a:buChar char="Ø"/>
            </a:pPr>
            <a:r>
              <a:rPr lang="en-US" altLang="ja-JP" dirty="0"/>
              <a:t>WBS ID : WBS ID is the number which is assigned to each element.</a:t>
            </a:r>
          </a:p>
          <a:p>
            <a:pPr eaLnBrk="1" hangingPunct="1">
              <a:buFont typeface="Wingdings" pitchFamily="2" charset="2"/>
              <a:buChar char="Ø"/>
            </a:pPr>
            <a:r>
              <a:rPr lang="en-US" altLang="ja-JP" dirty="0"/>
              <a:t>100% Rule : All lower elements should be included to upper element. </a:t>
            </a:r>
          </a:p>
          <a:p>
            <a:pPr eaLnBrk="1" hangingPunct="1">
              <a:buFont typeface="Wingdings" pitchFamily="2" charset="2"/>
              <a:buChar char="Ø"/>
            </a:pPr>
            <a:r>
              <a:rPr lang="en-US" altLang="ja-JP" dirty="0"/>
              <a:t>Work Package (WP) : Each element in the bottom level of WBS.</a:t>
            </a:r>
          </a:p>
          <a:p>
            <a:pPr eaLnBrk="1" hangingPunct="1"/>
            <a:endParaRPr lang="en-US" altLang="ja-JP" dirty="0"/>
          </a:p>
        </p:txBody>
      </p:sp>
    </p:spTree>
    <p:extLst>
      <p:ext uri="{BB962C8B-B14F-4D97-AF65-F5344CB8AC3E}">
        <p14:creationId xmlns:p14="http://schemas.microsoft.com/office/powerpoint/2010/main" val="4041235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2"/>
          <p:cNvSpPr>
            <a:spLocks noGrp="1" noRot="1" noChangeAspect="1" noChangeArrowheads="1" noTextEdit="1"/>
          </p:cNvSpPr>
          <p:nvPr>
            <p:ph type="sldImg"/>
          </p:nvPr>
        </p:nvSpPr>
        <p:spPr>
          <a:xfrm>
            <a:off x="776288" y="446088"/>
            <a:ext cx="5551487" cy="4162425"/>
          </a:xfrm>
          <a:ln/>
        </p:spPr>
      </p:sp>
      <p:sp>
        <p:nvSpPr>
          <p:cNvPr id="219139" name="Rectangle 3"/>
          <p:cNvSpPr>
            <a:spLocks noGrp="1" noChangeArrowheads="1"/>
          </p:cNvSpPr>
          <p:nvPr>
            <p:ph type="body" idx="1"/>
          </p:nvPr>
        </p:nvSpPr>
        <p:spPr>
          <a:xfrm>
            <a:off x="667819" y="4859848"/>
            <a:ext cx="5693856" cy="4608109"/>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ja-JP"/>
              <a:t>Ta nên phân rã WBS ở độ sâu nào? Không có qui tắc chung, mà chỉ gợi ý là có thể theo thời gian thực hiện dự kiến</a:t>
            </a:r>
          </a:p>
          <a:p>
            <a:r>
              <a:rPr lang="ja-JP" altLang="en-US"/>
              <a:t>　　･</a:t>
            </a:r>
            <a:r>
              <a:rPr lang="en-US" altLang="ja-JP"/>
              <a:t>80 giờ</a:t>
            </a:r>
            <a:r>
              <a:rPr lang="ja-JP" altLang="en-US"/>
              <a:t>／</a:t>
            </a:r>
            <a:r>
              <a:rPr lang="en-US" altLang="ja-JP"/>
              <a:t>WP</a:t>
            </a:r>
          </a:p>
          <a:p>
            <a:r>
              <a:rPr lang="ja-JP" altLang="en-US"/>
              <a:t>　　･</a:t>
            </a:r>
            <a:r>
              <a:rPr lang="en-US" altLang="ja-JP"/>
              <a:t>40 giờ</a:t>
            </a:r>
            <a:r>
              <a:rPr lang="ja-JP" altLang="en-US"/>
              <a:t>／</a:t>
            </a:r>
            <a:r>
              <a:rPr lang="en-US" altLang="ja-JP"/>
              <a:t>WP</a:t>
            </a:r>
            <a:br>
              <a:rPr lang="en-US" altLang="ja-JP"/>
            </a:br>
            <a:endParaRPr lang="en-US" altLang="ja-JP"/>
          </a:p>
          <a:p>
            <a:endParaRPr lang="en-US" altLang="ja-JP"/>
          </a:p>
          <a:p>
            <a:endParaRPr lang="en-US" altLang="ja-JP"/>
          </a:p>
          <a:p>
            <a:r>
              <a:rPr lang="en-US" altLang="ja-JP"/>
              <a:t>Which level should you decompose WBS? Although there are no fixed rule about decomposition, we have some rough standard as follows:</a:t>
            </a:r>
          </a:p>
          <a:p>
            <a:endParaRPr lang="ja-JP" altLang="en-US"/>
          </a:p>
          <a:p>
            <a:r>
              <a:rPr lang="ja-JP" altLang="en-US"/>
              <a:t>　　･</a:t>
            </a:r>
            <a:r>
              <a:rPr lang="en-US" altLang="ja-JP"/>
              <a:t>80 hours</a:t>
            </a:r>
            <a:r>
              <a:rPr lang="ja-JP" altLang="en-US"/>
              <a:t>／</a:t>
            </a:r>
            <a:r>
              <a:rPr lang="en-US" altLang="ja-JP"/>
              <a:t>WP</a:t>
            </a:r>
          </a:p>
          <a:p>
            <a:r>
              <a:rPr lang="ja-JP" altLang="en-US"/>
              <a:t>　　･</a:t>
            </a:r>
            <a:r>
              <a:rPr lang="en-US" altLang="ja-JP"/>
              <a:t>40 hours</a:t>
            </a:r>
            <a:r>
              <a:rPr lang="ja-JP" altLang="en-US"/>
              <a:t>／</a:t>
            </a:r>
            <a:r>
              <a:rPr lang="en-US" altLang="ja-JP"/>
              <a:t>WP</a:t>
            </a:r>
            <a:br>
              <a:rPr lang="en-US" altLang="ja-JP"/>
            </a:br>
            <a:endParaRPr lang="en-US" altLang="ja-JP"/>
          </a:p>
          <a:p>
            <a:r>
              <a:rPr lang="ja-JP" altLang="en-US"/>
              <a:t> </a:t>
            </a:r>
            <a:r>
              <a:rPr lang="en-US" altLang="ja-JP"/>
              <a:t>If you think that 40 hours size WP is still big, continue to decompose it until the size you think small enough. The size of WP depends on the purpose.</a:t>
            </a:r>
          </a:p>
          <a:p>
            <a:endParaRPr lang="en-US" altLang="ja-JP"/>
          </a:p>
        </p:txBody>
      </p:sp>
    </p:spTree>
    <p:extLst>
      <p:ext uri="{BB962C8B-B14F-4D97-AF65-F5344CB8AC3E}">
        <p14:creationId xmlns:p14="http://schemas.microsoft.com/office/powerpoint/2010/main" val="7426408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Arial" charset="0"/>
                <a:ea typeface="ＭＳ Ｐゴシック" pitchFamily="50" charset="-128"/>
              </a:defRPr>
            </a:lvl1pPr>
            <a:lvl2pPr marL="769250" indent="-295866" eaLnBrk="0" hangingPunct="0">
              <a:defRPr kumimoji="1">
                <a:solidFill>
                  <a:schemeClr val="tx1"/>
                </a:solidFill>
                <a:latin typeface="Arial" charset="0"/>
                <a:ea typeface="ＭＳ Ｐゴシック" pitchFamily="50" charset="-128"/>
              </a:defRPr>
            </a:lvl2pPr>
            <a:lvl3pPr marL="1183462" indent="-236692" eaLnBrk="0" hangingPunct="0">
              <a:defRPr kumimoji="1">
                <a:solidFill>
                  <a:schemeClr val="tx1"/>
                </a:solidFill>
                <a:latin typeface="Arial" charset="0"/>
                <a:ea typeface="ＭＳ Ｐゴシック" pitchFamily="50" charset="-128"/>
              </a:defRPr>
            </a:lvl3pPr>
            <a:lvl4pPr marL="1656847" indent="-236692" eaLnBrk="0" hangingPunct="0">
              <a:defRPr kumimoji="1">
                <a:solidFill>
                  <a:schemeClr val="tx1"/>
                </a:solidFill>
                <a:latin typeface="Arial" charset="0"/>
                <a:ea typeface="ＭＳ Ｐゴシック" pitchFamily="50" charset="-128"/>
              </a:defRPr>
            </a:lvl4pPr>
            <a:lvl5pPr marL="2130232" indent="-236692" eaLnBrk="0" hangingPunct="0">
              <a:defRPr kumimoji="1">
                <a:solidFill>
                  <a:schemeClr val="tx1"/>
                </a:solidFill>
                <a:latin typeface="Arial" charset="0"/>
                <a:ea typeface="ＭＳ Ｐゴシック" pitchFamily="50" charset="-128"/>
              </a:defRPr>
            </a:lvl5pPr>
            <a:lvl6pPr marL="2603617" indent="-236692" eaLnBrk="0" fontAlgn="base" hangingPunct="0">
              <a:spcBef>
                <a:spcPct val="0"/>
              </a:spcBef>
              <a:spcAft>
                <a:spcPct val="0"/>
              </a:spcAft>
              <a:defRPr kumimoji="1">
                <a:solidFill>
                  <a:schemeClr val="tx1"/>
                </a:solidFill>
                <a:latin typeface="Arial" charset="0"/>
                <a:ea typeface="ＭＳ Ｐゴシック" pitchFamily="50" charset="-128"/>
              </a:defRPr>
            </a:lvl6pPr>
            <a:lvl7pPr marL="3077002" indent="-236692" eaLnBrk="0" fontAlgn="base" hangingPunct="0">
              <a:spcBef>
                <a:spcPct val="0"/>
              </a:spcBef>
              <a:spcAft>
                <a:spcPct val="0"/>
              </a:spcAft>
              <a:defRPr kumimoji="1">
                <a:solidFill>
                  <a:schemeClr val="tx1"/>
                </a:solidFill>
                <a:latin typeface="Arial" charset="0"/>
                <a:ea typeface="ＭＳ Ｐゴシック" pitchFamily="50" charset="-128"/>
              </a:defRPr>
            </a:lvl7pPr>
            <a:lvl8pPr marL="3550387" indent="-236692" eaLnBrk="0" fontAlgn="base" hangingPunct="0">
              <a:spcBef>
                <a:spcPct val="0"/>
              </a:spcBef>
              <a:spcAft>
                <a:spcPct val="0"/>
              </a:spcAft>
              <a:defRPr kumimoji="1">
                <a:solidFill>
                  <a:schemeClr val="tx1"/>
                </a:solidFill>
                <a:latin typeface="Arial" charset="0"/>
                <a:ea typeface="ＭＳ Ｐゴシック" pitchFamily="50" charset="-128"/>
              </a:defRPr>
            </a:lvl8pPr>
            <a:lvl9pPr marL="4023771" indent="-236692"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fld id="{2AE5F110-9EE0-4BE3-8DEC-B05F31A6F17B}" type="slidenum">
              <a:rPr lang="en-US" altLang="ja-JP" smtClean="0"/>
              <a:pPr eaLnBrk="1" hangingPunct="1"/>
              <a:t>29</a:t>
            </a:fld>
            <a:endParaRPr lang="en-US" altLang="ja-JP"/>
          </a:p>
        </p:txBody>
      </p:sp>
      <p:sp>
        <p:nvSpPr>
          <p:cNvPr id="220163" name="Rectangle 2"/>
          <p:cNvSpPr>
            <a:spLocks noGrp="1" noRot="1" noChangeAspect="1" noChangeArrowheads="1" noTextEdit="1"/>
          </p:cNvSpPr>
          <p:nvPr>
            <p:ph type="sldImg"/>
          </p:nvPr>
        </p:nvSpPr>
        <p:spPr>
          <a:ln/>
        </p:spPr>
      </p:sp>
      <p:sp>
        <p:nvSpPr>
          <p:cNvPr id="2201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ja-JP"/>
              <a:t>WBS sẽ là đầu vào không thể thiếu của lập kế hoạch hiệu quả. </a:t>
            </a:r>
          </a:p>
          <a:p>
            <a:pPr eaLnBrk="1" hangingPunct="1"/>
            <a:r>
              <a:rPr lang="ja-JP" altLang="en-US"/>
              <a:t>W</a:t>
            </a:r>
            <a:r>
              <a:rPr lang="en-US" altLang="ja-JP"/>
              <a:t>BS will be core input for successor planning processes as described above. In here, we will see the process to develop schedule.</a:t>
            </a:r>
            <a:endParaRPr lang="ja-JP" altLang="ja-JP"/>
          </a:p>
        </p:txBody>
      </p:sp>
    </p:spTree>
    <p:extLst>
      <p:ext uri="{BB962C8B-B14F-4D97-AF65-F5344CB8AC3E}">
        <p14:creationId xmlns:p14="http://schemas.microsoft.com/office/powerpoint/2010/main" val="16661473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Arial" charset="0"/>
                <a:ea typeface="ＭＳ Ｐゴシック" pitchFamily="50" charset="-128"/>
              </a:defRPr>
            </a:lvl1pPr>
            <a:lvl2pPr marL="769250" indent="-295866" eaLnBrk="0" hangingPunct="0">
              <a:defRPr kumimoji="1">
                <a:solidFill>
                  <a:schemeClr val="tx1"/>
                </a:solidFill>
                <a:latin typeface="Arial" charset="0"/>
                <a:ea typeface="ＭＳ Ｐゴシック" pitchFamily="50" charset="-128"/>
              </a:defRPr>
            </a:lvl2pPr>
            <a:lvl3pPr marL="1183462" indent="-236692" eaLnBrk="0" hangingPunct="0">
              <a:defRPr kumimoji="1">
                <a:solidFill>
                  <a:schemeClr val="tx1"/>
                </a:solidFill>
                <a:latin typeface="Arial" charset="0"/>
                <a:ea typeface="ＭＳ Ｐゴシック" pitchFamily="50" charset="-128"/>
              </a:defRPr>
            </a:lvl3pPr>
            <a:lvl4pPr marL="1656847" indent="-236692" eaLnBrk="0" hangingPunct="0">
              <a:defRPr kumimoji="1">
                <a:solidFill>
                  <a:schemeClr val="tx1"/>
                </a:solidFill>
                <a:latin typeface="Arial" charset="0"/>
                <a:ea typeface="ＭＳ Ｐゴシック" pitchFamily="50" charset="-128"/>
              </a:defRPr>
            </a:lvl4pPr>
            <a:lvl5pPr marL="2130232" indent="-236692" eaLnBrk="0" hangingPunct="0">
              <a:defRPr kumimoji="1">
                <a:solidFill>
                  <a:schemeClr val="tx1"/>
                </a:solidFill>
                <a:latin typeface="Arial" charset="0"/>
                <a:ea typeface="ＭＳ Ｐゴシック" pitchFamily="50" charset="-128"/>
              </a:defRPr>
            </a:lvl5pPr>
            <a:lvl6pPr marL="2603617" indent="-236692" eaLnBrk="0" fontAlgn="base" hangingPunct="0">
              <a:spcBef>
                <a:spcPct val="0"/>
              </a:spcBef>
              <a:spcAft>
                <a:spcPct val="0"/>
              </a:spcAft>
              <a:defRPr kumimoji="1">
                <a:solidFill>
                  <a:schemeClr val="tx1"/>
                </a:solidFill>
                <a:latin typeface="Arial" charset="0"/>
                <a:ea typeface="ＭＳ Ｐゴシック" pitchFamily="50" charset="-128"/>
              </a:defRPr>
            </a:lvl6pPr>
            <a:lvl7pPr marL="3077002" indent="-236692" eaLnBrk="0" fontAlgn="base" hangingPunct="0">
              <a:spcBef>
                <a:spcPct val="0"/>
              </a:spcBef>
              <a:spcAft>
                <a:spcPct val="0"/>
              </a:spcAft>
              <a:defRPr kumimoji="1">
                <a:solidFill>
                  <a:schemeClr val="tx1"/>
                </a:solidFill>
                <a:latin typeface="Arial" charset="0"/>
                <a:ea typeface="ＭＳ Ｐゴシック" pitchFamily="50" charset="-128"/>
              </a:defRPr>
            </a:lvl7pPr>
            <a:lvl8pPr marL="3550387" indent="-236692" eaLnBrk="0" fontAlgn="base" hangingPunct="0">
              <a:spcBef>
                <a:spcPct val="0"/>
              </a:spcBef>
              <a:spcAft>
                <a:spcPct val="0"/>
              </a:spcAft>
              <a:defRPr kumimoji="1">
                <a:solidFill>
                  <a:schemeClr val="tx1"/>
                </a:solidFill>
                <a:latin typeface="Arial" charset="0"/>
                <a:ea typeface="ＭＳ Ｐゴシック" pitchFamily="50" charset="-128"/>
              </a:defRPr>
            </a:lvl8pPr>
            <a:lvl9pPr marL="4023771" indent="-236692"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fld id="{DA103910-80C9-428C-A98E-7CCE6638F315}" type="slidenum">
              <a:rPr lang="en-US" altLang="ja-JP" smtClean="0"/>
              <a:pPr eaLnBrk="1" hangingPunct="1"/>
              <a:t>31</a:t>
            </a:fld>
            <a:endParaRPr lang="en-US" altLang="ja-JP"/>
          </a:p>
        </p:txBody>
      </p:sp>
      <p:sp>
        <p:nvSpPr>
          <p:cNvPr id="221187" name="Rectangle 2"/>
          <p:cNvSpPr>
            <a:spLocks noGrp="1" noRot="1" noChangeAspect="1" noChangeArrowheads="1" noTextEdit="1"/>
          </p:cNvSpPr>
          <p:nvPr>
            <p:ph type="sldImg"/>
          </p:nvPr>
        </p:nvSpPr>
        <p:spPr>
          <a:ln/>
        </p:spPr>
      </p:sp>
      <p:sp>
        <p:nvSpPr>
          <p:cNvPr id="2211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ja-JP"/>
              <a:t>Develop Schedule needs former, several processes.</a:t>
            </a:r>
          </a:p>
          <a:p>
            <a:pPr eaLnBrk="1" hangingPunct="1"/>
            <a:r>
              <a:rPr lang="ja-JP" altLang="en-US"/>
              <a:t>T</a:t>
            </a:r>
            <a:r>
              <a:rPr lang="en-US" altLang="ja-JP"/>
              <a:t>he basic process of development of schedule begin with Define Activities.</a:t>
            </a:r>
            <a:endParaRPr lang="ja-JP" altLang="ja-JP"/>
          </a:p>
        </p:txBody>
      </p:sp>
    </p:spTree>
    <p:extLst>
      <p:ext uri="{BB962C8B-B14F-4D97-AF65-F5344CB8AC3E}">
        <p14:creationId xmlns:p14="http://schemas.microsoft.com/office/powerpoint/2010/main" val="37541167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7"/>
          <p:cNvSpPr txBox="1">
            <a:spLocks noGrp="1" noChangeArrowheads="1"/>
          </p:cNvSpPr>
          <p:nvPr/>
        </p:nvSpPr>
        <p:spPr bwMode="auto">
          <a:xfrm>
            <a:off x="4023482" y="9721330"/>
            <a:ext cx="3078924" cy="511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677" tIns="47338" rIns="94677" bIns="47338" anchor="b"/>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algn="r" eaLnBrk="1" hangingPunct="1"/>
            <a:fld id="{ED7CFADE-61E8-4E84-8A2E-FCFA1CD5F83C}" type="slidenum">
              <a:rPr lang="en-US" altLang="ja-JP" sz="1200"/>
              <a:pPr algn="r" eaLnBrk="1" hangingPunct="1"/>
              <a:t>32</a:t>
            </a:fld>
            <a:endParaRPr lang="en-US" altLang="ja-JP" sz="1200"/>
          </a:p>
        </p:txBody>
      </p:sp>
      <p:sp>
        <p:nvSpPr>
          <p:cNvPr id="222211" name="Rectangle 2"/>
          <p:cNvSpPr>
            <a:spLocks noGrp="1" noRot="1" noChangeAspect="1" noChangeArrowheads="1" noTextEdit="1"/>
          </p:cNvSpPr>
          <p:nvPr>
            <p:ph type="sldImg"/>
          </p:nvPr>
        </p:nvSpPr>
        <p:spPr>
          <a:ln/>
        </p:spPr>
      </p:sp>
      <p:sp>
        <p:nvSpPr>
          <p:cNvPr id="2222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Clr>
                <a:schemeClr val="tx1"/>
              </a:buClr>
              <a:buFont typeface="Wingdings" pitchFamily="2" charset="2"/>
              <a:buNone/>
            </a:pPr>
            <a:r>
              <a:rPr lang="vi-VN" altLang="ja-JP"/>
              <a:t>Kích thước của </a:t>
            </a:r>
            <a:r>
              <a:rPr lang="en-US" altLang="ja-JP"/>
              <a:t>Work Package là vấn đề khó giải quyết. Đôi khi nó quá lớn tới mức khó có thể trở gán cho ai đó thực hiện.</a:t>
            </a:r>
            <a:endParaRPr lang="vi-VN" altLang="ja-JP"/>
          </a:p>
          <a:p>
            <a:pPr eaLnBrk="1" hangingPunct="1">
              <a:buClr>
                <a:schemeClr val="tx1"/>
              </a:buClr>
              <a:buFont typeface="Wingdings" pitchFamily="2" charset="2"/>
              <a:buNone/>
            </a:pPr>
            <a:r>
              <a:rPr lang="en-US" altLang="ja-JP"/>
              <a:t>Work Package </a:t>
            </a:r>
            <a:r>
              <a:rPr lang="vi-VN" altLang="ja-JP"/>
              <a:t>của WBS </a:t>
            </a:r>
            <a:r>
              <a:rPr lang="en-US" altLang="ja-JP"/>
              <a:t>thậm chí còn đ</a:t>
            </a:r>
            <a:r>
              <a:rPr lang="vi-VN" altLang="ja-JP"/>
              <a:t>ư</a:t>
            </a:r>
            <a:r>
              <a:rPr lang="en-US" altLang="ja-JP"/>
              <a:t>ợc</a:t>
            </a:r>
            <a:r>
              <a:rPr lang="vi-VN" altLang="ja-JP"/>
              <a:t> phân tách chi tiết, hoạt động cụ thể hơn </a:t>
            </a:r>
            <a:r>
              <a:rPr lang="en-US" altLang="ja-JP"/>
              <a:t>để đ</a:t>
            </a:r>
            <a:r>
              <a:rPr lang="vi-VN" altLang="ja-JP"/>
              <a:t>ư</a:t>
            </a:r>
            <a:r>
              <a:rPr lang="en-US" altLang="ja-JP"/>
              <a:t>a vào “Danh sách các hoạt động”</a:t>
            </a:r>
            <a:endParaRPr lang="vi-VN" altLang="ja-JP"/>
          </a:p>
          <a:p>
            <a:pPr eaLnBrk="1" hangingPunct="1">
              <a:buClr>
                <a:schemeClr val="tx1"/>
              </a:buClr>
              <a:buFont typeface="Wingdings" pitchFamily="2" charset="2"/>
              <a:buNone/>
            </a:pPr>
            <a:endParaRPr lang="vi-VN" altLang="ja-JP"/>
          </a:p>
          <a:p>
            <a:pPr eaLnBrk="1" hangingPunct="1">
              <a:buClr>
                <a:schemeClr val="tx1"/>
              </a:buClr>
              <a:buFont typeface="Wingdings" pitchFamily="2" charset="2"/>
              <a:buNone/>
            </a:pPr>
            <a:r>
              <a:rPr lang="vi-VN" altLang="ja-JP"/>
              <a:t>Danh sách hoạt động </a:t>
            </a:r>
            <a:r>
              <a:rPr lang="en-US" altLang="ja-JP"/>
              <a:t>phải phù hợp với task list của từng cá nhân trong nhóm</a:t>
            </a:r>
            <a:endParaRPr lang="vi-VN" altLang="ja-JP"/>
          </a:p>
          <a:p>
            <a:pPr eaLnBrk="1" hangingPunct="1">
              <a:buClr>
                <a:schemeClr val="tx1"/>
              </a:buClr>
              <a:buFont typeface="Wingdings" pitchFamily="2" charset="2"/>
              <a:buNone/>
            </a:pPr>
            <a:r>
              <a:rPr lang="vi-VN" altLang="ja-JP"/>
              <a:t>Cf.</a:t>
            </a:r>
          </a:p>
          <a:p>
            <a:pPr eaLnBrk="1" hangingPunct="1">
              <a:buClr>
                <a:schemeClr val="tx1"/>
              </a:buClr>
              <a:buFont typeface="Wingdings" pitchFamily="2" charset="2"/>
              <a:buNone/>
            </a:pPr>
            <a:r>
              <a:rPr lang="vi-VN" altLang="ja-JP"/>
              <a:t>Phương pháp lập kế hoạch sóng cuộn: Kỹ thuật để dần dần thực hiện lịch trình chi tiết cùng với tiến độ của dự án.</a:t>
            </a:r>
            <a:endParaRPr lang="en-US" altLang="ja-JP"/>
          </a:p>
          <a:p>
            <a:pPr eaLnBrk="1" hangingPunct="1">
              <a:buClr>
                <a:schemeClr val="tx1"/>
              </a:buClr>
              <a:buFont typeface="Wingdings" pitchFamily="2" charset="2"/>
              <a:buNone/>
            </a:pPr>
            <a:endParaRPr lang="en-US" altLang="ja-JP"/>
          </a:p>
          <a:p>
            <a:pPr eaLnBrk="1" hangingPunct="1">
              <a:buClr>
                <a:schemeClr val="tx1"/>
              </a:buClr>
              <a:buFont typeface="Wingdings" pitchFamily="2" charset="2"/>
              <a:buNone/>
            </a:pPr>
            <a:endParaRPr lang="en-US" altLang="ja-JP"/>
          </a:p>
          <a:p>
            <a:pPr eaLnBrk="1" hangingPunct="1">
              <a:buClr>
                <a:schemeClr val="tx1"/>
              </a:buClr>
              <a:buFont typeface="Wingdings" pitchFamily="2" charset="2"/>
              <a:buNone/>
            </a:pPr>
            <a:r>
              <a:rPr lang="en-US" altLang="ja-JP"/>
              <a:t>The size of work package is for master schedule. In many case, it will be too large to make a individual schedule. </a:t>
            </a:r>
          </a:p>
          <a:p>
            <a:pPr eaLnBrk="1" hangingPunct="1">
              <a:buClr>
                <a:schemeClr val="tx1"/>
              </a:buClr>
              <a:buFont typeface="Wingdings" pitchFamily="2" charset="2"/>
              <a:buNone/>
            </a:pPr>
            <a:r>
              <a:rPr lang="en-US" altLang="ja-JP"/>
              <a:t>In activity definition, the work package of WBS is decomposed in detail, more concrete activity to “Activity list.” </a:t>
            </a:r>
          </a:p>
          <a:p>
            <a:pPr eaLnBrk="1" hangingPunct="1">
              <a:buClr>
                <a:schemeClr val="tx1"/>
              </a:buClr>
              <a:buFont typeface="Wingdings" pitchFamily="2" charset="2"/>
              <a:buNone/>
            </a:pPr>
            <a:endParaRPr lang="en-US" altLang="ja-JP"/>
          </a:p>
          <a:p>
            <a:pPr eaLnBrk="1" hangingPunct="1">
              <a:buClr>
                <a:schemeClr val="tx1"/>
              </a:buClr>
              <a:buFont typeface="Wingdings" pitchFamily="2" charset="2"/>
              <a:buNone/>
            </a:pPr>
            <a:r>
              <a:rPr lang="en-US" altLang="ja-JP"/>
              <a:t>Activity list is meet task list of individual level schedule. </a:t>
            </a:r>
          </a:p>
          <a:p>
            <a:pPr eaLnBrk="1" hangingPunct="1">
              <a:buClr>
                <a:schemeClr val="tx1"/>
              </a:buClr>
              <a:buFont typeface="Wingdings" pitchFamily="2" charset="2"/>
              <a:buNone/>
            </a:pPr>
            <a:endParaRPr lang="en-US" altLang="ja-JP"/>
          </a:p>
          <a:p>
            <a:pPr eaLnBrk="1" hangingPunct="1">
              <a:buClr>
                <a:schemeClr val="tx1"/>
              </a:buClr>
              <a:buFont typeface="Wingdings" pitchFamily="2" charset="2"/>
              <a:buNone/>
            </a:pPr>
            <a:r>
              <a:rPr lang="en-US" altLang="ja-JP"/>
              <a:t>Cf.</a:t>
            </a:r>
          </a:p>
          <a:p>
            <a:pPr eaLnBrk="1" hangingPunct="1">
              <a:buClr>
                <a:schemeClr val="tx1"/>
              </a:buClr>
              <a:buFont typeface="Wingdings" pitchFamily="2" charset="2"/>
              <a:buNone/>
            </a:pPr>
            <a:r>
              <a:rPr lang="en-US" altLang="ja-JP" b="1"/>
              <a:t>Rolling wave planning method :</a:t>
            </a:r>
            <a:br>
              <a:rPr lang="en-US" altLang="ja-JP" b="1"/>
            </a:br>
            <a:r>
              <a:rPr lang="en-US" altLang="ja-JP"/>
              <a:t> The technique for gradually making the detail schedule along with the progress on the project.</a:t>
            </a:r>
          </a:p>
          <a:p>
            <a:pPr eaLnBrk="1" hangingPunct="1"/>
            <a:endParaRPr lang="en-US" altLang="ja-JP"/>
          </a:p>
        </p:txBody>
      </p:sp>
    </p:spTree>
    <p:extLst>
      <p:ext uri="{BB962C8B-B14F-4D97-AF65-F5344CB8AC3E}">
        <p14:creationId xmlns:p14="http://schemas.microsoft.com/office/powerpoint/2010/main" val="176762120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7"/>
          <p:cNvSpPr txBox="1">
            <a:spLocks noGrp="1" noChangeArrowheads="1"/>
          </p:cNvSpPr>
          <p:nvPr/>
        </p:nvSpPr>
        <p:spPr bwMode="auto">
          <a:xfrm>
            <a:off x="4023482" y="9721330"/>
            <a:ext cx="3078924" cy="511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677" tIns="47338" rIns="94677" bIns="47338" anchor="b"/>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algn="r" eaLnBrk="1" hangingPunct="1"/>
            <a:fld id="{115312A0-1ACD-46D8-96E5-E39395DB332F}" type="slidenum">
              <a:rPr lang="en-US" altLang="ja-JP" sz="1200"/>
              <a:pPr algn="r" eaLnBrk="1" hangingPunct="1"/>
              <a:t>33</a:t>
            </a:fld>
            <a:endParaRPr lang="en-US" altLang="ja-JP" sz="1200"/>
          </a:p>
        </p:txBody>
      </p:sp>
      <p:sp>
        <p:nvSpPr>
          <p:cNvPr id="223235" name="Rectangle 2"/>
          <p:cNvSpPr>
            <a:spLocks noGrp="1" noRot="1" noChangeAspect="1" noChangeArrowheads="1" noTextEdit="1"/>
          </p:cNvSpPr>
          <p:nvPr>
            <p:ph type="sldImg"/>
          </p:nvPr>
        </p:nvSpPr>
        <p:spPr>
          <a:ln/>
        </p:spPr>
      </p:sp>
      <p:sp>
        <p:nvSpPr>
          <p:cNvPr id="223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ja-JP"/>
              <a:t>Every project activities except the first and last are connected to at least one predecessor and successor. Also, to make a realistic and achievable project schedule, it will be necessary to use lead and lag time between activities.</a:t>
            </a:r>
          </a:p>
          <a:p>
            <a:pPr eaLnBrk="1" hangingPunct="1"/>
            <a:r>
              <a:rPr lang="en-US" altLang="ja-JP"/>
              <a:t>Đẩy nhanh: cho phép quá trình thực hiện sớm h</a:t>
            </a:r>
            <a:r>
              <a:rPr lang="vi-VN" altLang="ja-JP"/>
              <a:t>ơ</a:t>
            </a:r>
            <a:r>
              <a:rPr lang="en-US" altLang="ja-JP"/>
              <a:t>n kế hoạch</a:t>
            </a:r>
          </a:p>
        </p:txBody>
      </p:sp>
    </p:spTree>
    <p:extLst>
      <p:ext uri="{BB962C8B-B14F-4D97-AF65-F5344CB8AC3E}">
        <p14:creationId xmlns:p14="http://schemas.microsoft.com/office/powerpoint/2010/main" val="146357674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Arial" charset="0"/>
                <a:ea typeface="ＭＳ Ｐゴシック" pitchFamily="50" charset="-128"/>
              </a:defRPr>
            </a:lvl1pPr>
            <a:lvl2pPr marL="769250" indent="-295866" eaLnBrk="0" hangingPunct="0">
              <a:defRPr kumimoji="1">
                <a:solidFill>
                  <a:schemeClr val="tx1"/>
                </a:solidFill>
                <a:latin typeface="Arial" charset="0"/>
                <a:ea typeface="ＭＳ Ｐゴシック" pitchFamily="50" charset="-128"/>
              </a:defRPr>
            </a:lvl2pPr>
            <a:lvl3pPr marL="1183462" indent="-236692" eaLnBrk="0" hangingPunct="0">
              <a:defRPr kumimoji="1">
                <a:solidFill>
                  <a:schemeClr val="tx1"/>
                </a:solidFill>
                <a:latin typeface="Arial" charset="0"/>
                <a:ea typeface="ＭＳ Ｐゴシック" pitchFamily="50" charset="-128"/>
              </a:defRPr>
            </a:lvl3pPr>
            <a:lvl4pPr marL="1656847" indent="-236692" eaLnBrk="0" hangingPunct="0">
              <a:defRPr kumimoji="1">
                <a:solidFill>
                  <a:schemeClr val="tx1"/>
                </a:solidFill>
                <a:latin typeface="Arial" charset="0"/>
                <a:ea typeface="ＭＳ Ｐゴシック" pitchFamily="50" charset="-128"/>
              </a:defRPr>
            </a:lvl4pPr>
            <a:lvl5pPr marL="2130232" indent="-236692" eaLnBrk="0" hangingPunct="0">
              <a:defRPr kumimoji="1">
                <a:solidFill>
                  <a:schemeClr val="tx1"/>
                </a:solidFill>
                <a:latin typeface="Arial" charset="0"/>
                <a:ea typeface="ＭＳ Ｐゴシック" pitchFamily="50" charset="-128"/>
              </a:defRPr>
            </a:lvl5pPr>
            <a:lvl6pPr marL="2603617" indent="-236692" eaLnBrk="0" fontAlgn="base" hangingPunct="0">
              <a:spcBef>
                <a:spcPct val="0"/>
              </a:spcBef>
              <a:spcAft>
                <a:spcPct val="0"/>
              </a:spcAft>
              <a:defRPr kumimoji="1">
                <a:solidFill>
                  <a:schemeClr val="tx1"/>
                </a:solidFill>
                <a:latin typeface="Arial" charset="0"/>
                <a:ea typeface="ＭＳ Ｐゴシック" pitchFamily="50" charset="-128"/>
              </a:defRPr>
            </a:lvl6pPr>
            <a:lvl7pPr marL="3077002" indent="-236692" eaLnBrk="0" fontAlgn="base" hangingPunct="0">
              <a:spcBef>
                <a:spcPct val="0"/>
              </a:spcBef>
              <a:spcAft>
                <a:spcPct val="0"/>
              </a:spcAft>
              <a:defRPr kumimoji="1">
                <a:solidFill>
                  <a:schemeClr val="tx1"/>
                </a:solidFill>
                <a:latin typeface="Arial" charset="0"/>
                <a:ea typeface="ＭＳ Ｐゴシック" pitchFamily="50" charset="-128"/>
              </a:defRPr>
            </a:lvl7pPr>
            <a:lvl8pPr marL="3550387" indent="-236692" eaLnBrk="0" fontAlgn="base" hangingPunct="0">
              <a:spcBef>
                <a:spcPct val="0"/>
              </a:spcBef>
              <a:spcAft>
                <a:spcPct val="0"/>
              </a:spcAft>
              <a:defRPr kumimoji="1">
                <a:solidFill>
                  <a:schemeClr val="tx1"/>
                </a:solidFill>
                <a:latin typeface="Arial" charset="0"/>
                <a:ea typeface="ＭＳ Ｐゴシック" pitchFamily="50" charset="-128"/>
              </a:defRPr>
            </a:lvl8pPr>
            <a:lvl9pPr marL="4023771" indent="-236692"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fld id="{39281C70-757D-4D13-8443-B1CAD5170293}" type="slidenum">
              <a:rPr lang="en-US" altLang="ja-JP" smtClean="0"/>
              <a:pPr eaLnBrk="1" hangingPunct="1"/>
              <a:t>35</a:t>
            </a:fld>
            <a:endParaRPr lang="en-US" altLang="ja-JP"/>
          </a:p>
        </p:txBody>
      </p:sp>
      <p:sp>
        <p:nvSpPr>
          <p:cNvPr id="224259" name="Rectangle 2"/>
          <p:cNvSpPr>
            <a:spLocks noGrp="1" noRot="1" noChangeAspect="1" noChangeArrowheads="1" noTextEdit="1"/>
          </p:cNvSpPr>
          <p:nvPr>
            <p:ph type="sldImg"/>
          </p:nvPr>
        </p:nvSpPr>
        <p:spPr>
          <a:ln/>
        </p:spPr>
      </p:sp>
      <p:sp>
        <p:nvSpPr>
          <p:cNvPr id="2242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ja-JP"/>
              <a:t>For example, consider the dependent relationship using two activities as follows;</a:t>
            </a:r>
          </a:p>
          <a:p>
            <a:pPr eaLnBrk="1" hangingPunct="1"/>
            <a:r>
              <a:rPr lang="en-US" altLang="ja-JP"/>
              <a:t>(A) Participants come into seminar room</a:t>
            </a:r>
          </a:p>
          <a:p>
            <a:pPr eaLnBrk="1" hangingPunct="1"/>
            <a:r>
              <a:rPr lang="en-US" altLang="ja-JP"/>
              <a:t>(B) Seminar start</a:t>
            </a:r>
          </a:p>
          <a:p>
            <a:pPr eaLnBrk="1" hangingPunct="1"/>
            <a:endParaRPr lang="en-US" altLang="ja-JP"/>
          </a:p>
          <a:p>
            <a:pPr eaLnBrk="1" hangingPunct="1"/>
            <a:r>
              <a:rPr lang="en-US" altLang="ja-JP"/>
              <a:t>How can you express these two activities in each four dependent relationships?</a:t>
            </a:r>
          </a:p>
          <a:p>
            <a:pPr eaLnBrk="1" hangingPunct="1"/>
            <a:endParaRPr lang="en-US" altLang="ja-JP"/>
          </a:p>
        </p:txBody>
      </p:sp>
    </p:spTree>
    <p:extLst>
      <p:ext uri="{BB962C8B-B14F-4D97-AF65-F5344CB8AC3E}">
        <p14:creationId xmlns:p14="http://schemas.microsoft.com/office/powerpoint/2010/main" val="215663515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97D7FA3A-5536-45A3-AD1B-D3654E18C7DB}" type="slidenum">
              <a:rPr lang="en-US" altLang="ja-JP" smtClean="0"/>
              <a:pPr>
                <a:defRPr/>
              </a:pPr>
              <a:t>36</a:t>
            </a:fld>
            <a:endParaRPr lang="en-US" altLang="ja-JP"/>
          </a:p>
        </p:txBody>
      </p:sp>
    </p:spTree>
    <p:extLst>
      <p:ext uri="{BB962C8B-B14F-4D97-AF65-F5344CB8AC3E}">
        <p14:creationId xmlns:p14="http://schemas.microsoft.com/office/powerpoint/2010/main" val="385902020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スライド イメージ プレースホルダ 1"/>
          <p:cNvSpPr>
            <a:spLocks noGrp="1" noRot="1" noChangeAspect="1" noTextEdit="1"/>
          </p:cNvSpPr>
          <p:nvPr>
            <p:ph type="sldImg"/>
          </p:nvPr>
        </p:nvSpPr>
        <p:spPr>
          <a:ln/>
        </p:spPr>
      </p:sp>
      <p:sp>
        <p:nvSpPr>
          <p:cNvPr id="225283" name="ノート プレースホルダ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ja-JP"/>
              <a:t>Để làm rõ về sự phụ thuộc, nên thiết lập lagtime và lead time thì mới xác định rõ đ</a:t>
            </a:r>
            <a:r>
              <a:rPr lang="vi-VN" altLang="ja-JP"/>
              <a:t>ư</a:t>
            </a:r>
            <a:r>
              <a:rPr lang="en-US" altLang="ja-JP"/>
              <a:t>ợc mối quan hệ logic</a:t>
            </a:r>
          </a:p>
          <a:p>
            <a:r>
              <a:rPr lang="en-US" altLang="ja-JP"/>
              <a:t>Thời gian lead cho phép tăng tốc để sớm có kết quả thành công.</a:t>
            </a:r>
          </a:p>
          <a:p>
            <a:r>
              <a:rPr lang="en-US" altLang="ja-JP"/>
              <a:t>Thời gian lag cho thấy độ chậm trễ đ</a:t>
            </a:r>
            <a:r>
              <a:rPr lang="vi-VN" altLang="ja-JP"/>
              <a:t>ư</a:t>
            </a:r>
            <a:r>
              <a:rPr lang="en-US" altLang="ja-JP"/>
              <a:t>ợc phép để có kết quả thành công</a:t>
            </a:r>
          </a:p>
          <a:p>
            <a:endParaRPr lang="en-US" altLang="ja-JP"/>
          </a:p>
          <a:p>
            <a:r>
              <a:rPr lang="en-US" altLang="ja-JP"/>
              <a:t>In determination of the dependencies, it may be required to set a lead time or a lag time to accurately define the logical relationship.</a:t>
            </a:r>
          </a:p>
          <a:p>
            <a:r>
              <a:rPr lang="en-US" altLang="ja-JP"/>
              <a:t>A lead allows an acceleration of the successor activity.</a:t>
            </a:r>
          </a:p>
          <a:p>
            <a:r>
              <a:rPr lang="en-US" altLang="ja-JP"/>
              <a:t>A lag directs a delay in the successor activity. </a:t>
            </a:r>
            <a:endParaRPr lang="ja-JP" altLang="en-US"/>
          </a:p>
          <a:p>
            <a:endParaRPr lang="en-US" altLang="ja-JP"/>
          </a:p>
        </p:txBody>
      </p:sp>
      <p:sp>
        <p:nvSpPr>
          <p:cNvPr id="225284" name="スライド番号プレースホルダ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Arial" charset="0"/>
                <a:ea typeface="ＭＳ Ｐゴシック" pitchFamily="50" charset="-128"/>
              </a:defRPr>
            </a:lvl1pPr>
            <a:lvl2pPr marL="769250" indent="-295866" eaLnBrk="0" hangingPunct="0">
              <a:defRPr kumimoji="1">
                <a:solidFill>
                  <a:schemeClr val="tx1"/>
                </a:solidFill>
                <a:latin typeface="Arial" charset="0"/>
                <a:ea typeface="ＭＳ Ｐゴシック" pitchFamily="50" charset="-128"/>
              </a:defRPr>
            </a:lvl2pPr>
            <a:lvl3pPr marL="1183462" indent="-236692" eaLnBrk="0" hangingPunct="0">
              <a:defRPr kumimoji="1">
                <a:solidFill>
                  <a:schemeClr val="tx1"/>
                </a:solidFill>
                <a:latin typeface="Arial" charset="0"/>
                <a:ea typeface="ＭＳ Ｐゴシック" pitchFamily="50" charset="-128"/>
              </a:defRPr>
            </a:lvl3pPr>
            <a:lvl4pPr marL="1656847" indent="-236692" eaLnBrk="0" hangingPunct="0">
              <a:defRPr kumimoji="1">
                <a:solidFill>
                  <a:schemeClr val="tx1"/>
                </a:solidFill>
                <a:latin typeface="Arial" charset="0"/>
                <a:ea typeface="ＭＳ Ｐゴシック" pitchFamily="50" charset="-128"/>
              </a:defRPr>
            </a:lvl4pPr>
            <a:lvl5pPr marL="2130232" indent="-236692" eaLnBrk="0" hangingPunct="0">
              <a:defRPr kumimoji="1">
                <a:solidFill>
                  <a:schemeClr val="tx1"/>
                </a:solidFill>
                <a:latin typeface="Arial" charset="0"/>
                <a:ea typeface="ＭＳ Ｐゴシック" pitchFamily="50" charset="-128"/>
              </a:defRPr>
            </a:lvl5pPr>
            <a:lvl6pPr marL="2603617" indent="-236692" eaLnBrk="0" fontAlgn="base" hangingPunct="0">
              <a:spcBef>
                <a:spcPct val="0"/>
              </a:spcBef>
              <a:spcAft>
                <a:spcPct val="0"/>
              </a:spcAft>
              <a:defRPr kumimoji="1">
                <a:solidFill>
                  <a:schemeClr val="tx1"/>
                </a:solidFill>
                <a:latin typeface="Arial" charset="0"/>
                <a:ea typeface="ＭＳ Ｐゴシック" pitchFamily="50" charset="-128"/>
              </a:defRPr>
            </a:lvl6pPr>
            <a:lvl7pPr marL="3077002" indent="-236692" eaLnBrk="0" fontAlgn="base" hangingPunct="0">
              <a:spcBef>
                <a:spcPct val="0"/>
              </a:spcBef>
              <a:spcAft>
                <a:spcPct val="0"/>
              </a:spcAft>
              <a:defRPr kumimoji="1">
                <a:solidFill>
                  <a:schemeClr val="tx1"/>
                </a:solidFill>
                <a:latin typeface="Arial" charset="0"/>
                <a:ea typeface="ＭＳ Ｐゴシック" pitchFamily="50" charset="-128"/>
              </a:defRPr>
            </a:lvl7pPr>
            <a:lvl8pPr marL="3550387" indent="-236692" eaLnBrk="0" fontAlgn="base" hangingPunct="0">
              <a:spcBef>
                <a:spcPct val="0"/>
              </a:spcBef>
              <a:spcAft>
                <a:spcPct val="0"/>
              </a:spcAft>
              <a:defRPr kumimoji="1">
                <a:solidFill>
                  <a:schemeClr val="tx1"/>
                </a:solidFill>
                <a:latin typeface="Arial" charset="0"/>
                <a:ea typeface="ＭＳ Ｐゴシック" pitchFamily="50" charset="-128"/>
              </a:defRPr>
            </a:lvl8pPr>
            <a:lvl9pPr marL="4023771" indent="-236692"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fld id="{17DB96A8-063E-4CE0-8F2C-1A89822D3696}" type="slidenum">
              <a:rPr lang="en-US" altLang="ja-JP" smtClean="0"/>
              <a:pPr eaLnBrk="1" hangingPunct="1"/>
              <a:t>37</a:t>
            </a:fld>
            <a:endParaRPr lang="en-US" altLang="ja-JP"/>
          </a:p>
        </p:txBody>
      </p:sp>
    </p:spTree>
    <p:extLst>
      <p:ext uri="{BB962C8B-B14F-4D97-AF65-F5344CB8AC3E}">
        <p14:creationId xmlns:p14="http://schemas.microsoft.com/office/powerpoint/2010/main" val="11781571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Arial" charset="0"/>
                <a:ea typeface="ＭＳ Ｐゴシック" pitchFamily="50" charset="-128"/>
              </a:defRPr>
            </a:lvl1pPr>
            <a:lvl2pPr marL="769250" indent="-295866" eaLnBrk="0" hangingPunct="0">
              <a:defRPr kumimoji="1">
                <a:solidFill>
                  <a:schemeClr val="tx1"/>
                </a:solidFill>
                <a:latin typeface="Arial" charset="0"/>
                <a:ea typeface="ＭＳ Ｐゴシック" pitchFamily="50" charset="-128"/>
              </a:defRPr>
            </a:lvl2pPr>
            <a:lvl3pPr marL="1183462" indent="-236692" eaLnBrk="0" hangingPunct="0">
              <a:defRPr kumimoji="1">
                <a:solidFill>
                  <a:schemeClr val="tx1"/>
                </a:solidFill>
                <a:latin typeface="Arial" charset="0"/>
                <a:ea typeface="ＭＳ Ｐゴシック" pitchFamily="50" charset="-128"/>
              </a:defRPr>
            </a:lvl3pPr>
            <a:lvl4pPr marL="1656847" indent="-236692" eaLnBrk="0" hangingPunct="0">
              <a:defRPr kumimoji="1">
                <a:solidFill>
                  <a:schemeClr val="tx1"/>
                </a:solidFill>
                <a:latin typeface="Arial" charset="0"/>
                <a:ea typeface="ＭＳ Ｐゴシック" pitchFamily="50" charset="-128"/>
              </a:defRPr>
            </a:lvl4pPr>
            <a:lvl5pPr marL="2130232" indent="-236692" eaLnBrk="0" hangingPunct="0">
              <a:defRPr kumimoji="1">
                <a:solidFill>
                  <a:schemeClr val="tx1"/>
                </a:solidFill>
                <a:latin typeface="Arial" charset="0"/>
                <a:ea typeface="ＭＳ Ｐゴシック" pitchFamily="50" charset="-128"/>
              </a:defRPr>
            </a:lvl5pPr>
            <a:lvl6pPr marL="2603617" indent="-236692" eaLnBrk="0" fontAlgn="base" hangingPunct="0">
              <a:spcBef>
                <a:spcPct val="0"/>
              </a:spcBef>
              <a:spcAft>
                <a:spcPct val="0"/>
              </a:spcAft>
              <a:defRPr kumimoji="1">
                <a:solidFill>
                  <a:schemeClr val="tx1"/>
                </a:solidFill>
                <a:latin typeface="Arial" charset="0"/>
                <a:ea typeface="ＭＳ Ｐゴシック" pitchFamily="50" charset="-128"/>
              </a:defRPr>
            </a:lvl6pPr>
            <a:lvl7pPr marL="3077002" indent="-236692" eaLnBrk="0" fontAlgn="base" hangingPunct="0">
              <a:spcBef>
                <a:spcPct val="0"/>
              </a:spcBef>
              <a:spcAft>
                <a:spcPct val="0"/>
              </a:spcAft>
              <a:defRPr kumimoji="1">
                <a:solidFill>
                  <a:schemeClr val="tx1"/>
                </a:solidFill>
                <a:latin typeface="Arial" charset="0"/>
                <a:ea typeface="ＭＳ Ｐゴシック" pitchFamily="50" charset="-128"/>
              </a:defRPr>
            </a:lvl7pPr>
            <a:lvl8pPr marL="3550387" indent="-236692" eaLnBrk="0" fontAlgn="base" hangingPunct="0">
              <a:spcBef>
                <a:spcPct val="0"/>
              </a:spcBef>
              <a:spcAft>
                <a:spcPct val="0"/>
              </a:spcAft>
              <a:defRPr kumimoji="1">
                <a:solidFill>
                  <a:schemeClr val="tx1"/>
                </a:solidFill>
                <a:latin typeface="Arial" charset="0"/>
                <a:ea typeface="ＭＳ Ｐゴシック" pitchFamily="50" charset="-128"/>
              </a:defRPr>
            </a:lvl8pPr>
            <a:lvl9pPr marL="4023771" indent="-236692"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fld id="{1281D932-6840-49F4-8803-C99846DEFAD3}" type="slidenum">
              <a:rPr lang="en-US" altLang="ja-JP" smtClean="0"/>
              <a:pPr eaLnBrk="1" hangingPunct="1"/>
              <a:t>38</a:t>
            </a:fld>
            <a:endParaRPr lang="en-US" altLang="ja-JP"/>
          </a:p>
        </p:txBody>
      </p:sp>
      <p:sp>
        <p:nvSpPr>
          <p:cNvPr id="232451" name="Rectangle 2"/>
          <p:cNvSpPr>
            <a:spLocks noGrp="1" noRot="1" noChangeAspect="1" noChangeArrowheads="1" noTextEdit="1"/>
          </p:cNvSpPr>
          <p:nvPr>
            <p:ph type="sldImg"/>
          </p:nvPr>
        </p:nvSpPr>
        <p:spPr>
          <a:ln/>
        </p:spPr>
      </p:sp>
      <p:sp>
        <p:nvSpPr>
          <p:cNvPr id="2324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ja-JP" altLang="ja-JP"/>
          </a:p>
        </p:txBody>
      </p:sp>
      <p:sp>
        <p:nvSpPr>
          <p:cNvPr id="232453" name="Line 253"/>
          <p:cNvSpPr>
            <a:spLocks noChangeShapeType="1"/>
          </p:cNvSpPr>
          <p:nvPr/>
        </p:nvSpPr>
        <p:spPr bwMode="auto">
          <a:xfrm>
            <a:off x="707590" y="5399286"/>
            <a:ext cx="5564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4677" tIns="47338" rIns="94677" bIns="47338" anchor="ctr"/>
          <a:lstStyle/>
          <a:p>
            <a:endParaRPr lang="en-US"/>
          </a:p>
        </p:txBody>
      </p:sp>
      <p:sp>
        <p:nvSpPr>
          <p:cNvPr id="232454" name="Line 254"/>
          <p:cNvSpPr>
            <a:spLocks noChangeShapeType="1"/>
          </p:cNvSpPr>
          <p:nvPr/>
        </p:nvSpPr>
        <p:spPr bwMode="auto">
          <a:xfrm>
            <a:off x="707590" y="5902761"/>
            <a:ext cx="5564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4677" tIns="47338" rIns="94677" bIns="47338" anchor="ctr"/>
          <a:lstStyle/>
          <a:p>
            <a:endParaRPr lang="en-US"/>
          </a:p>
        </p:txBody>
      </p:sp>
      <p:sp>
        <p:nvSpPr>
          <p:cNvPr id="232455" name="Line 253"/>
          <p:cNvSpPr>
            <a:spLocks noChangeShapeType="1"/>
          </p:cNvSpPr>
          <p:nvPr/>
        </p:nvSpPr>
        <p:spPr bwMode="auto">
          <a:xfrm>
            <a:off x="737418" y="6373544"/>
            <a:ext cx="5564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4677" tIns="47338" rIns="94677" bIns="47338" anchor="ctr"/>
          <a:lstStyle/>
          <a:p>
            <a:endParaRPr lang="en-US"/>
          </a:p>
        </p:txBody>
      </p:sp>
      <p:sp>
        <p:nvSpPr>
          <p:cNvPr id="232456" name="Line 254"/>
          <p:cNvSpPr>
            <a:spLocks noChangeShapeType="1"/>
          </p:cNvSpPr>
          <p:nvPr/>
        </p:nvSpPr>
        <p:spPr bwMode="auto">
          <a:xfrm>
            <a:off x="737418" y="6877019"/>
            <a:ext cx="5564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4677" tIns="47338" rIns="94677" bIns="47338" anchor="ctr"/>
          <a:lstStyle/>
          <a:p>
            <a:endParaRPr lang="en-US"/>
          </a:p>
        </p:txBody>
      </p:sp>
      <p:sp>
        <p:nvSpPr>
          <p:cNvPr id="232457" name="Line 253"/>
          <p:cNvSpPr>
            <a:spLocks noChangeShapeType="1"/>
          </p:cNvSpPr>
          <p:nvPr/>
        </p:nvSpPr>
        <p:spPr bwMode="auto">
          <a:xfrm>
            <a:off x="737418" y="7393572"/>
            <a:ext cx="5564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4677" tIns="47338" rIns="94677" bIns="47338" anchor="ctr"/>
          <a:lstStyle/>
          <a:p>
            <a:endParaRPr lang="en-US"/>
          </a:p>
        </p:txBody>
      </p:sp>
      <p:sp>
        <p:nvSpPr>
          <p:cNvPr id="232458" name="Line 254"/>
          <p:cNvSpPr>
            <a:spLocks noChangeShapeType="1"/>
          </p:cNvSpPr>
          <p:nvPr/>
        </p:nvSpPr>
        <p:spPr bwMode="auto">
          <a:xfrm>
            <a:off x="737418" y="7897048"/>
            <a:ext cx="5564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4677" tIns="47338" rIns="94677" bIns="47338" anchor="ctr"/>
          <a:lstStyle/>
          <a:p>
            <a:endParaRPr lang="en-US"/>
          </a:p>
        </p:txBody>
      </p:sp>
      <p:sp>
        <p:nvSpPr>
          <p:cNvPr id="232459" name="Line 253"/>
          <p:cNvSpPr>
            <a:spLocks noChangeShapeType="1"/>
          </p:cNvSpPr>
          <p:nvPr/>
        </p:nvSpPr>
        <p:spPr bwMode="auto">
          <a:xfrm>
            <a:off x="737418" y="8413601"/>
            <a:ext cx="5564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4677" tIns="47338" rIns="94677" bIns="47338" anchor="ctr"/>
          <a:lstStyle/>
          <a:p>
            <a:endParaRPr lang="en-US"/>
          </a:p>
        </p:txBody>
      </p:sp>
      <p:sp>
        <p:nvSpPr>
          <p:cNvPr id="232460" name="Line 254"/>
          <p:cNvSpPr>
            <a:spLocks noChangeShapeType="1"/>
          </p:cNvSpPr>
          <p:nvPr/>
        </p:nvSpPr>
        <p:spPr bwMode="auto">
          <a:xfrm>
            <a:off x="737418" y="8917076"/>
            <a:ext cx="5564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4677" tIns="47338" rIns="94677" bIns="47338" anchor="ctr"/>
          <a:lstStyle/>
          <a:p>
            <a:endParaRPr lang="en-US"/>
          </a:p>
        </p:txBody>
      </p:sp>
      <p:sp>
        <p:nvSpPr>
          <p:cNvPr id="232461" name="Line 253"/>
          <p:cNvSpPr>
            <a:spLocks noChangeShapeType="1"/>
          </p:cNvSpPr>
          <p:nvPr/>
        </p:nvSpPr>
        <p:spPr bwMode="auto">
          <a:xfrm>
            <a:off x="737418" y="9479400"/>
            <a:ext cx="5564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4677" tIns="47338" rIns="94677" bIns="47338" anchor="ctr"/>
          <a:lstStyle/>
          <a:p>
            <a:endParaRPr lang="en-US"/>
          </a:p>
        </p:txBody>
      </p:sp>
    </p:spTree>
    <p:extLst>
      <p:ext uri="{BB962C8B-B14F-4D97-AF65-F5344CB8AC3E}">
        <p14:creationId xmlns:p14="http://schemas.microsoft.com/office/powerpoint/2010/main" val="10733277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Arial" charset="0"/>
                <a:ea typeface="ＭＳ Ｐゴシック" pitchFamily="50" charset="-128"/>
              </a:defRPr>
            </a:lvl1pPr>
            <a:lvl2pPr marL="769250" indent="-295866" eaLnBrk="0" hangingPunct="0">
              <a:defRPr kumimoji="1">
                <a:solidFill>
                  <a:schemeClr val="tx1"/>
                </a:solidFill>
                <a:latin typeface="Arial" charset="0"/>
                <a:ea typeface="ＭＳ Ｐゴシック" pitchFamily="50" charset="-128"/>
              </a:defRPr>
            </a:lvl2pPr>
            <a:lvl3pPr marL="1183462" indent="-236692" eaLnBrk="0" hangingPunct="0">
              <a:defRPr kumimoji="1">
                <a:solidFill>
                  <a:schemeClr val="tx1"/>
                </a:solidFill>
                <a:latin typeface="Arial" charset="0"/>
                <a:ea typeface="ＭＳ Ｐゴシック" pitchFamily="50" charset="-128"/>
              </a:defRPr>
            </a:lvl3pPr>
            <a:lvl4pPr marL="1656847" indent="-236692" eaLnBrk="0" hangingPunct="0">
              <a:defRPr kumimoji="1">
                <a:solidFill>
                  <a:schemeClr val="tx1"/>
                </a:solidFill>
                <a:latin typeface="Arial" charset="0"/>
                <a:ea typeface="ＭＳ Ｐゴシック" pitchFamily="50" charset="-128"/>
              </a:defRPr>
            </a:lvl4pPr>
            <a:lvl5pPr marL="2130232" indent="-236692" eaLnBrk="0" hangingPunct="0">
              <a:defRPr kumimoji="1">
                <a:solidFill>
                  <a:schemeClr val="tx1"/>
                </a:solidFill>
                <a:latin typeface="Arial" charset="0"/>
                <a:ea typeface="ＭＳ Ｐゴシック" pitchFamily="50" charset="-128"/>
              </a:defRPr>
            </a:lvl5pPr>
            <a:lvl6pPr marL="2603617" indent="-236692" eaLnBrk="0" fontAlgn="base" hangingPunct="0">
              <a:spcBef>
                <a:spcPct val="0"/>
              </a:spcBef>
              <a:spcAft>
                <a:spcPct val="0"/>
              </a:spcAft>
              <a:defRPr kumimoji="1">
                <a:solidFill>
                  <a:schemeClr val="tx1"/>
                </a:solidFill>
                <a:latin typeface="Arial" charset="0"/>
                <a:ea typeface="ＭＳ Ｐゴシック" pitchFamily="50" charset="-128"/>
              </a:defRPr>
            </a:lvl6pPr>
            <a:lvl7pPr marL="3077002" indent="-236692" eaLnBrk="0" fontAlgn="base" hangingPunct="0">
              <a:spcBef>
                <a:spcPct val="0"/>
              </a:spcBef>
              <a:spcAft>
                <a:spcPct val="0"/>
              </a:spcAft>
              <a:defRPr kumimoji="1">
                <a:solidFill>
                  <a:schemeClr val="tx1"/>
                </a:solidFill>
                <a:latin typeface="Arial" charset="0"/>
                <a:ea typeface="ＭＳ Ｐゴシック" pitchFamily="50" charset="-128"/>
              </a:defRPr>
            </a:lvl7pPr>
            <a:lvl8pPr marL="3550387" indent="-236692" eaLnBrk="0" fontAlgn="base" hangingPunct="0">
              <a:spcBef>
                <a:spcPct val="0"/>
              </a:spcBef>
              <a:spcAft>
                <a:spcPct val="0"/>
              </a:spcAft>
              <a:defRPr kumimoji="1">
                <a:solidFill>
                  <a:schemeClr val="tx1"/>
                </a:solidFill>
                <a:latin typeface="Arial" charset="0"/>
                <a:ea typeface="ＭＳ Ｐゴシック" pitchFamily="50" charset="-128"/>
              </a:defRPr>
            </a:lvl8pPr>
            <a:lvl9pPr marL="4023771" indent="-236692"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fld id="{F0AC89B9-C2BD-4B92-9624-D5E5CA2C1551}" type="slidenum">
              <a:rPr lang="en-US" altLang="ja-JP" smtClean="0"/>
              <a:pPr eaLnBrk="1" hangingPunct="1"/>
              <a:t>39</a:t>
            </a:fld>
            <a:endParaRPr lang="en-US" altLang="ja-JP"/>
          </a:p>
        </p:txBody>
      </p:sp>
      <p:sp>
        <p:nvSpPr>
          <p:cNvPr id="233475" name="Rectangle 2"/>
          <p:cNvSpPr>
            <a:spLocks noGrp="1" noRot="1" noChangeAspect="1" noChangeArrowheads="1" noTextEdit="1"/>
          </p:cNvSpPr>
          <p:nvPr>
            <p:ph type="sldImg"/>
          </p:nvPr>
        </p:nvSpPr>
        <p:spPr>
          <a:xfrm>
            <a:off x="990600" y="765175"/>
            <a:ext cx="5126038" cy="3843338"/>
          </a:xfrm>
          <a:ln/>
        </p:spPr>
      </p:sp>
      <p:sp>
        <p:nvSpPr>
          <p:cNvPr id="233476" name="Rectangle 3"/>
          <p:cNvSpPr>
            <a:spLocks noGrp="1" noChangeArrowheads="1"/>
          </p:cNvSpPr>
          <p:nvPr>
            <p:ph type="body" idx="1"/>
          </p:nvPr>
        </p:nvSpPr>
        <p:spPr>
          <a:xfrm>
            <a:off x="947872" y="4859848"/>
            <a:ext cx="5208321" cy="460974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ja-JP" altLang="ja-JP"/>
          </a:p>
        </p:txBody>
      </p:sp>
    </p:spTree>
    <p:extLst>
      <p:ext uri="{BB962C8B-B14F-4D97-AF65-F5344CB8AC3E}">
        <p14:creationId xmlns:p14="http://schemas.microsoft.com/office/powerpoint/2010/main" val="372404589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7"/>
          <p:cNvSpPr txBox="1">
            <a:spLocks noGrp="1" noChangeArrowheads="1"/>
          </p:cNvSpPr>
          <p:nvPr/>
        </p:nvSpPr>
        <p:spPr bwMode="auto">
          <a:xfrm>
            <a:off x="4023482" y="9721330"/>
            <a:ext cx="3078924" cy="511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677" tIns="47338" rIns="94677" bIns="47338" anchor="b"/>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algn="r" eaLnBrk="1" hangingPunct="1"/>
            <a:fld id="{1E96F058-65C7-4F81-B40F-664E86B8F0F1}" type="slidenum">
              <a:rPr lang="en-US" altLang="ja-JP" sz="1200"/>
              <a:pPr algn="r" eaLnBrk="1" hangingPunct="1"/>
              <a:t>40</a:t>
            </a:fld>
            <a:endParaRPr lang="en-US" altLang="ja-JP" sz="1200"/>
          </a:p>
        </p:txBody>
      </p:sp>
      <p:sp>
        <p:nvSpPr>
          <p:cNvPr id="234499" name="Rectangle 2"/>
          <p:cNvSpPr>
            <a:spLocks noGrp="1" noRot="1" noChangeAspect="1" noChangeArrowheads="1" noTextEdit="1"/>
          </p:cNvSpPr>
          <p:nvPr>
            <p:ph type="sldImg"/>
          </p:nvPr>
        </p:nvSpPr>
        <p:spPr>
          <a:ln/>
        </p:spPr>
      </p:sp>
      <p:sp>
        <p:nvSpPr>
          <p:cNvPr id="2345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ja-JP" dirty="0" err="1"/>
              <a:t>Ph</a:t>
            </a:r>
            <a:r>
              <a:rPr lang="vi-VN" altLang="ja-JP" dirty="0"/>
              <a:t>ư</a:t>
            </a:r>
            <a:r>
              <a:rPr lang="en-US" altLang="ja-JP" dirty="0" err="1"/>
              <a:t>ơng</a:t>
            </a:r>
            <a:r>
              <a:rPr lang="en-US" altLang="ja-JP" dirty="0"/>
              <a:t> </a:t>
            </a:r>
            <a:r>
              <a:rPr lang="en-US" altLang="ja-JP" dirty="0" err="1"/>
              <a:t>pháp</a:t>
            </a:r>
            <a:r>
              <a:rPr lang="en-US" altLang="ja-JP" dirty="0"/>
              <a:t> </a:t>
            </a:r>
            <a:r>
              <a:rPr lang="en-US" altLang="ja-JP" dirty="0" err="1"/>
              <a:t>tiếp</a:t>
            </a:r>
            <a:r>
              <a:rPr lang="en-US" altLang="ja-JP" dirty="0"/>
              <a:t> </a:t>
            </a:r>
            <a:r>
              <a:rPr lang="en-US" altLang="ja-JP" dirty="0" err="1"/>
              <a:t>cận</a:t>
            </a:r>
            <a:r>
              <a:rPr lang="en-US" altLang="ja-JP" dirty="0"/>
              <a:t> này </a:t>
            </a:r>
            <a:r>
              <a:rPr lang="en-US" altLang="ja-JP" dirty="0" err="1"/>
              <a:t>dựa</a:t>
            </a:r>
            <a:r>
              <a:rPr lang="en-US" altLang="ja-JP" dirty="0"/>
              <a:t> </a:t>
            </a:r>
            <a:r>
              <a:rPr lang="en-US" altLang="ja-JP" dirty="0" err="1"/>
              <a:t>tên</a:t>
            </a:r>
            <a:r>
              <a:rPr lang="en-US" altLang="ja-JP" dirty="0"/>
              <a:t> </a:t>
            </a:r>
            <a:r>
              <a:rPr lang="en-US" altLang="ja-JP" dirty="0" err="1"/>
              <a:t>yếu</a:t>
            </a:r>
            <a:r>
              <a:rPr lang="en-US" altLang="ja-JP" dirty="0"/>
              <a:t> </a:t>
            </a:r>
            <a:r>
              <a:rPr lang="en-US" altLang="ja-JP" dirty="0" err="1"/>
              <a:t>tố</a:t>
            </a:r>
            <a:r>
              <a:rPr lang="en-US" altLang="ja-JP" dirty="0"/>
              <a:t> </a:t>
            </a:r>
            <a:r>
              <a:rPr lang="en-US" altLang="ja-JP" dirty="0" err="1"/>
              <a:t>tâm</a:t>
            </a:r>
            <a:r>
              <a:rPr lang="en-US" altLang="ja-JP" dirty="0"/>
              <a:t> </a:t>
            </a:r>
            <a:r>
              <a:rPr lang="en-US" altLang="ja-JP" dirty="0" err="1"/>
              <a:t>lý</a:t>
            </a:r>
            <a:r>
              <a:rPr lang="en-US" altLang="ja-JP" dirty="0"/>
              <a:t> </a:t>
            </a:r>
          </a:p>
          <a:p>
            <a:pPr eaLnBrk="1" hangingPunct="1"/>
            <a:endParaRPr lang="en-US" altLang="ja-JP" dirty="0"/>
          </a:p>
          <a:p>
            <a:pPr eaLnBrk="1" hangingPunct="1"/>
            <a:r>
              <a:rPr lang="en-US" altLang="ja-JP" dirty="0"/>
              <a:t> The approach of critical chain method is psychological.</a:t>
            </a:r>
          </a:p>
          <a:p>
            <a:pPr eaLnBrk="1" hangingPunct="1"/>
            <a:r>
              <a:rPr lang="en-US" altLang="ja-JP" dirty="0"/>
              <a:t>It focus on peoples tendency of not telling their completion soon when they have finished task earlier than due date.</a:t>
            </a:r>
          </a:p>
          <a:p>
            <a:pPr eaLnBrk="1" hangingPunct="1"/>
            <a:r>
              <a:rPr lang="en-US" altLang="ja-JP" dirty="0"/>
              <a:t>The solution of critical chain is simple. It suggest that project buffer should be taken in the end of project instead the end of each task. So the duration of each task will be tight one because you moved each buffer to the end of project.</a:t>
            </a:r>
          </a:p>
          <a:p>
            <a:pPr eaLnBrk="1" hangingPunct="1"/>
            <a:r>
              <a:rPr lang="en-US" altLang="ja-JP" dirty="0"/>
              <a:t>Using critical chain method, you can reduce the worthless waiting time and shorten the project duration. </a:t>
            </a:r>
          </a:p>
          <a:p>
            <a:pPr eaLnBrk="1" hangingPunct="1"/>
            <a:endParaRPr lang="ja-JP" altLang="ja-JP" dirty="0"/>
          </a:p>
        </p:txBody>
      </p:sp>
    </p:spTree>
    <p:extLst>
      <p:ext uri="{BB962C8B-B14F-4D97-AF65-F5344CB8AC3E}">
        <p14:creationId xmlns:p14="http://schemas.microsoft.com/office/powerpoint/2010/main" val="4756904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Arial" charset="0"/>
                <a:ea typeface="ＭＳ Ｐゴシック" pitchFamily="50" charset="-128"/>
              </a:defRPr>
            </a:lvl1pPr>
            <a:lvl2pPr marL="769250" indent="-295866" eaLnBrk="0" hangingPunct="0">
              <a:defRPr kumimoji="1">
                <a:solidFill>
                  <a:schemeClr val="tx1"/>
                </a:solidFill>
                <a:latin typeface="Arial" charset="0"/>
                <a:ea typeface="ＭＳ Ｐゴシック" pitchFamily="50" charset="-128"/>
              </a:defRPr>
            </a:lvl2pPr>
            <a:lvl3pPr marL="1183462" indent="-236692" eaLnBrk="0" hangingPunct="0">
              <a:defRPr kumimoji="1">
                <a:solidFill>
                  <a:schemeClr val="tx1"/>
                </a:solidFill>
                <a:latin typeface="Arial" charset="0"/>
                <a:ea typeface="ＭＳ Ｐゴシック" pitchFamily="50" charset="-128"/>
              </a:defRPr>
            </a:lvl3pPr>
            <a:lvl4pPr marL="1656847" indent="-236692" eaLnBrk="0" hangingPunct="0">
              <a:defRPr kumimoji="1">
                <a:solidFill>
                  <a:schemeClr val="tx1"/>
                </a:solidFill>
                <a:latin typeface="Arial" charset="0"/>
                <a:ea typeface="ＭＳ Ｐゴシック" pitchFamily="50" charset="-128"/>
              </a:defRPr>
            </a:lvl4pPr>
            <a:lvl5pPr marL="2130232" indent="-236692" eaLnBrk="0" hangingPunct="0">
              <a:defRPr kumimoji="1">
                <a:solidFill>
                  <a:schemeClr val="tx1"/>
                </a:solidFill>
                <a:latin typeface="Arial" charset="0"/>
                <a:ea typeface="ＭＳ Ｐゴシック" pitchFamily="50" charset="-128"/>
              </a:defRPr>
            </a:lvl5pPr>
            <a:lvl6pPr marL="2603617" indent="-236692" eaLnBrk="0" fontAlgn="base" hangingPunct="0">
              <a:spcBef>
                <a:spcPct val="0"/>
              </a:spcBef>
              <a:spcAft>
                <a:spcPct val="0"/>
              </a:spcAft>
              <a:defRPr kumimoji="1">
                <a:solidFill>
                  <a:schemeClr val="tx1"/>
                </a:solidFill>
                <a:latin typeface="Arial" charset="0"/>
                <a:ea typeface="ＭＳ Ｐゴシック" pitchFamily="50" charset="-128"/>
              </a:defRPr>
            </a:lvl6pPr>
            <a:lvl7pPr marL="3077002" indent="-236692" eaLnBrk="0" fontAlgn="base" hangingPunct="0">
              <a:spcBef>
                <a:spcPct val="0"/>
              </a:spcBef>
              <a:spcAft>
                <a:spcPct val="0"/>
              </a:spcAft>
              <a:defRPr kumimoji="1">
                <a:solidFill>
                  <a:schemeClr val="tx1"/>
                </a:solidFill>
                <a:latin typeface="Arial" charset="0"/>
                <a:ea typeface="ＭＳ Ｐゴシック" pitchFamily="50" charset="-128"/>
              </a:defRPr>
            </a:lvl7pPr>
            <a:lvl8pPr marL="3550387" indent="-236692" eaLnBrk="0" fontAlgn="base" hangingPunct="0">
              <a:spcBef>
                <a:spcPct val="0"/>
              </a:spcBef>
              <a:spcAft>
                <a:spcPct val="0"/>
              </a:spcAft>
              <a:defRPr kumimoji="1">
                <a:solidFill>
                  <a:schemeClr val="tx1"/>
                </a:solidFill>
                <a:latin typeface="Arial" charset="0"/>
                <a:ea typeface="ＭＳ Ｐゴシック" pitchFamily="50" charset="-128"/>
              </a:defRPr>
            </a:lvl8pPr>
            <a:lvl9pPr marL="4023771" indent="-236692"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fld id="{C3D8A423-8342-4C03-A71B-AE74BFF32F36}" type="slidenum">
              <a:rPr lang="en-US" altLang="ja-JP" smtClean="0"/>
              <a:pPr eaLnBrk="1" hangingPunct="1"/>
              <a:t>41</a:t>
            </a:fld>
            <a:endParaRPr lang="en-US" altLang="ja-JP"/>
          </a:p>
        </p:txBody>
      </p:sp>
      <p:sp>
        <p:nvSpPr>
          <p:cNvPr id="226307" name="Rectangle 2"/>
          <p:cNvSpPr>
            <a:spLocks noGrp="1" noRot="1" noChangeAspect="1" noChangeArrowheads="1" noTextEdit="1"/>
          </p:cNvSpPr>
          <p:nvPr>
            <p:ph type="sldImg"/>
          </p:nvPr>
        </p:nvSpPr>
        <p:spPr>
          <a:ln/>
        </p:spPr>
      </p:sp>
      <p:sp>
        <p:nvSpPr>
          <p:cNvPr id="2263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ja-JP"/>
              <a:t>(0) L</a:t>
            </a:r>
            <a:r>
              <a:rPr lang="vi-VN" altLang="ja-JP"/>
              <a:t>ư</a:t>
            </a:r>
            <a:r>
              <a:rPr lang="en-US" altLang="ja-JP"/>
              <a:t>u lại các yêu cầu và xác định phạm vi</a:t>
            </a:r>
          </a:p>
          <a:p>
            <a:pPr eaLnBrk="1" hangingPunct="1"/>
            <a:r>
              <a:rPr lang="en-US" altLang="ja-JP"/>
              <a:t>Tr</a:t>
            </a:r>
            <a:r>
              <a:rPr lang="vi-VN" altLang="ja-JP"/>
              <a:t>ư</a:t>
            </a:r>
            <a:r>
              <a:rPr lang="en-US" altLang="ja-JP"/>
              <a:t>ớc hết, nhất định phải nắm rõ về các yêu cầu và phạm vi dự án</a:t>
            </a:r>
          </a:p>
          <a:p>
            <a:pPr eaLnBrk="1" hangingPunct="1"/>
            <a:endParaRPr lang="en-US" altLang="ja-JP"/>
          </a:p>
          <a:p>
            <a:pPr eaLnBrk="1" hangingPunct="1"/>
            <a:r>
              <a:rPr lang="en-US" altLang="ja-JP"/>
              <a:t>(0) Collect requirements and define scope</a:t>
            </a:r>
          </a:p>
          <a:p>
            <a:pPr eaLnBrk="1" hangingPunct="1"/>
            <a:r>
              <a:rPr lang="en-US" altLang="ja-JP"/>
              <a:t>First of all, it is necessarily to make sure the requirements for the project and define the scope which will be estimated.</a:t>
            </a:r>
          </a:p>
          <a:p>
            <a:pPr eaLnBrk="1" hangingPunct="1"/>
            <a:endParaRPr lang="en-US" altLang="ja-JP"/>
          </a:p>
          <a:p>
            <a:pPr eaLnBrk="1" hangingPunct="1"/>
            <a:r>
              <a:rPr lang="en-US" altLang="ja-JP"/>
              <a:t>  </a:t>
            </a:r>
          </a:p>
        </p:txBody>
      </p:sp>
    </p:spTree>
    <p:extLst>
      <p:ext uri="{BB962C8B-B14F-4D97-AF65-F5344CB8AC3E}">
        <p14:creationId xmlns:p14="http://schemas.microsoft.com/office/powerpoint/2010/main" val="316431951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Arial" charset="0"/>
                <a:ea typeface="ＭＳ Ｐゴシック" pitchFamily="50" charset="-128"/>
              </a:defRPr>
            </a:lvl1pPr>
            <a:lvl2pPr marL="769250" indent="-295866" eaLnBrk="0" hangingPunct="0">
              <a:defRPr kumimoji="1">
                <a:solidFill>
                  <a:schemeClr val="tx1"/>
                </a:solidFill>
                <a:latin typeface="Arial" charset="0"/>
                <a:ea typeface="ＭＳ Ｐゴシック" pitchFamily="50" charset="-128"/>
              </a:defRPr>
            </a:lvl2pPr>
            <a:lvl3pPr marL="1183462" indent="-236692" eaLnBrk="0" hangingPunct="0">
              <a:defRPr kumimoji="1">
                <a:solidFill>
                  <a:schemeClr val="tx1"/>
                </a:solidFill>
                <a:latin typeface="Arial" charset="0"/>
                <a:ea typeface="ＭＳ Ｐゴシック" pitchFamily="50" charset="-128"/>
              </a:defRPr>
            </a:lvl3pPr>
            <a:lvl4pPr marL="1656847" indent="-236692" eaLnBrk="0" hangingPunct="0">
              <a:defRPr kumimoji="1">
                <a:solidFill>
                  <a:schemeClr val="tx1"/>
                </a:solidFill>
                <a:latin typeface="Arial" charset="0"/>
                <a:ea typeface="ＭＳ Ｐゴシック" pitchFamily="50" charset="-128"/>
              </a:defRPr>
            </a:lvl4pPr>
            <a:lvl5pPr marL="2130232" indent="-236692" eaLnBrk="0" hangingPunct="0">
              <a:defRPr kumimoji="1">
                <a:solidFill>
                  <a:schemeClr val="tx1"/>
                </a:solidFill>
                <a:latin typeface="Arial" charset="0"/>
                <a:ea typeface="ＭＳ Ｐゴシック" pitchFamily="50" charset="-128"/>
              </a:defRPr>
            </a:lvl5pPr>
            <a:lvl6pPr marL="2603617" indent="-236692" eaLnBrk="0" fontAlgn="base" hangingPunct="0">
              <a:spcBef>
                <a:spcPct val="0"/>
              </a:spcBef>
              <a:spcAft>
                <a:spcPct val="0"/>
              </a:spcAft>
              <a:defRPr kumimoji="1">
                <a:solidFill>
                  <a:schemeClr val="tx1"/>
                </a:solidFill>
                <a:latin typeface="Arial" charset="0"/>
                <a:ea typeface="ＭＳ Ｐゴシック" pitchFamily="50" charset="-128"/>
              </a:defRPr>
            </a:lvl6pPr>
            <a:lvl7pPr marL="3077002" indent="-236692" eaLnBrk="0" fontAlgn="base" hangingPunct="0">
              <a:spcBef>
                <a:spcPct val="0"/>
              </a:spcBef>
              <a:spcAft>
                <a:spcPct val="0"/>
              </a:spcAft>
              <a:defRPr kumimoji="1">
                <a:solidFill>
                  <a:schemeClr val="tx1"/>
                </a:solidFill>
                <a:latin typeface="Arial" charset="0"/>
                <a:ea typeface="ＭＳ Ｐゴシック" pitchFamily="50" charset="-128"/>
              </a:defRPr>
            </a:lvl7pPr>
            <a:lvl8pPr marL="3550387" indent="-236692" eaLnBrk="0" fontAlgn="base" hangingPunct="0">
              <a:spcBef>
                <a:spcPct val="0"/>
              </a:spcBef>
              <a:spcAft>
                <a:spcPct val="0"/>
              </a:spcAft>
              <a:defRPr kumimoji="1">
                <a:solidFill>
                  <a:schemeClr val="tx1"/>
                </a:solidFill>
                <a:latin typeface="Arial" charset="0"/>
                <a:ea typeface="ＭＳ Ｐゴシック" pitchFamily="50" charset="-128"/>
              </a:defRPr>
            </a:lvl8pPr>
            <a:lvl9pPr marL="4023771" indent="-236692"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fld id="{6438A4DB-7847-4288-9CD4-F4CEF337EB32}" type="slidenum">
              <a:rPr lang="en-US" altLang="ja-JP" smtClean="0"/>
              <a:pPr eaLnBrk="1" hangingPunct="1"/>
              <a:t>42</a:t>
            </a:fld>
            <a:endParaRPr lang="en-US" altLang="ja-JP"/>
          </a:p>
        </p:txBody>
      </p:sp>
      <p:sp>
        <p:nvSpPr>
          <p:cNvPr id="227331" name="Rectangle 2"/>
          <p:cNvSpPr>
            <a:spLocks noGrp="1" noRot="1" noChangeAspect="1" noChangeArrowheads="1" noTextEdit="1"/>
          </p:cNvSpPr>
          <p:nvPr>
            <p:ph type="sldImg"/>
          </p:nvPr>
        </p:nvSpPr>
        <p:spPr>
          <a:ln/>
        </p:spPr>
      </p:sp>
      <p:sp>
        <p:nvSpPr>
          <p:cNvPr id="2273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ja-JP"/>
              <a:t>(1) Khối l</a:t>
            </a:r>
            <a:r>
              <a:rPr lang="vi-VN" altLang="ja-JP"/>
              <a:t>ư</a:t>
            </a:r>
            <a:r>
              <a:rPr lang="en-US" altLang="ja-JP"/>
              <a:t>ợng</a:t>
            </a:r>
          </a:p>
          <a:p>
            <a:pPr eaLnBrk="1" hangingPunct="1"/>
            <a:r>
              <a:rPr lang="en-US" altLang="ja-JP"/>
              <a:t>B</a:t>
            </a:r>
            <a:r>
              <a:rPr lang="vi-VN" altLang="ja-JP"/>
              <a:t>ư</a:t>
            </a:r>
            <a:r>
              <a:rPr lang="en-US" altLang="ja-JP"/>
              <a:t>ớc đầu tiên của </a:t>
            </a:r>
            <a:r>
              <a:rPr lang="vi-VN" altLang="ja-JP"/>
              <a:t>ư</a:t>
            </a:r>
            <a:r>
              <a:rPr lang="en-US" altLang="ja-JP"/>
              <a:t>ớc l</a:t>
            </a:r>
            <a:r>
              <a:rPr lang="vi-VN" altLang="ja-JP"/>
              <a:t>ư</a:t>
            </a:r>
            <a:r>
              <a:rPr lang="en-US" altLang="ja-JP"/>
              <a:t>ợng là phải xác định khối l</a:t>
            </a:r>
            <a:r>
              <a:rPr lang="vi-VN" altLang="ja-JP"/>
              <a:t>ư</a:t>
            </a:r>
            <a:r>
              <a:rPr lang="en-US" altLang="ja-JP"/>
              <a:t>ợng công việc cần thực hiện và bàn giao. </a:t>
            </a:r>
          </a:p>
          <a:p>
            <a:pPr eaLnBrk="1" hangingPunct="1"/>
            <a:r>
              <a:rPr lang="en-US" altLang="ja-JP"/>
              <a:t>Cần phải có đ</a:t>
            </a:r>
            <a:r>
              <a:rPr lang="vi-VN" altLang="ja-JP"/>
              <a:t>ơ</a:t>
            </a:r>
            <a:r>
              <a:rPr lang="en-US" altLang="ja-JP"/>
              <a:t>n vị đo </a:t>
            </a:r>
          </a:p>
          <a:p>
            <a:pPr eaLnBrk="1" hangingPunct="1"/>
            <a:endParaRPr lang="en-US" altLang="ja-JP"/>
          </a:p>
          <a:p>
            <a:pPr eaLnBrk="1" hangingPunct="1"/>
            <a:r>
              <a:rPr lang="en-US" altLang="ja-JP"/>
              <a:t>(1) Size</a:t>
            </a:r>
          </a:p>
          <a:p>
            <a:pPr eaLnBrk="1" hangingPunct="1"/>
            <a:r>
              <a:rPr lang="en-US" altLang="ja-JP"/>
              <a:t>Second, it is needed to be estimated the size of deliverables and works in the project.</a:t>
            </a:r>
          </a:p>
          <a:p>
            <a:endParaRPr lang="en-US" altLang="ja-JP"/>
          </a:p>
          <a:p>
            <a:r>
              <a:rPr lang="en-US" altLang="ja-JP"/>
              <a:t> The first step of estimation is sizing. Sizing is a process which measure the size of project deliverables and processes. When you estimate the size of your project, you need to select metrics as measurement tool.</a:t>
            </a:r>
          </a:p>
          <a:p>
            <a:endParaRPr lang="en-US" altLang="ja-JP"/>
          </a:p>
          <a:p>
            <a:r>
              <a:rPr lang="en-US" altLang="ja-JP"/>
              <a:t> There are some condition for good metrics as follows;</a:t>
            </a:r>
          </a:p>
          <a:p>
            <a:pPr>
              <a:buFontTx/>
              <a:buAutoNum type="arabicPeriod"/>
            </a:pPr>
            <a:r>
              <a:rPr lang="en-US" altLang="ja-JP"/>
              <a:t>General Versatility in projects independent from .</a:t>
            </a:r>
          </a:p>
          <a:p>
            <a:pPr>
              <a:buFontTx/>
              <a:buAutoNum type="arabicPeriod"/>
            </a:pPr>
            <a:r>
              <a:rPr lang="en-US" altLang="ja-JP"/>
              <a:t>Availability in whole processes, system analysis, development, and test.</a:t>
            </a:r>
          </a:p>
          <a:p>
            <a:pPr>
              <a:buFontTx/>
              <a:buAutoNum type="arabicPeriod"/>
            </a:pPr>
            <a:r>
              <a:rPr lang="en-US" altLang="ja-JP"/>
              <a:t>Clarity in the methods of measurement.</a:t>
            </a:r>
          </a:p>
          <a:p>
            <a:pPr>
              <a:buFontTx/>
              <a:buAutoNum type="arabicPeriod"/>
            </a:pPr>
            <a:r>
              <a:rPr lang="en-US" altLang="ja-JP"/>
              <a:t>Understandable by all stakeholders.</a:t>
            </a:r>
          </a:p>
          <a:p>
            <a:endParaRPr lang="en-US" altLang="ja-JP"/>
          </a:p>
        </p:txBody>
      </p:sp>
    </p:spTree>
    <p:extLst>
      <p:ext uri="{BB962C8B-B14F-4D97-AF65-F5344CB8AC3E}">
        <p14:creationId xmlns:p14="http://schemas.microsoft.com/office/powerpoint/2010/main" val="268275034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Arial" charset="0"/>
                <a:ea typeface="ＭＳ Ｐゴシック" pitchFamily="50" charset="-128"/>
              </a:defRPr>
            </a:lvl1pPr>
            <a:lvl2pPr marL="769250" indent="-295866" eaLnBrk="0" hangingPunct="0">
              <a:defRPr kumimoji="1">
                <a:solidFill>
                  <a:schemeClr val="tx1"/>
                </a:solidFill>
                <a:latin typeface="Arial" charset="0"/>
                <a:ea typeface="ＭＳ Ｐゴシック" pitchFamily="50" charset="-128"/>
              </a:defRPr>
            </a:lvl2pPr>
            <a:lvl3pPr marL="1183462" indent="-236692" eaLnBrk="0" hangingPunct="0">
              <a:defRPr kumimoji="1">
                <a:solidFill>
                  <a:schemeClr val="tx1"/>
                </a:solidFill>
                <a:latin typeface="Arial" charset="0"/>
                <a:ea typeface="ＭＳ Ｐゴシック" pitchFamily="50" charset="-128"/>
              </a:defRPr>
            </a:lvl3pPr>
            <a:lvl4pPr marL="1656847" indent="-236692" eaLnBrk="0" hangingPunct="0">
              <a:defRPr kumimoji="1">
                <a:solidFill>
                  <a:schemeClr val="tx1"/>
                </a:solidFill>
                <a:latin typeface="Arial" charset="0"/>
                <a:ea typeface="ＭＳ Ｐゴシック" pitchFamily="50" charset="-128"/>
              </a:defRPr>
            </a:lvl4pPr>
            <a:lvl5pPr marL="2130232" indent="-236692" eaLnBrk="0" hangingPunct="0">
              <a:defRPr kumimoji="1">
                <a:solidFill>
                  <a:schemeClr val="tx1"/>
                </a:solidFill>
                <a:latin typeface="Arial" charset="0"/>
                <a:ea typeface="ＭＳ Ｐゴシック" pitchFamily="50" charset="-128"/>
              </a:defRPr>
            </a:lvl5pPr>
            <a:lvl6pPr marL="2603617" indent="-236692" eaLnBrk="0" fontAlgn="base" hangingPunct="0">
              <a:spcBef>
                <a:spcPct val="0"/>
              </a:spcBef>
              <a:spcAft>
                <a:spcPct val="0"/>
              </a:spcAft>
              <a:defRPr kumimoji="1">
                <a:solidFill>
                  <a:schemeClr val="tx1"/>
                </a:solidFill>
                <a:latin typeface="Arial" charset="0"/>
                <a:ea typeface="ＭＳ Ｐゴシック" pitchFamily="50" charset="-128"/>
              </a:defRPr>
            </a:lvl6pPr>
            <a:lvl7pPr marL="3077002" indent="-236692" eaLnBrk="0" fontAlgn="base" hangingPunct="0">
              <a:spcBef>
                <a:spcPct val="0"/>
              </a:spcBef>
              <a:spcAft>
                <a:spcPct val="0"/>
              </a:spcAft>
              <a:defRPr kumimoji="1">
                <a:solidFill>
                  <a:schemeClr val="tx1"/>
                </a:solidFill>
                <a:latin typeface="Arial" charset="0"/>
                <a:ea typeface="ＭＳ Ｐゴシック" pitchFamily="50" charset="-128"/>
              </a:defRPr>
            </a:lvl7pPr>
            <a:lvl8pPr marL="3550387" indent="-236692" eaLnBrk="0" fontAlgn="base" hangingPunct="0">
              <a:spcBef>
                <a:spcPct val="0"/>
              </a:spcBef>
              <a:spcAft>
                <a:spcPct val="0"/>
              </a:spcAft>
              <a:defRPr kumimoji="1">
                <a:solidFill>
                  <a:schemeClr val="tx1"/>
                </a:solidFill>
                <a:latin typeface="Arial" charset="0"/>
                <a:ea typeface="ＭＳ Ｐゴシック" pitchFamily="50" charset="-128"/>
              </a:defRPr>
            </a:lvl8pPr>
            <a:lvl9pPr marL="4023771" indent="-236692"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fld id="{3032F978-3D86-41E2-8A4C-C2B33B3333DE}" type="slidenum">
              <a:rPr lang="en-US" altLang="ja-JP" smtClean="0"/>
              <a:pPr eaLnBrk="1" hangingPunct="1"/>
              <a:t>43</a:t>
            </a:fld>
            <a:endParaRPr lang="en-US" altLang="ja-JP"/>
          </a:p>
        </p:txBody>
      </p:sp>
      <p:sp>
        <p:nvSpPr>
          <p:cNvPr id="228355" name="Rectangle 2"/>
          <p:cNvSpPr>
            <a:spLocks noGrp="1" noRot="1" noChangeAspect="1" noChangeArrowheads="1" noTextEdit="1"/>
          </p:cNvSpPr>
          <p:nvPr>
            <p:ph type="sldImg"/>
          </p:nvPr>
        </p:nvSpPr>
        <p:spPr>
          <a:ln/>
        </p:spPr>
      </p:sp>
      <p:sp>
        <p:nvSpPr>
          <p:cNvPr id="2283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ja-JP"/>
              <a:t>(2) Năng suất</a:t>
            </a:r>
          </a:p>
          <a:p>
            <a:pPr eaLnBrk="1" hangingPunct="1"/>
            <a:r>
              <a:rPr lang="en-US" altLang="ja-JP"/>
              <a:t>Third, productivity should be estimated. is the one that how much production capacity is had within a certain period is requested. </a:t>
            </a:r>
          </a:p>
          <a:p>
            <a:pPr eaLnBrk="1" hangingPunct="1"/>
            <a:r>
              <a:rPr lang="en-US" altLang="ja-JP"/>
              <a:t>For instance, the project concerned characteristic (system scale, complexity, and worker skill, etc.) is tempered, adjusted difficultly based on results of a past similar project in many cases, and it is decided to request it in the top down of estimate of productivity though it is the one measured by the index of step (step)/man-month or FP (function point)/man-month.</a:t>
            </a:r>
            <a:endParaRPr lang="ja-JP" altLang="ja-JP"/>
          </a:p>
          <a:p>
            <a:pPr eaLnBrk="1" hangingPunct="1"/>
            <a:endParaRPr lang="en-US" altLang="ja-JP"/>
          </a:p>
          <a:p>
            <a:pPr eaLnBrk="1" hangingPunct="1"/>
            <a:r>
              <a:rPr lang="en-US" altLang="ja-JP"/>
              <a:t>(3) Productivity</a:t>
            </a:r>
          </a:p>
          <a:p>
            <a:pPr eaLnBrk="1" hangingPunct="1"/>
            <a:r>
              <a:rPr lang="en-US" altLang="ja-JP"/>
              <a:t>Third, productivity should be estimated. is the one that how much production capacity is had within a certain period is requested. </a:t>
            </a:r>
          </a:p>
          <a:p>
            <a:pPr eaLnBrk="1" hangingPunct="1"/>
            <a:r>
              <a:rPr lang="en-US" altLang="ja-JP"/>
              <a:t>For instance, the project concerned characteristic (system scale, complexity, and worker skill, etc.) is tempered, adjusted difficultly based on results of a past similar project in many cases, and it is decided to request it in the top down of estimate of productivity though it is the one measured by the index of step (step)/man-month or FP (function point)/man-month.</a:t>
            </a:r>
            <a:endParaRPr lang="ja-JP" altLang="ja-JP"/>
          </a:p>
        </p:txBody>
      </p:sp>
    </p:spTree>
    <p:extLst>
      <p:ext uri="{BB962C8B-B14F-4D97-AF65-F5344CB8AC3E}">
        <p14:creationId xmlns:p14="http://schemas.microsoft.com/office/powerpoint/2010/main" val="206557846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Arial" charset="0"/>
                <a:ea typeface="ＭＳ Ｐゴシック" pitchFamily="50" charset="-128"/>
              </a:defRPr>
            </a:lvl1pPr>
            <a:lvl2pPr marL="769250" indent="-295866" eaLnBrk="0" hangingPunct="0">
              <a:defRPr kumimoji="1">
                <a:solidFill>
                  <a:schemeClr val="tx1"/>
                </a:solidFill>
                <a:latin typeface="Arial" charset="0"/>
                <a:ea typeface="ＭＳ Ｐゴシック" pitchFamily="50" charset="-128"/>
              </a:defRPr>
            </a:lvl2pPr>
            <a:lvl3pPr marL="1183462" indent="-236692" eaLnBrk="0" hangingPunct="0">
              <a:defRPr kumimoji="1">
                <a:solidFill>
                  <a:schemeClr val="tx1"/>
                </a:solidFill>
                <a:latin typeface="Arial" charset="0"/>
                <a:ea typeface="ＭＳ Ｐゴシック" pitchFamily="50" charset="-128"/>
              </a:defRPr>
            </a:lvl3pPr>
            <a:lvl4pPr marL="1656847" indent="-236692" eaLnBrk="0" hangingPunct="0">
              <a:defRPr kumimoji="1">
                <a:solidFill>
                  <a:schemeClr val="tx1"/>
                </a:solidFill>
                <a:latin typeface="Arial" charset="0"/>
                <a:ea typeface="ＭＳ Ｐゴシック" pitchFamily="50" charset="-128"/>
              </a:defRPr>
            </a:lvl4pPr>
            <a:lvl5pPr marL="2130232" indent="-236692" eaLnBrk="0" hangingPunct="0">
              <a:defRPr kumimoji="1">
                <a:solidFill>
                  <a:schemeClr val="tx1"/>
                </a:solidFill>
                <a:latin typeface="Arial" charset="0"/>
                <a:ea typeface="ＭＳ Ｐゴシック" pitchFamily="50" charset="-128"/>
              </a:defRPr>
            </a:lvl5pPr>
            <a:lvl6pPr marL="2603617" indent="-236692" eaLnBrk="0" fontAlgn="base" hangingPunct="0">
              <a:spcBef>
                <a:spcPct val="0"/>
              </a:spcBef>
              <a:spcAft>
                <a:spcPct val="0"/>
              </a:spcAft>
              <a:defRPr kumimoji="1">
                <a:solidFill>
                  <a:schemeClr val="tx1"/>
                </a:solidFill>
                <a:latin typeface="Arial" charset="0"/>
                <a:ea typeface="ＭＳ Ｐゴシック" pitchFamily="50" charset="-128"/>
              </a:defRPr>
            </a:lvl6pPr>
            <a:lvl7pPr marL="3077002" indent="-236692" eaLnBrk="0" fontAlgn="base" hangingPunct="0">
              <a:spcBef>
                <a:spcPct val="0"/>
              </a:spcBef>
              <a:spcAft>
                <a:spcPct val="0"/>
              </a:spcAft>
              <a:defRPr kumimoji="1">
                <a:solidFill>
                  <a:schemeClr val="tx1"/>
                </a:solidFill>
                <a:latin typeface="Arial" charset="0"/>
                <a:ea typeface="ＭＳ Ｐゴシック" pitchFamily="50" charset="-128"/>
              </a:defRPr>
            </a:lvl7pPr>
            <a:lvl8pPr marL="3550387" indent="-236692" eaLnBrk="0" fontAlgn="base" hangingPunct="0">
              <a:spcBef>
                <a:spcPct val="0"/>
              </a:spcBef>
              <a:spcAft>
                <a:spcPct val="0"/>
              </a:spcAft>
              <a:defRPr kumimoji="1">
                <a:solidFill>
                  <a:schemeClr val="tx1"/>
                </a:solidFill>
                <a:latin typeface="Arial" charset="0"/>
                <a:ea typeface="ＭＳ Ｐゴシック" pitchFamily="50" charset="-128"/>
              </a:defRPr>
            </a:lvl8pPr>
            <a:lvl9pPr marL="4023771" indent="-236692"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fld id="{4515140D-7D15-465B-A3F8-6C3CE1AEBE6A}" type="slidenum">
              <a:rPr lang="en-US" altLang="ja-JP" smtClean="0"/>
              <a:pPr eaLnBrk="1" hangingPunct="1"/>
              <a:t>44</a:t>
            </a:fld>
            <a:endParaRPr lang="en-US" altLang="ja-JP"/>
          </a:p>
        </p:txBody>
      </p:sp>
      <p:sp>
        <p:nvSpPr>
          <p:cNvPr id="229379" name="Rectangle 2"/>
          <p:cNvSpPr>
            <a:spLocks noGrp="1" noRot="1" noChangeAspect="1" noChangeArrowheads="1" noTextEdit="1"/>
          </p:cNvSpPr>
          <p:nvPr>
            <p:ph type="sldImg"/>
          </p:nvPr>
        </p:nvSpPr>
        <p:spPr>
          <a:ln/>
        </p:spPr>
      </p:sp>
      <p:sp>
        <p:nvSpPr>
          <p:cNvPr id="229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ja-JP"/>
              <a:t>(4) Giờ làm việc</a:t>
            </a:r>
          </a:p>
          <a:p>
            <a:pPr eaLnBrk="1" hangingPunct="1"/>
            <a:r>
              <a:rPr lang="en-US" altLang="ja-JP"/>
              <a:t>Th</a:t>
            </a:r>
            <a:r>
              <a:rPr lang="vi-VN" altLang="ja-JP"/>
              <a:t>ư</a:t>
            </a:r>
            <a:r>
              <a:rPr lang="en-US" altLang="ja-JP"/>
              <a:t>ớc đo sự phát triển của dự án đ</a:t>
            </a:r>
            <a:r>
              <a:rPr lang="vi-VN" altLang="ja-JP"/>
              <a:t>ư</a:t>
            </a:r>
            <a:r>
              <a:rPr lang="en-US" altLang="ja-JP"/>
              <a:t>ợc chia thành năng suất và giờ làm việc.  Trong khái niệm về phát triển hệ thống, th</a:t>
            </a:r>
            <a:r>
              <a:rPr lang="vi-VN" altLang="ja-JP"/>
              <a:t>ư</a:t>
            </a:r>
            <a:r>
              <a:rPr lang="en-US" altLang="ja-JP"/>
              <a:t>ớc đo này là tổng của phát triển phần mềm và cả công tác quản lý dự án và xây dựng hạ tầng.</a:t>
            </a:r>
          </a:p>
          <a:p>
            <a:pPr eaLnBrk="1" hangingPunct="1"/>
            <a:endParaRPr lang="en-US" altLang="ja-JP"/>
          </a:p>
          <a:p>
            <a:pPr eaLnBrk="1" hangingPunct="1"/>
            <a:r>
              <a:rPr lang="en-US" altLang="ja-JP"/>
              <a:t>(3) Worker-hour</a:t>
            </a:r>
          </a:p>
          <a:p>
            <a:pPr eaLnBrk="1" hangingPunct="1"/>
            <a:r>
              <a:rPr lang="en-US" altLang="ja-JP"/>
              <a:t>The development scale is divided by productivity and the worker-hour is calculated. In the system development concept, it is necessary to sum up not only the software development but also the infrastructure construction and the project manager work.</a:t>
            </a:r>
          </a:p>
        </p:txBody>
      </p:sp>
    </p:spTree>
    <p:extLst>
      <p:ext uri="{BB962C8B-B14F-4D97-AF65-F5344CB8AC3E}">
        <p14:creationId xmlns:p14="http://schemas.microsoft.com/office/powerpoint/2010/main" val="85238370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Arial" charset="0"/>
                <a:ea typeface="ＭＳ Ｐゴシック" pitchFamily="50" charset="-128"/>
              </a:defRPr>
            </a:lvl1pPr>
            <a:lvl2pPr marL="769250" indent="-295866" eaLnBrk="0" hangingPunct="0">
              <a:defRPr kumimoji="1">
                <a:solidFill>
                  <a:schemeClr val="tx1"/>
                </a:solidFill>
                <a:latin typeface="Arial" charset="0"/>
                <a:ea typeface="ＭＳ Ｐゴシック" pitchFamily="50" charset="-128"/>
              </a:defRPr>
            </a:lvl2pPr>
            <a:lvl3pPr marL="1183462" indent="-236692" eaLnBrk="0" hangingPunct="0">
              <a:defRPr kumimoji="1">
                <a:solidFill>
                  <a:schemeClr val="tx1"/>
                </a:solidFill>
                <a:latin typeface="Arial" charset="0"/>
                <a:ea typeface="ＭＳ Ｐゴシック" pitchFamily="50" charset="-128"/>
              </a:defRPr>
            </a:lvl3pPr>
            <a:lvl4pPr marL="1656847" indent="-236692" eaLnBrk="0" hangingPunct="0">
              <a:defRPr kumimoji="1">
                <a:solidFill>
                  <a:schemeClr val="tx1"/>
                </a:solidFill>
                <a:latin typeface="Arial" charset="0"/>
                <a:ea typeface="ＭＳ Ｐゴシック" pitchFamily="50" charset="-128"/>
              </a:defRPr>
            </a:lvl4pPr>
            <a:lvl5pPr marL="2130232" indent="-236692" eaLnBrk="0" hangingPunct="0">
              <a:defRPr kumimoji="1">
                <a:solidFill>
                  <a:schemeClr val="tx1"/>
                </a:solidFill>
                <a:latin typeface="Arial" charset="0"/>
                <a:ea typeface="ＭＳ Ｐゴシック" pitchFamily="50" charset="-128"/>
              </a:defRPr>
            </a:lvl5pPr>
            <a:lvl6pPr marL="2603617" indent="-236692" eaLnBrk="0" fontAlgn="base" hangingPunct="0">
              <a:spcBef>
                <a:spcPct val="0"/>
              </a:spcBef>
              <a:spcAft>
                <a:spcPct val="0"/>
              </a:spcAft>
              <a:defRPr kumimoji="1">
                <a:solidFill>
                  <a:schemeClr val="tx1"/>
                </a:solidFill>
                <a:latin typeface="Arial" charset="0"/>
                <a:ea typeface="ＭＳ Ｐゴシック" pitchFamily="50" charset="-128"/>
              </a:defRPr>
            </a:lvl6pPr>
            <a:lvl7pPr marL="3077002" indent="-236692" eaLnBrk="0" fontAlgn="base" hangingPunct="0">
              <a:spcBef>
                <a:spcPct val="0"/>
              </a:spcBef>
              <a:spcAft>
                <a:spcPct val="0"/>
              </a:spcAft>
              <a:defRPr kumimoji="1">
                <a:solidFill>
                  <a:schemeClr val="tx1"/>
                </a:solidFill>
                <a:latin typeface="Arial" charset="0"/>
                <a:ea typeface="ＭＳ Ｐゴシック" pitchFamily="50" charset="-128"/>
              </a:defRPr>
            </a:lvl7pPr>
            <a:lvl8pPr marL="3550387" indent="-236692" eaLnBrk="0" fontAlgn="base" hangingPunct="0">
              <a:spcBef>
                <a:spcPct val="0"/>
              </a:spcBef>
              <a:spcAft>
                <a:spcPct val="0"/>
              </a:spcAft>
              <a:defRPr kumimoji="1">
                <a:solidFill>
                  <a:schemeClr val="tx1"/>
                </a:solidFill>
                <a:latin typeface="Arial" charset="0"/>
                <a:ea typeface="ＭＳ Ｐゴシック" pitchFamily="50" charset="-128"/>
              </a:defRPr>
            </a:lvl8pPr>
            <a:lvl9pPr marL="4023771" indent="-236692"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fld id="{D18FFC70-B0C6-4E00-9F2E-7FB948CAF0F1}" type="slidenum">
              <a:rPr lang="en-US" altLang="ja-JP" smtClean="0"/>
              <a:pPr eaLnBrk="1" hangingPunct="1"/>
              <a:t>45</a:t>
            </a:fld>
            <a:endParaRPr lang="en-US" altLang="ja-JP"/>
          </a:p>
        </p:txBody>
      </p:sp>
      <p:sp>
        <p:nvSpPr>
          <p:cNvPr id="230403" name="Rectangle 2"/>
          <p:cNvSpPr>
            <a:spLocks noGrp="1" noRot="1" noChangeAspect="1" noChangeArrowheads="1" noTextEdit="1"/>
          </p:cNvSpPr>
          <p:nvPr>
            <p:ph type="sldImg"/>
          </p:nvPr>
        </p:nvSpPr>
        <p:spPr>
          <a:ln/>
        </p:spPr>
      </p:sp>
      <p:sp>
        <p:nvSpPr>
          <p:cNvPr id="2304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vi-VN" altLang="ja-JP"/>
              <a:t>(4) Thời lượng</a:t>
            </a:r>
          </a:p>
          <a:p>
            <a:pPr eaLnBrk="1" hangingPunct="1"/>
            <a:r>
              <a:rPr lang="vi-VN" altLang="ja-JP"/>
              <a:t>Ước tính tại giai đoạn quyết định thời lượng ước tính giờ làm việc của từng WBS, quyết định thứ tự công việc và lập lịch trình của từng giai đoạn. Tại thời điểm này, điều quan trọng là phải quyết định tỷ lệ của tỷ lệ được đặt trong khoảng thời gian của từng giai đoạn đề cập đến một dự án thành công trong quá khứ.</a:t>
            </a:r>
          </a:p>
          <a:p>
            <a:pPr eaLnBrk="1" hangingPunct="1"/>
            <a:r>
              <a:rPr lang="en-US" altLang="ja-JP"/>
              <a:t>Với phần mềm, có thử sử dụng công thức COCOMO (</a:t>
            </a:r>
            <a:r>
              <a:rPr lang="en-US"/>
              <a:t>Constructive Cost Model )</a:t>
            </a:r>
            <a:endParaRPr lang="en-US" altLang="ja-JP"/>
          </a:p>
          <a:p>
            <a:pPr eaLnBrk="1" hangingPunct="1"/>
            <a:endParaRPr lang="en-US" altLang="ja-JP"/>
          </a:p>
          <a:p>
            <a:pPr eaLnBrk="1" hangingPunct="1"/>
            <a:r>
              <a:rPr lang="en-US" altLang="ja-JP"/>
              <a:t>(4) Duration</a:t>
            </a:r>
          </a:p>
          <a:p>
            <a:pPr eaLnBrk="1" hangingPunct="1"/>
            <a:r>
              <a:rPr lang="en-US" altLang="ja-JP"/>
              <a:t>The estimate at the period decides the duration estimating the working hours of each WBS, deciding the work order, and making the schedule of each phase. At this time, it is also important to decide the ratio of a set ratio of the period of each phase referring to a past success project.  </a:t>
            </a:r>
          </a:p>
          <a:p>
            <a:pPr eaLnBrk="1" hangingPunct="1"/>
            <a:r>
              <a:rPr lang="en-US" altLang="ja-JP"/>
              <a:t>Có thể sử dụng công thức COCOMO với việc phát triển phần mềm</a:t>
            </a:r>
          </a:p>
          <a:p>
            <a:pPr eaLnBrk="1" hangingPunct="1"/>
            <a:endParaRPr lang="en-US" altLang="ja-JP"/>
          </a:p>
        </p:txBody>
      </p:sp>
    </p:spTree>
    <p:extLst>
      <p:ext uri="{BB962C8B-B14F-4D97-AF65-F5344CB8AC3E}">
        <p14:creationId xmlns:p14="http://schemas.microsoft.com/office/powerpoint/2010/main" val="399695625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Arial" charset="0"/>
                <a:ea typeface="ＭＳ Ｐゴシック" pitchFamily="50" charset="-128"/>
              </a:defRPr>
            </a:lvl1pPr>
            <a:lvl2pPr marL="769250" indent="-295866" eaLnBrk="0" hangingPunct="0">
              <a:defRPr kumimoji="1">
                <a:solidFill>
                  <a:schemeClr val="tx1"/>
                </a:solidFill>
                <a:latin typeface="Arial" charset="0"/>
                <a:ea typeface="ＭＳ Ｐゴシック" pitchFamily="50" charset="-128"/>
              </a:defRPr>
            </a:lvl2pPr>
            <a:lvl3pPr marL="1183462" indent="-236692" eaLnBrk="0" hangingPunct="0">
              <a:defRPr kumimoji="1">
                <a:solidFill>
                  <a:schemeClr val="tx1"/>
                </a:solidFill>
                <a:latin typeface="Arial" charset="0"/>
                <a:ea typeface="ＭＳ Ｐゴシック" pitchFamily="50" charset="-128"/>
              </a:defRPr>
            </a:lvl3pPr>
            <a:lvl4pPr marL="1656847" indent="-236692" eaLnBrk="0" hangingPunct="0">
              <a:defRPr kumimoji="1">
                <a:solidFill>
                  <a:schemeClr val="tx1"/>
                </a:solidFill>
                <a:latin typeface="Arial" charset="0"/>
                <a:ea typeface="ＭＳ Ｐゴシック" pitchFamily="50" charset="-128"/>
              </a:defRPr>
            </a:lvl4pPr>
            <a:lvl5pPr marL="2130232" indent="-236692" eaLnBrk="0" hangingPunct="0">
              <a:defRPr kumimoji="1">
                <a:solidFill>
                  <a:schemeClr val="tx1"/>
                </a:solidFill>
                <a:latin typeface="Arial" charset="0"/>
                <a:ea typeface="ＭＳ Ｐゴシック" pitchFamily="50" charset="-128"/>
              </a:defRPr>
            </a:lvl5pPr>
            <a:lvl6pPr marL="2603617" indent="-236692" eaLnBrk="0" fontAlgn="base" hangingPunct="0">
              <a:spcBef>
                <a:spcPct val="0"/>
              </a:spcBef>
              <a:spcAft>
                <a:spcPct val="0"/>
              </a:spcAft>
              <a:defRPr kumimoji="1">
                <a:solidFill>
                  <a:schemeClr val="tx1"/>
                </a:solidFill>
                <a:latin typeface="Arial" charset="0"/>
                <a:ea typeface="ＭＳ Ｐゴシック" pitchFamily="50" charset="-128"/>
              </a:defRPr>
            </a:lvl6pPr>
            <a:lvl7pPr marL="3077002" indent="-236692" eaLnBrk="0" fontAlgn="base" hangingPunct="0">
              <a:spcBef>
                <a:spcPct val="0"/>
              </a:spcBef>
              <a:spcAft>
                <a:spcPct val="0"/>
              </a:spcAft>
              <a:defRPr kumimoji="1">
                <a:solidFill>
                  <a:schemeClr val="tx1"/>
                </a:solidFill>
                <a:latin typeface="Arial" charset="0"/>
                <a:ea typeface="ＭＳ Ｐゴシック" pitchFamily="50" charset="-128"/>
              </a:defRPr>
            </a:lvl7pPr>
            <a:lvl8pPr marL="3550387" indent="-236692" eaLnBrk="0" fontAlgn="base" hangingPunct="0">
              <a:spcBef>
                <a:spcPct val="0"/>
              </a:spcBef>
              <a:spcAft>
                <a:spcPct val="0"/>
              </a:spcAft>
              <a:defRPr kumimoji="1">
                <a:solidFill>
                  <a:schemeClr val="tx1"/>
                </a:solidFill>
                <a:latin typeface="Arial" charset="0"/>
                <a:ea typeface="ＭＳ Ｐゴシック" pitchFamily="50" charset="-128"/>
              </a:defRPr>
            </a:lvl8pPr>
            <a:lvl9pPr marL="4023771" indent="-236692"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fld id="{8ECD7524-50B0-4864-A14E-04A02D52BC00}" type="slidenum">
              <a:rPr lang="en-US" altLang="ja-JP" smtClean="0"/>
              <a:pPr eaLnBrk="1" hangingPunct="1"/>
              <a:t>46</a:t>
            </a:fld>
            <a:endParaRPr lang="en-US" altLang="ja-JP"/>
          </a:p>
        </p:txBody>
      </p:sp>
      <p:sp>
        <p:nvSpPr>
          <p:cNvPr id="236547" name="Rectangle 2"/>
          <p:cNvSpPr>
            <a:spLocks noGrp="1" noRot="1" noChangeAspect="1" noChangeArrowheads="1" noTextEdit="1"/>
          </p:cNvSpPr>
          <p:nvPr>
            <p:ph type="sldImg"/>
          </p:nvPr>
        </p:nvSpPr>
        <p:spPr>
          <a:ln/>
        </p:spPr>
      </p:sp>
      <p:sp>
        <p:nvSpPr>
          <p:cNvPr id="2365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vi-VN" altLang="ja-JP"/>
              <a:t>Trong quá trình này, cần phải ước tính tất cả các loại tài nguyên để thực hiện các hoạt động bao gồm giờ công nhân, phần cứng, phần mềm, phí đi lại, v.v.</a:t>
            </a:r>
            <a:endParaRPr lang="en-US" altLang="ja-JP"/>
          </a:p>
          <a:p>
            <a:pPr eaLnBrk="1" hangingPunct="1"/>
            <a:endParaRPr lang="en-US" altLang="ja-JP"/>
          </a:p>
          <a:p>
            <a:pPr eaLnBrk="1" hangingPunct="1"/>
            <a:r>
              <a:rPr lang="en-US" altLang="ja-JP"/>
              <a:t> In this process, it is needed to be estimated all kind of resources to do the activities including Worker-hour, hard ware, soft ware, travel fee etc.</a:t>
            </a:r>
          </a:p>
          <a:p>
            <a:pPr eaLnBrk="1" hangingPunct="1"/>
            <a:endParaRPr lang="en-US" altLang="ja-JP"/>
          </a:p>
        </p:txBody>
      </p:sp>
    </p:spTree>
    <p:extLst>
      <p:ext uri="{BB962C8B-B14F-4D97-AF65-F5344CB8AC3E}">
        <p14:creationId xmlns:p14="http://schemas.microsoft.com/office/powerpoint/2010/main" val="146407367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Arial" charset="0"/>
                <a:ea typeface="ＭＳ Ｐゴシック" pitchFamily="50" charset="-128"/>
              </a:defRPr>
            </a:lvl1pPr>
            <a:lvl2pPr marL="769250" indent="-295866" eaLnBrk="0" hangingPunct="0">
              <a:defRPr kumimoji="1">
                <a:solidFill>
                  <a:schemeClr val="tx1"/>
                </a:solidFill>
                <a:latin typeface="Arial" charset="0"/>
                <a:ea typeface="ＭＳ Ｐゴシック" pitchFamily="50" charset="-128"/>
              </a:defRPr>
            </a:lvl2pPr>
            <a:lvl3pPr marL="1183462" indent="-236692" eaLnBrk="0" hangingPunct="0">
              <a:defRPr kumimoji="1">
                <a:solidFill>
                  <a:schemeClr val="tx1"/>
                </a:solidFill>
                <a:latin typeface="Arial" charset="0"/>
                <a:ea typeface="ＭＳ Ｐゴシック" pitchFamily="50" charset="-128"/>
              </a:defRPr>
            </a:lvl3pPr>
            <a:lvl4pPr marL="1656847" indent="-236692" eaLnBrk="0" hangingPunct="0">
              <a:defRPr kumimoji="1">
                <a:solidFill>
                  <a:schemeClr val="tx1"/>
                </a:solidFill>
                <a:latin typeface="Arial" charset="0"/>
                <a:ea typeface="ＭＳ Ｐゴシック" pitchFamily="50" charset="-128"/>
              </a:defRPr>
            </a:lvl4pPr>
            <a:lvl5pPr marL="2130232" indent="-236692" eaLnBrk="0" hangingPunct="0">
              <a:defRPr kumimoji="1">
                <a:solidFill>
                  <a:schemeClr val="tx1"/>
                </a:solidFill>
                <a:latin typeface="Arial" charset="0"/>
                <a:ea typeface="ＭＳ Ｐゴシック" pitchFamily="50" charset="-128"/>
              </a:defRPr>
            </a:lvl5pPr>
            <a:lvl6pPr marL="2603617" indent="-236692" eaLnBrk="0" fontAlgn="base" hangingPunct="0">
              <a:spcBef>
                <a:spcPct val="0"/>
              </a:spcBef>
              <a:spcAft>
                <a:spcPct val="0"/>
              </a:spcAft>
              <a:defRPr kumimoji="1">
                <a:solidFill>
                  <a:schemeClr val="tx1"/>
                </a:solidFill>
                <a:latin typeface="Arial" charset="0"/>
                <a:ea typeface="ＭＳ Ｐゴシック" pitchFamily="50" charset="-128"/>
              </a:defRPr>
            </a:lvl6pPr>
            <a:lvl7pPr marL="3077002" indent="-236692" eaLnBrk="0" fontAlgn="base" hangingPunct="0">
              <a:spcBef>
                <a:spcPct val="0"/>
              </a:spcBef>
              <a:spcAft>
                <a:spcPct val="0"/>
              </a:spcAft>
              <a:defRPr kumimoji="1">
                <a:solidFill>
                  <a:schemeClr val="tx1"/>
                </a:solidFill>
                <a:latin typeface="Arial" charset="0"/>
                <a:ea typeface="ＭＳ Ｐゴシック" pitchFamily="50" charset="-128"/>
              </a:defRPr>
            </a:lvl7pPr>
            <a:lvl8pPr marL="3550387" indent="-236692" eaLnBrk="0" fontAlgn="base" hangingPunct="0">
              <a:spcBef>
                <a:spcPct val="0"/>
              </a:spcBef>
              <a:spcAft>
                <a:spcPct val="0"/>
              </a:spcAft>
              <a:defRPr kumimoji="1">
                <a:solidFill>
                  <a:schemeClr val="tx1"/>
                </a:solidFill>
                <a:latin typeface="Arial" charset="0"/>
                <a:ea typeface="ＭＳ Ｐゴシック" pitchFamily="50" charset="-128"/>
              </a:defRPr>
            </a:lvl8pPr>
            <a:lvl9pPr marL="4023771" indent="-236692"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fld id="{78E8CCE0-3D02-4FFB-9E28-38E995254DF1}" type="slidenum">
              <a:rPr lang="en-US" altLang="ja-JP" smtClean="0"/>
              <a:pPr eaLnBrk="1" hangingPunct="1"/>
              <a:t>48</a:t>
            </a:fld>
            <a:endParaRPr lang="en-US" altLang="ja-JP"/>
          </a:p>
        </p:txBody>
      </p:sp>
      <p:sp>
        <p:nvSpPr>
          <p:cNvPr id="231427" name="Rectangle 2"/>
          <p:cNvSpPr>
            <a:spLocks noGrp="1" noRot="1" noChangeAspect="1" noChangeArrowheads="1" noTextEdit="1"/>
          </p:cNvSpPr>
          <p:nvPr>
            <p:ph type="sldImg"/>
          </p:nvPr>
        </p:nvSpPr>
        <p:spPr>
          <a:ln/>
        </p:spPr>
      </p:sp>
      <p:sp>
        <p:nvSpPr>
          <p:cNvPr id="2314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ja-JP"/>
              <a:t>Trong dự án phát triển hệ thống, có một số giai đoạn gọi là Trao đổi nghiệp vụ, Thu thập Yêu cầu, Thiết kế hệ thống.</a:t>
            </a:r>
          </a:p>
          <a:p>
            <a:pPr eaLnBrk="1" hangingPunct="1"/>
            <a:r>
              <a:rPr lang="en-US" altLang="ja-JP"/>
              <a:t>Mỗi giai đoạn này có cách yêu cầu độ chính xác </a:t>
            </a:r>
            <a:r>
              <a:rPr lang="vi-VN" altLang="ja-JP"/>
              <a:t>ư</a:t>
            </a:r>
            <a:r>
              <a:rPr lang="en-US" altLang="ja-JP"/>
              <a:t>ớc l</a:t>
            </a:r>
            <a:r>
              <a:rPr lang="vi-VN" altLang="ja-JP"/>
              <a:t>ư</a:t>
            </a:r>
            <a:r>
              <a:rPr lang="en-US" altLang="ja-JP"/>
              <a:t>ợng khác nhau</a:t>
            </a:r>
          </a:p>
          <a:p>
            <a:pPr eaLnBrk="1" hangingPunct="1"/>
            <a:endParaRPr lang="en-US" altLang="ja-JP"/>
          </a:p>
          <a:p>
            <a:pPr eaLnBrk="1" hangingPunct="1"/>
            <a:r>
              <a:rPr lang="en-US" altLang="ja-JP"/>
              <a:t>Hiệp hội các kỹ s</a:t>
            </a:r>
            <a:r>
              <a:rPr lang="vi-VN" altLang="ja-JP"/>
              <a:t>ư</a:t>
            </a:r>
            <a:r>
              <a:rPr lang="en-US" altLang="ja-JP"/>
              <a:t> tính toán chi phí đã thiết lập một bộ các tiêu chuẩn về mức độ chính xác của từng giai đoạn nh</a:t>
            </a:r>
            <a:r>
              <a:rPr lang="vi-VN" altLang="ja-JP"/>
              <a:t>ư</a:t>
            </a:r>
            <a:r>
              <a:rPr lang="en-US" altLang="ja-JP"/>
              <a:t> trên</a:t>
            </a:r>
          </a:p>
          <a:p>
            <a:pPr eaLnBrk="1" hangingPunct="1"/>
            <a:r>
              <a:rPr lang="en-US" altLang="ja-JP"/>
              <a:t> </a:t>
            </a:r>
          </a:p>
          <a:p>
            <a:pPr eaLnBrk="1" hangingPunct="1"/>
            <a:endParaRPr lang="en-US" altLang="ja-JP"/>
          </a:p>
          <a:p>
            <a:pPr eaLnBrk="1" hangingPunct="1"/>
            <a:r>
              <a:rPr lang="en-US" altLang="ja-JP"/>
              <a:t>In the system development project, there are several phases like Business Talks, Collect Requirement, System Design etc. </a:t>
            </a:r>
          </a:p>
          <a:p>
            <a:pPr eaLnBrk="1" hangingPunct="1"/>
            <a:r>
              <a:rPr lang="en-US" altLang="ja-JP"/>
              <a:t>And it is divided into three kinds of estimating according to the estimate accuracy in each phase. </a:t>
            </a:r>
          </a:p>
          <a:p>
            <a:pPr eaLnBrk="1" hangingPunct="1"/>
            <a:endParaRPr lang="en-US" altLang="ja-JP"/>
          </a:p>
          <a:p>
            <a:pPr eaLnBrk="1" hangingPunct="1"/>
            <a:r>
              <a:rPr lang="en-US" altLang="ja-JP"/>
              <a:t>The American Association of Cost Engineers (AACE) has established one set of definitions.</a:t>
            </a:r>
          </a:p>
          <a:p>
            <a:pPr eaLnBrk="1" hangingPunct="1"/>
            <a:r>
              <a:rPr lang="en-US" altLang="ja-JP"/>
              <a:t>Order-of-magnitude estimate : very rough estimate (</a:t>
            </a:r>
            <a:r>
              <a:rPr lang="ja-JP" altLang="en-US"/>
              <a:t>－</a:t>
            </a:r>
            <a:r>
              <a:rPr lang="en-US" altLang="ja-JP"/>
              <a:t>30 </a:t>
            </a:r>
            <a:r>
              <a:rPr lang="ja-JP" altLang="en-US"/>
              <a:t>～＋</a:t>
            </a:r>
            <a:r>
              <a:rPr lang="en-US" altLang="ja-JP"/>
              <a:t>50</a:t>
            </a:r>
            <a:r>
              <a:rPr lang="ja-JP" altLang="en-US"/>
              <a:t>％</a:t>
            </a:r>
            <a:r>
              <a:rPr lang="en-US" altLang="ja-JP"/>
              <a:t>) </a:t>
            </a:r>
          </a:p>
          <a:p>
            <a:pPr eaLnBrk="1" hangingPunct="1"/>
            <a:r>
              <a:rPr lang="en-US" altLang="ja-JP"/>
              <a:t>Preliminary estimate : normally associated with the budfet authorization (</a:t>
            </a:r>
            <a:r>
              <a:rPr lang="ja-JP" altLang="en-US"/>
              <a:t>－</a:t>
            </a:r>
            <a:r>
              <a:rPr lang="en-US" altLang="ja-JP"/>
              <a:t>15 </a:t>
            </a:r>
            <a:r>
              <a:rPr lang="ja-JP" altLang="en-US"/>
              <a:t>～＋</a:t>
            </a:r>
            <a:r>
              <a:rPr lang="en-US" altLang="ja-JP"/>
              <a:t>30</a:t>
            </a:r>
            <a:r>
              <a:rPr lang="ja-JP" altLang="en-US"/>
              <a:t>％</a:t>
            </a:r>
            <a:r>
              <a:rPr lang="en-US" altLang="ja-JP"/>
              <a:t>)</a:t>
            </a:r>
          </a:p>
          <a:p>
            <a:pPr eaLnBrk="1" hangingPunct="1"/>
            <a:r>
              <a:rPr lang="en-US" altLang="ja-JP"/>
              <a:t>Definitive estimate : normally associated with the cost control on the project (</a:t>
            </a:r>
            <a:r>
              <a:rPr lang="ja-JP" altLang="en-US"/>
              <a:t>－</a:t>
            </a:r>
            <a:r>
              <a:rPr lang="en-US" altLang="ja-JP"/>
              <a:t>5 </a:t>
            </a:r>
            <a:r>
              <a:rPr lang="ja-JP" altLang="en-US"/>
              <a:t>～＋</a:t>
            </a:r>
            <a:r>
              <a:rPr lang="en-US" altLang="ja-JP"/>
              <a:t>15</a:t>
            </a:r>
            <a:r>
              <a:rPr lang="ja-JP" altLang="en-US"/>
              <a:t>％</a:t>
            </a:r>
            <a:r>
              <a:rPr lang="en-US" altLang="ja-JP"/>
              <a:t>)</a:t>
            </a:r>
          </a:p>
          <a:p>
            <a:pPr eaLnBrk="1" hangingPunct="1"/>
            <a:endParaRPr lang="en-US" altLang="ja-JP"/>
          </a:p>
        </p:txBody>
      </p:sp>
    </p:spTree>
    <p:extLst>
      <p:ext uri="{BB962C8B-B14F-4D97-AF65-F5344CB8AC3E}">
        <p14:creationId xmlns:p14="http://schemas.microsoft.com/office/powerpoint/2010/main" val="429074375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Arial" charset="0"/>
                <a:ea typeface="ＭＳ Ｐゴシック" pitchFamily="50" charset="-128"/>
              </a:defRPr>
            </a:lvl1pPr>
            <a:lvl2pPr marL="769250" indent="-295866" eaLnBrk="0" hangingPunct="0">
              <a:defRPr kumimoji="1">
                <a:solidFill>
                  <a:schemeClr val="tx1"/>
                </a:solidFill>
                <a:latin typeface="Arial" charset="0"/>
                <a:ea typeface="ＭＳ Ｐゴシック" pitchFamily="50" charset="-128"/>
              </a:defRPr>
            </a:lvl2pPr>
            <a:lvl3pPr marL="1183462" indent="-236692" eaLnBrk="0" hangingPunct="0">
              <a:defRPr kumimoji="1">
                <a:solidFill>
                  <a:schemeClr val="tx1"/>
                </a:solidFill>
                <a:latin typeface="Arial" charset="0"/>
                <a:ea typeface="ＭＳ Ｐゴシック" pitchFamily="50" charset="-128"/>
              </a:defRPr>
            </a:lvl3pPr>
            <a:lvl4pPr marL="1656847" indent="-236692" eaLnBrk="0" hangingPunct="0">
              <a:defRPr kumimoji="1">
                <a:solidFill>
                  <a:schemeClr val="tx1"/>
                </a:solidFill>
                <a:latin typeface="Arial" charset="0"/>
                <a:ea typeface="ＭＳ Ｐゴシック" pitchFamily="50" charset="-128"/>
              </a:defRPr>
            </a:lvl4pPr>
            <a:lvl5pPr marL="2130232" indent="-236692" eaLnBrk="0" hangingPunct="0">
              <a:defRPr kumimoji="1">
                <a:solidFill>
                  <a:schemeClr val="tx1"/>
                </a:solidFill>
                <a:latin typeface="Arial" charset="0"/>
                <a:ea typeface="ＭＳ Ｐゴシック" pitchFamily="50" charset="-128"/>
              </a:defRPr>
            </a:lvl5pPr>
            <a:lvl6pPr marL="2603617" indent="-236692" eaLnBrk="0" fontAlgn="base" hangingPunct="0">
              <a:spcBef>
                <a:spcPct val="0"/>
              </a:spcBef>
              <a:spcAft>
                <a:spcPct val="0"/>
              </a:spcAft>
              <a:defRPr kumimoji="1">
                <a:solidFill>
                  <a:schemeClr val="tx1"/>
                </a:solidFill>
                <a:latin typeface="Arial" charset="0"/>
                <a:ea typeface="ＭＳ Ｐゴシック" pitchFamily="50" charset="-128"/>
              </a:defRPr>
            </a:lvl6pPr>
            <a:lvl7pPr marL="3077002" indent="-236692" eaLnBrk="0" fontAlgn="base" hangingPunct="0">
              <a:spcBef>
                <a:spcPct val="0"/>
              </a:spcBef>
              <a:spcAft>
                <a:spcPct val="0"/>
              </a:spcAft>
              <a:defRPr kumimoji="1">
                <a:solidFill>
                  <a:schemeClr val="tx1"/>
                </a:solidFill>
                <a:latin typeface="Arial" charset="0"/>
                <a:ea typeface="ＭＳ Ｐゴシック" pitchFamily="50" charset="-128"/>
              </a:defRPr>
            </a:lvl7pPr>
            <a:lvl8pPr marL="3550387" indent="-236692" eaLnBrk="0" fontAlgn="base" hangingPunct="0">
              <a:spcBef>
                <a:spcPct val="0"/>
              </a:spcBef>
              <a:spcAft>
                <a:spcPct val="0"/>
              </a:spcAft>
              <a:defRPr kumimoji="1">
                <a:solidFill>
                  <a:schemeClr val="tx1"/>
                </a:solidFill>
                <a:latin typeface="Arial" charset="0"/>
                <a:ea typeface="ＭＳ Ｐゴシック" pitchFamily="50" charset="-128"/>
              </a:defRPr>
            </a:lvl8pPr>
            <a:lvl9pPr marL="4023771" indent="-236692"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fld id="{3C40A676-0D65-4D9B-881F-EC36C7566272}" type="slidenum">
              <a:rPr lang="en-US" altLang="ja-JP" smtClean="0"/>
              <a:pPr eaLnBrk="1" hangingPunct="1"/>
              <a:t>49</a:t>
            </a:fld>
            <a:endParaRPr lang="en-US" altLang="ja-JP"/>
          </a:p>
        </p:txBody>
      </p:sp>
      <p:sp>
        <p:nvSpPr>
          <p:cNvPr id="235523" name="Rectangle 2"/>
          <p:cNvSpPr>
            <a:spLocks noGrp="1" noRot="1" noChangeAspect="1" noChangeArrowheads="1" noTextEdit="1"/>
          </p:cNvSpPr>
          <p:nvPr>
            <p:ph type="sldImg"/>
          </p:nvPr>
        </p:nvSpPr>
        <p:spPr>
          <a:ln/>
        </p:spPr>
      </p:sp>
      <p:sp>
        <p:nvSpPr>
          <p:cNvPr id="2355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vi-VN" altLang="ja-JP"/>
              <a:t>Các </a:t>
            </a:r>
            <a:r>
              <a:rPr lang="en-US" altLang="ja-JP"/>
              <a:t>hạng </a:t>
            </a:r>
            <a:r>
              <a:rPr lang="vi-VN" altLang="ja-JP"/>
              <a:t>mục sau đây được mô tả trong lịch trình tổng thể.</a:t>
            </a:r>
          </a:p>
          <a:p>
            <a:pPr marL="177519" indent="-177519" eaLnBrk="1" hangingPunct="1">
              <a:buFont typeface="Arial" panose="020B0604020202020204" pitchFamily="34" charset="0"/>
              <a:buChar char="•"/>
            </a:pPr>
            <a:r>
              <a:rPr lang="vi-VN" altLang="ja-JP"/>
              <a:t>Ngày bắt đầu và ngày hoàn thành trong từng giai đoạn làm việc</a:t>
            </a:r>
          </a:p>
          <a:p>
            <a:pPr marL="177519" indent="-177519" eaLnBrk="1" hangingPunct="1">
              <a:buFont typeface="Arial" panose="020B0604020202020204" pitchFamily="34" charset="0"/>
              <a:buChar char="•"/>
            </a:pPr>
            <a:r>
              <a:rPr lang="en-US" altLang="ja-JP"/>
              <a:t>Ngày review</a:t>
            </a:r>
          </a:p>
          <a:p>
            <a:pPr marL="177519" indent="-177519" eaLnBrk="1" hangingPunct="1">
              <a:buFont typeface="Arial" panose="020B0604020202020204" pitchFamily="34" charset="0"/>
              <a:buChar char="•"/>
            </a:pPr>
            <a:r>
              <a:rPr lang="en-US" altLang="ja-JP"/>
              <a:t>Ngày bắt đầu cần các</a:t>
            </a:r>
            <a:r>
              <a:rPr lang="vi-VN" altLang="ja-JP"/>
              <a:t> tài nguyên </a:t>
            </a:r>
            <a:r>
              <a:rPr lang="en-US" altLang="ja-JP"/>
              <a:t>để hoạt động </a:t>
            </a:r>
            <a:r>
              <a:rPr lang="vi-VN" altLang="ja-JP"/>
              <a:t>(phần cứng, phần mềm và công nhân, v.v.)</a:t>
            </a:r>
            <a:endParaRPr lang="en-US" altLang="ja-JP"/>
          </a:p>
          <a:p>
            <a:pPr marL="177519" indent="-177519" eaLnBrk="1" hangingPunct="1">
              <a:buFont typeface="Arial" panose="020B0604020202020204" pitchFamily="34" charset="0"/>
              <a:buChar char="•"/>
            </a:pPr>
            <a:r>
              <a:rPr lang="en-US" altLang="ja-JP"/>
              <a:t>Thời điểm đào tạo ng</a:t>
            </a:r>
            <a:r>
              <a:rPr lang="vi-VN" altLang="ja-JP"/>
              <a:t>ư</a:t>
            </a:r>
            <a:r>
              <a:rPr lang="en-US" altLang="ja-JP"/>
              <a:t>ời sử dụng</a:t>
            </a:r>
          </a:p>
          <a:p>
            <a:pPr marL="177519" indent="-177519" eaLnBrk="1" hangingPunct="1">
              <a:buFont typeface="Arial" panose="020B0604020202020204" pitchFamily="34" charset="0"/>
              <a:buChar char="•"/>
            </a:pPr>
            <a:r>
              <a:rPr lang="en-US" altLang="ja-JP"/>
              <a:t>…</a:t>
            </a:r>
            <a:endParaRPr lang="vi-VN" altLang="ja-JP"/>
          </a:p>
          <a:p>
            <a:pPr eaLnBrk="1" hangingPunct="1"/>
            <a:r>
              <a:rPr lang="vi-VN" altLang="ja-JP"/>
              <a:t>Các vấn đề khác về cân nặng, v.</a:t>
            </a:r>
            <a:endParaRPr lang="en-US" altLang="ja-JP"/>
          </a:p>
          <a:p>
            <a:pPr eaLnBrk="1" hangingPunct="1"/>
            <a:endParaRPr lang="en-US" altLang="ja-JP"/>
          </a:p>
          <a:p>
            <a:pPr eaLnBrk="1" hangingPunct="1"/>
            <a:endParaRPr lang="en-US" altLang="ja-JP"/>
          </a:p>
          <a:p>
            <a:pPr eaLnBrk="1" hangingPunct="1"/>
            <a:r>
              <a:rPr lang="en-US" altLang="ja-JP"/>
              <a:t>The following items are described in the master schedule. </a:t>
            </a:r>
          </a:p>
          <a:p>
            <a:pPr eaLnBrk="1" hangingPunct="1"/>
            <a:r>
              <a:rPr lang="en-US" altLang="ja-JP"/>
              <a:t> </a:t>
            </a:r>
            <a:r>
              <a:rPr lang="ja-JP" altLang="en-US"/>
              <a:t>･</a:t>
            </a:r>
            <a:r>
              <a:rPr lang="en-US" altLang="ja-JP"/>
              <a:t>Start date and completion day in each stage of work of system construction </a:t>
            </a:r>
          </a:p>
          <a:p>
            <a:pPr eaLnBrk="1" hangingPunct="1"/>
            <a:r>
              <a:rPr lang="ja-JP" altLang="en-US"/>
              <a:t>･</a:t>
            </a:r>
            <a:r>
              <a:rPr lang="en-US" altLang="ja-JP"/>
              <a:t>Review execution day </a:t>
            </a:r>
          </a:p>
          <a:p>
            <a:pPr eaLnBrk="1" hangingPunct="1"/>
            <a:r>
              <a:rPr lang="ja-JP" altLang="en-US"/>
              <a:t>･</a:t>
            </a:r>
            <a:r>
              <a:rPr lang="en-US" altLang="ja-JP"/>
              <a:t>Turning on time of resource (hardware, software, and worker, etc.) </a:t>
            </a:r>
          </a:p>
          <a:p>
            <a:pPr eaLnBrk="1" hangingPunct="1"/>
            <a:r>
              <a:rPr lang="ja-JP" altLang="en-US"/>
              <a:t>･</a:t>
            </a:r>
            <a:r>
              <a:rPr lang="en-US" altLang="ja-JP"/>
              <a:t>System operating day at educational time to user </a:t>
            </a:r>
          </a:p>
          <a:p>
            <a:pPr eaLnBrk="1" hangingPunct="1"/>
            <a:r>
              <a:rPr lang="ja-JP" altLang="en-US"/>
              <a:t>･</a:t>
            </a:r>
            <a:r>
              <a:rPr lang="en-US" altLang="ja-JP"/>
              <a:t>Other matters of weight etc.</a:t>
            </a:r>
          </a:p>
          <a:p>
            <a:pPr eaLnBrk="1" hangingPunct="1"/>
            <a:endParaRPr lang="en-US" altLang="ja-JP"/>
          </a:p>
        </p:txBody>
      </p:sp>
    </p:spTree>
    <p:extLst>
      <p:ext uri="{BB962C8B-B14F-4D97-AF65-F5344CB8AC3E}">
        <p14:creationId xmlns:p14="http://schemas.microsoft.com/office/powerpoint/2010/main" val="271779585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Arial" charset="0"/>
                <a:ea typeface="ＭＳ Ｐゴシック" pitchFamily="50" charset="-128"/>
              </a:defRPr>
            </a:lvl1pPr>
            <a:lvl2pPr marL="769250" indent="-295866" eaLnBrk="0" hangingPunct="0">
              <a:defRPr kumimoji="1">
                <a:solidFill>
                  <a:schemeClr val="tx1"/>
                </a:solidFill>
                <a:latin typeface="Arial" charset="0"/>
                <a:ea typeface="ＭＳ Ｐゴシック" pitchFamily="50" charset="-128"/>
              </a:defRPr>
            </a:lvl2pPr>
            <a:lvl3pPr marL="1183462" indent="-236692" eaLnBrk="0" hangingPunct="0">
              <a:defRPr kumimoji="1">
                <a:solidFill>
                  <a:schemeClr val="tx1"/>
                </a:solidFill>
                <a:latin typeface="Arial" charset="0"/>
                <a:ea typeface="ＭＳ Ｐゴシック" pitchFamily="50" charset="-128"/>
              </a:defRPr>
            </a:lvl3pPr>
            <a:lvl4pPr marL="1656847" indent="-236692" eaLnBrk="0" hangingPunct="0">
              <a:defRPr kumimoji="1">
                <a:solidFill>
                  <a:schemeClr val="tx1"/>
                </a:solidFill>
                <a:latin typeface="Arial" charset="0"/>
                <a:ea typeface="ＭＳ Ｐゴシック" pitchFamily="50" charset="-128"/>
              </a:defRPr>
            </a:lvl4pPr>
            <a:lvl5pPr marL="2130232" indent="-236692" eaLnBrk="0" hangingPunct="0">
              <a:defRPr kumimoji="1">
                <a:solidFill>
                  <a:schemeClr val="tx1"/>
                </a:solidFill>
                <a:latin typeface="Arial" charset="0"/>
                <a:ea typeface="ＭＳ Ｐゴシック" pitchFamily="50" charset="-128"/>
              </a:defRPr>
            </a:lvl5pPr>
            <a:lvl6pPr marL="2603617" indent="-236692" eaLnBrk="0" fontAlgn="base" hangingPunct="0">
              <a:spcBef>
                <a:spcPct val="0"/>
              </a:spcBef>
              <a:spcAft>
                <a:spcPct val="0"/>
              </a:spcAft>
              <a:defRPr kumimoji="1">
                <a:solidFill>
                  <a:schemeClr val="tx1"/>
                </a:solidFill>
                <a:latin typeface="Arial" charset="0"/>
                <a:ea typeface="ＭＳ Ｐゴシック" pitchFamily="50" charset="-128"/>
              </a:defRPr>
            </a:lvl6pPr>
            <a:lvl7pPr marL="3077002" indent="-236692" eaLnBrk="0" fontAlgn="base" hangingPunct="0">
              <a:spcBef>
                <a:spcPct val="0"/>
              </a:spcBef>
              <a:spcAft>
                <a:spcPct val="0"/>
              </a:spcAft>
              <a:defRPr kumimoji="1">
                <a:solidFill>
                  <a:schemeClr val="tx1"/>
                </a:solidFill>
                <a:latin typeface="Arial" charset="0"/>
                <a:ea typeface="ＭＳ Ｐゴシック" pitchFamily="50" charset="-128"/>
              </a:defRPr>
            </a:lvl7pPr>
            <a:lvl8pPr marL="3550387" indent="-236692" eaLnBrk="0" fontAlgn="base" hangingPunct="0">
              <a:spcBef>
                <a:spcPct val="0"/>
              </a:spcBef>
              <a:spcAft>
                <a:spcPct val="0"/>
              </a:spcAft>
              <a:defRPr kumimoji="1">
                <a:solidFill>
                  <a:schemeClr val="tx1"/>
                </a:solidFill>
                <a:latin typeface="Arial" charset="0"/>
                <a:ea typeface="ＭＳ Ｐゴシック" pitchFamily="50" charset="-128"/>
              </a:defRPr>
            </a:lvl8pPr>
            <a:lvl9pPr marL="4023771" indent="-236692"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fld id="{A8DCC20B-3936-4CCC-8316-7915755FD01C}" type="slidenum">
              <a:rPr lang="en-US" altLang="ja-JP" smtClean="0"/>
              <a:pPr eaLnBrk="1" hangingPunct="1"/>
              <a:t>51</a:t>
            </a:fld>
            <a:endParaRPr lang="en-US" altLang="ja-JP"/>
          </a:p>
        </p:txBody>
      </p:sp>
      <p:sp>
        <p:nvSpPr>
          <p:cNvPr id="237571" name="Rectangle 2"/>
          <p:cNvSpPr>
            <a:spLocks noGrp="1" noRot="1" noChangeAspect="1" noChangeArrowheads="1" noTextEdit="1"/>
          </p:cNvSpPr>
          <p:nvPr>
            <p:ph type="sldImg"/>
          </p:nvPr>
        </p:nvSpPr>
        <p:spPr>
          <a:ln/>
        </p:spPr>
      </p:sp>
      <p:sp>
        <p:nvSpPr>
          <p:cNvPr id="2375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ja-JP"/>
              <a:t>Để </a:t>
            </a:r>
            <a:r>
              <a:rPr lang="vi-VN" altLang="ja-JP"/>
              <a:t>ư</a:t>
            </a:r>
            <a:r>
              <a:rPr lang="en-US" altLang="ja-JP"/>
              <a:t>ớc l</a:t>
            </a:r>
            <a:r>
              <a:rPr lang="vi-VN" altLang="ja-JP"/>
              <a:t>ư</a:t>
            </a:r>
            <a:r>
              <a:rPr lang="en-US" altLang="ja-JP"/>
              <a:t>ợng chi phí, cần tính đến các ph</a:t>
            </a:r>
            <a:r>
              <a:rPr lang="vi-VN" altLang="ja-JP"/>
              <a:t>ư</a:t>
            </a:r>
            <a:r>
              <a:rPr lang="en-US" altLang="ja-JP"/>
              <a:t>ơng án khác nhau.  Bên cạnh đó, cần kiểm tra lại kỹ càng với các giới hạn về phạm vi, điều kiện, điều kiện tiên quyết để bảo đảm thỏa mãn. Ngoài các chi phi chính, còn có các phụ phí sau</a:t>
            </a:r>
          </a:p>
          <a:p>
            <a:pPr eaLnBrk="1" hangingPunct="1"/>
            <a:r>
              <a:rPr lang="en-US" altLang="ja-JP"/>
              <a:t> - Chi phí t</a:t>
            </a:r>
            <a:r>
              <a:rPr lang="vi-VN" altLang="ja-JP"/>
              <a:t>ư</a:t>
            </a:r>
            <a:r>
              <a:rPr lang="en-US" altLang="ja-JP"/>
              <a:t> vấn, chi phí đào tạo</a:t>
            </a:r>
          </a:p>
          <a:p>
            <a:pPr eaLnBrk="1" hangingPunct="1"/>
            <a:r>
              <a:rPr lang="en-US" altLang="ja-JP"/>
              <a:t> - Khấu hao thiết bị, thuê khoán thiết bị</a:t>
            </a:r>
          </a:p>
          <a:p>
            <a:pPr eaLnBrk="1" hangingPunct="1"/>
            <a:endParaRPr lang="en-US" altLang="ja-JP"/>
          </a:p>
          <a:p>
            <a:pPr eaLnBrk="1" hangingPunct="1"/>
            <a:endParaRPr lang="en-US" altLang="ja-JP"/>
          </a:p>
          <a:p>
            <a:pPr eaLnBrk="1" hangingPunct="1"/>
            <a:r>
              <a:rPr lang="en-US" altLang="ja-JP"/>
              <a:t> When the cost is estimated, various alternatives are examined. To do the decision making related to the cost, demands postulated and limiting condition/precondition of the scope description book influences. Important information is examined the cost estimate. </a:t>
            </a:r>
          </a:p>
          <a:p>
            <a:pPr eaLnBrk="1" hangingPunct="1"/>
            <a:r>
              <a:rPr lang="en-US" altLang="ja-JP"/>
              <a:t>The following cost items are in "Other cost" of the cost estimate. </a:t>
            </a:r>
          </a:p>
          <a:p>
            <a:pPr eaLnBrk="1" hangingPunct="1">
              <a:buFontTx/>
              <a:buChar char="-"/>
            </a:pPr>
            <a:r>
              <a:rPr lang="en-US" altLang="ja-JP"/>
              <a:t>The procedure and the method like the consulting cost, the educational training cost.</a:t>
            </a:r>
          </a:p>
          <a:p>
            <a:pPr eaLnBrk="1" hangingPunct="1">
              <a:buFontTx/>
              <a:buChar char="-"/>
            </a:pPr>
            <a:r>
              <a:rPr lang="en-US" altLang="ja-JP"/>
              <a:t> facility expenses, and occupancy expenses (temporary equipment to shift) .</a:t>
            </a:r>
          </a:p>
          <a:p>
            <a:pPr eaLnBrk="1" hangingPunct="1"/>
            <a:endParaRPr lang="en-US" altLang="ja-JP"/>
          </a:p>
        </p:txBody>
      </p:sp>
    </p:spTree>
    <p:extLst>
      <p:ext uri="{BB962C8B-B14F-4D97-AF65-F5344CB8AC3E}">
        <p14:creationId xmlns:p14="http://schemas.microsoft.com/office/powerpoint/2010/main" val="366157900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Arial" charset="0"/>
                <a:ea typeface="ＭＳ Ｐゴシック" pitchFamily="50" charset="-128"/>
              </a:defRPr>
            </a:lvl1pPr>
            <a:lvl2pPr marL="769250" indent="-295866" eaLnBrk="0" hangingPunct="0">
              <a:defRPr kumimoji="1">
                <a:solidFill>
                  <a:schemeClr val="tx1"/>
                </a:solidFill>
                <a:latin typeface="Arial" charset="0"/>
                <a:ea typeface="ＭＳ Ｐゴシック" pitchFamily="50" charset="-128"/>
              </a:defRPr>
            </a:lvl2pPr>
            <a:lvl3pPr marL="1183462" indent="-236692" eaLnBrk="0" hangingPunct="0">
              <a:defRPr kumimoji="1">
                <a:solidFill>
                  <a:schemeClr val="tx1"/>
                </a:solidFill>
                <a:latin typeface="Arial" charset="0"/>
                <a:ea typeface="ＭＳ Ｐゴシック" pitchFamily="50" charset="-128"/>
              </a:defRPr>
            </a:lvl3pPr>
            <a:lvl4pPr marL="1656847" indent="-236692" eaLnBrk="0" hangingPunct="0">
              <a:defRPr kumimoji="1">
                <a:solidFill>
                  <a:schemeClr val="tx1"/>
                </a:solidFill>
                <a:latin typeface="Arial" charset="0"/>
                <a:ea typeface="ＭＳ Ｐゴシック" pitchFamily="50" charset="-128"/>
              </a:defRPr>
            </a:lvl4pPr>
            <a:lvl5pPr marL="2130232" indent="-236692" eaLnBrk="0" hangingPunct="0">
              <a:defRPr kumimoji="1">
                <a:solidFill>
                  <a:schemeClr val="tx1"/>
                </a:solidFill>
                <a:latin typeface="Arial" charset="0"/>
                <a:ea typeface="ＭＳ Ｐゴシック" pitchFamily="50" charset="-128"/>
              </a:defRPr>
            </a:lvl5pPr>
            <a:lvl6pPr marL="2603617" indent="-236692" eaLnBrk="0" fontAlgn="base" hangingPunct="0">
              <a:spcBef>
                <a:spcPct val="0"/>
              </a:spcBef>
              <a:spcAft>
                <a:spcPct val="0"/>
              </a:spcAft>
              <a:defRPr kumimoji="1">
                <a:solidFill>
                  <a:schemeClr val="tx1"/>
                </a:solidFill>
                <a:latin typeface="Arial" charset="0"/>
                <a:ea typeface="ＭＳ Ｐゴシック" pitchFamily="50" charset="-128"/>
              </a:defRPr>
            </a:lvl6pPr>
            <a:lvl7pPr marL="3077002" indent="-236692" eaLnBrk="0" fontAlgn="base" hangingPunct="0">
              <a:spcBef>
                <a:spcPct val="0"/>
              </a:spcBef>
              <a:spcAft>
                <a:spcPct val="0"/>
              </a:spcAft>
              <a:defRPr kumimoji="1">
                <a:solidFill>
                  <a:schemeClr val="tx1"/>
                </a:solidFill>
                <a:latin typeface="Arial" charset="0"/>
                <a:ea typeface="ＭＳ Ｐゴシック" pitchFamily="50" charset="-128"/>
              </a:defRPr>
            </a:lvl7pPr>
            <a:lvl8pPr marL="3550387" indent="-236692" eaLnBrk="0" fontAlgn="base" hangingPunct="0">
              <a:spcBef>
                <a:spcPct val="0"/>
              </a:spcBef>
              <a:spcAft>
                <a:spcPct val="0"/>
              </a:spcAft>
              <a:defRPr kumimoji="1">
                <a:solidFill>
                  <a:schemeClr val="tx1"/>
                </a:solidFill>
                <a:latin typeface="Arial" charset="0"/>
                <a:ea typeface="ＭＳ Ｐゴシック" pitchFamily="50" charset="-128"/>
              </a:defRPr>
            </a:lvl8pPr>
            <a:lvl9pPr marL="4023771" indent="-236692"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fld id="{D9E92049-5104-4BB6-A8A8-F3639E5E5F4B}" type="slidenum">
              <a:rPr lang="en-US" altLang="ja-JP" smtClean="0"/>
              <a:pPr eaLnBrk="1" hangingPunct="1"/>
              <a:t>53</a:t>
            </a:fld>
            <a:endParaRPr lang="en-US" altLang="ja-JP"/>
          </a:p>
        </p:txBody>
      </p:sp>
      <p:sp>
        <p:nvSpPr>
          <p:cNvPr id="238595" name="Rectangle 2"/>
          <p:cNvSpPr>
            <a:spLocks noGrp="1" noRot="1" noChangeAspect="1" noChangeArrowheads="1" noTextEdit="1"/>
          </p:cNvSpPr>
          <p:nvPr>
            <p:ph type="sldImg"/>
          </p:nvPr>
        </p:nvSpPr>
        <p:spPr>
          <a:ln/>
        </p:spPr>
      </p:sp>
      <p:sp>
        <p:nvSpPr>
          <p:cNvPr id="2385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ja-JP"/>
              <a:t>Phân tích </a:t>
            </a:r>
            <a:r>
              <a:rPr lang="vi-VN" altLang="ja-JP"/>
              <a:t>dự trữ: Phân tích</a:t>
            </a:r>
            <a:r>
              <a:rPr lang="en-US" altLang="ja-JP"/>
              <a:t> dự</a:t>
            </a:r>
            <a:r>
              <a:rPr lang="vi-VN" altLang="ja-JP"/>
              <a:t> trữ ngân sách có thể thiết lập cả dự </a:t>
            </a:r>
            <a:r>
              <a:rPr lang="en-US" altLang="ja-JP"/>
              <a:t>trữ</a:t>
            </a:r>
            <a:r>
              <a:rPr lang="vi-VN" altLang="ja-JP"/>
              <a:t> dự phòng và dự trữ quản lý</a:t>
            </a:r>
          </a:p>
          <a:p>
            <a:pPr eaLnBrk="1" hangingPunct="1"/>
            <a:r>
              <a:rPr lang="en-US" altLang="ja-JP"/>
              <a:t>Dự trữ dự phòng </a:t>
            </a:r>
            <a:r>
              <a:rPr lang="vi-VN" altLang="ja-JP"/>
              <a:t>là các khoản phụ cấp cho các thay đổi ngoài dự kiến nhưng có khả năng bắt buộc có thể xuất phát từ các rủi ro </a:t>
            </a:r>
            <a:r>
              <a:rPr lang="en-US" altLang="ja-JP"/>
              <a:t>đã đ</a:t>
            </a:r>
            <a:r>
              <a:rPr lang="vi-VN" altLang="ja-JP"/>
              <a:t>ư</a:t>
            </a:r>
            <a:r>
              <a:rPr lang="en-US" altLang="ja-JP"/>
              <a:t>ợc dự kiến tr</a:t>
            </a:r>
            <a:r>
              <a:rPr lang="vi-VN" altLang="ja-JP"/>
              <a:t>ư</a:t>
            </a:r>
            <a:r>
              <a:rPr lang="en-US" altLang="ja-JP"/>
              <a:t>ớc</a:t>
            </a:r>
            <a:r>
              <a:rPr lang="vi-VN" altLang="ja-JP"/>
              <a:t>.</a:t>
            </a:r>
          </a:p>
          <a:p>
            <a:pPr eaLnBrk="1" hangingPunct="1"/>
            <a:r>
              <a:rPr lang="vi-VN" altLang="ja-JP"/>
              <a:t>Dự trữ quản lý là ngân sách dành riêng cho những thay đổi ngoài dự kiến về phạm vi và chi phí dự án.</a:t>
            </a:r>
            <a:endParaRPr lang="en-US" altLang="ja-JP"/>
          </a:p>
          <a:p>
            <a:pPr eaLnBrk="1" hangingPunct="1"/>
            <a:r>
              <a:rPr lang="en-US">
                <a:hlinkClick r:id="rId3"/>
              </a:rPr>
              <a:t>http://quanlyduan.edu.vn/quan-ly-chi-phi-du-an/</a:t>
            </a:r>
            <a:endParaRPr lang="en-US"/>
          </a:p>
          <a:p>
            <a:pPr eaLnBrk="1" hangingPunct="1"/>
            <a:r>
              <a:rPr lang="en-US">
                <a:hlinkClick r:id="rId4"/>
              </a:rPr>
              <a:t>https://hocpmp.com/funding-limit-reconciliation/</a:t>
            </a:r>
            <a:endParaRPr lang="ja-JP" altLang="en-US"/>
          </a:p>
          <a:p>
            <a:pPr eaLnBrk="1" hangingPunct="1"/>
            <a:endParaRPr lang="en-US" altLang="ja-JP"/>
          </a:p>
          <a:p>
            <a:pPr eaLnBrk="1" hangingPunct="1"/>
            <a:endParaRPr lang="en-US" altLang="ja-JP"/>
          </a:p>
          <a:p>
            <a:pPr eaLnBrk="1" hangingPunct="1"/>
            <a:endParaRPr lang="en-US" altLang="ja-JP"/>
          </a:p>
          <a:p>
            <a:pPr eaLnBrk="1" hangingPunct="1"/>
            <a:r>
              <a:rPr lang="en-US" altLang="ja-JP"/>
              <a:t>Reserve Analysis: Budget reserve analysis can establish both the contingency reserves and the management reserves for the project.</a:t>
            </a:r>
          </a:p>
          <a:p>
            <a:pPr eaLnBrk="1" hangingPunct="1"/>
            <a:r>
              <a:rPr lang="en-US" altLang="ja-JP"/>
              <a:t>Contingency reserves are allowances for unplanned but potentially required changes that can result from realized risks identified in the risk register.</a:t>
            </a:r>
          </a:p>
          <a:p>
            <a:pPr eaLnBrk="1" hangingPunct="1"/>
            <a:r>
              <a:rPr lang="en-US" altLang="ja-JP"/>
              <a:t>Management reserves are budgets reserved for unplanned changes to project scope and cost.</a:t>
            </a:r>
          </a:p>
          <a:p>
            <a:pPr eaLnBrk="1" hangingPunct="1"/>
            <a:endParaRPr lang="en-US" altLang="ja-JP"/>
          </a:p>
        </p:txBody>
      </p:sp>
    </p:spTree>
    <p:extLst>
      <p:ext uri="{BB962C8B-B14F-4D97-AF65-F5344CB8AC3E}">
        <p14:creationId xmlns:p14="http://schemas.microsoft.com/office/powerpoint/2010/main" val="317466784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Arial" charset="0"/>
                <a:ea typeface="ＭＳ Ｐゴシック" pitchFamily="50" charset="-128"/>
              </a:defRPr>
            </a:lvl1pPr>
            <a:lvl2pPr marL="769250" indent="-295866" eaLnBrk="0" hangingPunct="0">
              <a:defRPr kumimoji="1">
                <a:solidFill>
                  <a:schemeClr val="tx1"/>
                </a:solidFill>
                <a:latin typeface="Arial" charset="0"/>
                <a:ea typeface="ＭＳ Ｐゴシック" pitchFamily="50" charset="-128"/>
              </a:defRPr>
            </a:lvl2pPr>
            <a:lvl3pPr marL="1183462" indent="-236692" eaLnBrk="0" hangingPunct="0">
              <a:defRPr kumimoji="1">
                <a:solidFill>
                  <a:schemeClr val="tx1"/>
                </a:solidFill>
                <a:latin typeface="Arial" charset="0"/>
                <a:ea typeface="ＭＳ Ｐゴシック" pitchFamily="50" charset="-128"/>
              </a:defRPr>
            </a:lvl3pPr>
            <a:lvl4pPr marL="1656847" indent="-236692" eaLnBrk="0" hangingPunct="0">
              <a:defRPr kumimoji="1">
                <a:solidFill>
                  <a:schemeClr val="tx1"/>
                </a:solidFill>
                <a:latin typeface="Arial" charset="0"/>
                <a:ea typeface="ＭＳ Ｐゴシック" pitchFamily="50" charset="-128"/>
              </a:defRPr>
            </a:lvl4pPr>
            <a:lvl5pPr marL="2130232" indent="-236692" eaLnBrk="0" hangingPunct="0">
              <a:defRPr kumimoji="1">
                <a:solidFill>
                  <a:schemeClr val="tx1"/>
                </a:solidFill>
                <a:latin typeface="Arial" charset="0"/>
                <a:ea typeface="ＭＳ Ｐゴシック" pitchFamily="50" charset="-128"/>
              </a:defRPr>
            </a:lvl5pPr>
            <a:lvl6pPr marL="2603617" indent="-236692" eaLnBrk="0" fontAlgn="base" hangingPunct="0">
              <a:spcBef>
                <a:spcPct val="0"/>
              </a:spcBef>
              <a:spcAft>
                <a:spcPct val="0"/>
              </a:spcAft>
              <a:defRPr kumimoji="1">
                <a:solidFill>
                  <a:schemeClr val="tx1"/>
                </a:solidFill>
                <a:latin typeface="Arial" charset="0"/>
                <a:ea typeface="ＭＳ Ｐゴシック" pitchFamily="50" charset="-128"/>
              </a:defRPr>
            </a:lvl6pPr>
            <a:lvl7pPr marL="3077002" indent="-236692" eaLnBrk="0" fontAlgn="base" hangingPunct="0">
              <a:spcBef>
                <a:spcPct val="0"/>
              </a:spcBef>
              <a:spcAft>
                <a:spcPct val="0"/>
              </a:spcAft>
              <a:defRPr kumimoji="1">
                <a:solidFill>
                  <a:schemeClr val="tx1"/>
                </a:solidFill>
                <a:latin typeface="Arial" charset="0"/>
                <a:ea typeface="ＭＳ Ｐゴシック" pitchFamily="50" charset="-128"/>
              </a:defRPr>
            </a:lvl7pPr>
            <a:lvl8pPr marL="3550387" indent="-236692" eaLnBrk="0" fontAlgn="base" hangingPunct="0">
              <a:spcBef>
                <a:spcPct val="0"/>
              </a:spcBef>
              <a:spcAft>
                <a:spcPct val="0"/>
              </a:spcAft>
              <a:defRPr kumimoji="1">
                <a:solidFill>
                  <a:schemeClr val="tx1"/>
                </a:solidFill>
                <a:latin typeface="Arial" charset="0"/>
                <a:ea typeface="ＭＳ Ｐゴシック" pitchFamily="50" charset="-128"/>
              </a:defRPr>
            </a:lvl8pPr>
            <a:lvl9pPr marL="4023771" indent="-236692"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fld id="{99AF445C-F375-4B4E-B86A-186278DAFF33}" type="slidenum">
              <a:rPr lang="en-US" altLang="ja-JP" smtClean="0"/>
              <a:pPr eaLnBrk="1" hangingPunct="1"/>
              <a:t>56</a:t>
            </a:fld>
            <a:endParaRPr lang="en-US" altLang="ja-JP"/>
          </a:p>
        </p:txBody>
      </p:sp>
      <p:sp>
        <p:nvSpPr>
          <p:cNvPr id="239619" name="Rectangle 2"/>
          <p:cNvSpPr>
            <a:spLocks noGrp="1" noRot="1" noChangeAspect="1" noChangeArrowheads="1" noTextEdit="1"/>
          </p:cNvSpPr>
          <p:nvPr>
            <p:ph type="sldImg"/>
          </p:nvPr>
        </p:nvSpPr>
        <p:spPr>
          <a:ln/>
        </p:spPr>
      </p:sp>
      <p:sp>
        <p:nvSpPr>
          <p:cNvPr id="2396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ja-JP"/>
              <a:t>Chất l</a:t>
            </a:r>
            <a:r>
              <a:rPr lang="vi-VN" altLang="ja-JP"/>
              <a:t>ư</a:t>
            </a:r>
            <a:r>
              <a:rPr lang="en-US" altLang="ja-JP"/>
              <a:t>ợng là vô hình, nên khó quản lý h</a:t>
            </a:r>
            <a:r>
              <a:rPr lang="vi-VN" altLang="ja-JP"/>
              <a:t>ơ</a:t>
            </a:r>
            <a:r>
              <a:rPr lang="en-US" altLang="ja-JP"/>
              <a:t>n so  với thời gian hay chi phí.</a:t>
            </a:r>
          </a:p>
          <a:p>
            <a:pPr eaLnBrk="1" hangingPunct="1"/>
            <a:r>
              <a:rPr lang="en-US" altLang="ja-JP"/>
              <a:t>Nh</a:t>
            </a:r>
            <a:r>
              <a:rPr lang="vi-VN" altLang="ja-JP"/>
              <a:t>ư</a:t>
            </a:r>
            <a:r>
              <a:rPr lang="en-US" altLang="ja-JP"/>
              <a:t>ng chất l</a:t>
            </a:r>
            <a:r>
              <a:rPr lang="vi-VN" altLang="ja-JP"/>
              <a:t>ư</a:t>
            </a:r>
            <a:r>
              <a:rPr lang="en-US" altLang="ja-JP"/>
              <a:t>ợng liên quan tới sự hài lòng của khách hàng. H</a:t>
            </a:r>
            <a:r>
              <a:rPr lang="vi-VN" altLang="ja-JP"/>
              <a:t>ơ</a:t>
            </a:r>
            <a:r>
              <a:rPr lang="en-US" altLang="ja-JP"/>
              <a:t>n nữa chất l</a:t>
            </a:r>
            <a:r>
              <a:rPr lang="vi-VN" altLang="ja-JP"/>
              <a:t>ư</a:t>
            </a:r>
            <a:r>
              <a:rPr lang="en-US" altLang="ja-JP"/>
              <a:t>ợng cũng có phân mức cao thấp, tùy theo yêu cầu của khách hàng.</a:t>
            </a:r>
          </a:p>
          <a:p>
            <a:pPr eaLnBrk="1" hangingPunct="1"/>
            <a:r>
              <a:rPr lang="en-US" altLang="ja-JP"/>
              <a:t>Vì thế, quản lý chất l</a:t>
            </a:r>
            <a:r>
              <a:rPr lang="vi-VN" altLang="ja-JP"/>
              <a:t>ư</a:t>
            </a:r>
            <a:r>
              <a:rPr lang="en-US" altLang="ja-JP"/>
              <a:t>ợng phải bắt đầu từ yêu cầu của khách. </a:t>
            </a:r>
          </a:p>
          <a:p>
            <a:pPr eaLnBrk="1" hangingPunct="1"/>
            <a:endParaRPr lang="en-US" altLang="ja-JP"/>
          </a:p>
          <a:p>
            <a:pPr eaLnBrk="1" hangingPunct="1"/>
            <a:r>
              <a:rPr lang="en-US" altLang="ja-JP"/>
              <a:t>Quality is hard to manage compared with time and cost because it is hard to be seen.</a:t>
            </a:r>
          </a:p>
          <a:p>
            <a:pPr eaLnBrk="1" hangingPunct="1"/>
            <a:r>
              <a:rPr lang="en-US" altLang="ja-JP"/>
              <a:t>But quality affect to customer satisfaction. Moreover, quality level depends on customer needs and expectation.</a:t>
            </a:r>
          </a:p>
          <a:p>
            <a:pPr eaLnBrk="1" hangingPunct="1"/>
            <a:r>
              <a:rPr lang="en-US" altLang="ja-JP"/>
              <a:t>So, first of all, we have to start from customer needs and expectation. Then, we can plan quality level which customer expected to be achieved and process to make it.</a:t>
            </a:r>
          </a:p>
          <a:p>
            <a:pPr eaLnBrk="1" hangingPunct="1"/>
            <a:endParaRPr lang="en-US" altLang="ja-JP"/>
          </a:p>
        </p:txBody>
      </p:sp>
    </p:spTree>
    <p:extLst>
      <p:ext uri="{BB962C8B-B14F-4D97-AF65-F5344CB8AC3E}">
        <p14:creationId xmlns:p14="http://schemas.microsoft.com/office/powerpoint/2010/main" val="296221067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2"/>
          <p:cNvSpPr>
            <a:spLocks noGrp="1" noRot="1" noChangeAspect="1" noChangeArrowheads="1" noTextEdit="1"/>
          </p:cNvSpPr>
          <p:nvPr>
            <p:ph type="sldImg"/>
          </p:nvPr>
        </p:nvSpPr>
        <p:spPr>
          <a:ln/>
        </p:spPr>
      </p:sp>
      <p:sp>
        <p:nvSpPr>
          <p:cNvPr id="2416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ja-JP"/>
          </a:p>
        </p:txBody>
      </p:sp>
      <p:sp>
        <p:nvSpPr>
          <p:cNvPr id="241668" name="Line 253"/>
          <p:cNvSpPr>
            <a:spLocks noChangeShapeType="1"/>
          </p:cNvSpPr>
          <p:nvPr/>
        </p:nvSpPr>
        <p:spPr bwMode="auto">
          <a:xfrm>
            <a:off x="707590" y="5399286"/>
            <a:ext cx="5564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4677" tIns="47338" rIns="94677" bIns="47338" anchor="ctr"/>
          <a:lstStyle/>
          <a:p>
            <a:endParaRPr lang="en-US"/>
          </a:p>
        </p:txBody>
      </p:sp>
      <p:sp>
        <p:nvSpPr>
          <p:cNvPr id="241669" name="Line 254"/>
          <p:cNvSpPr>
            <a:spLocks noChangeShapeType="1"/>
          </p:cNvSpPr>
          <p:nvPr/>
        </p:nvSpPr>
        <p:spPr bwMode="auto">
          <a:xfrm>
            <a:off x="707590" y="5902761"/>
            <a:ext cx="5564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4677" tIns="47338" rIns="94677" bIns="47338" anchor="ctr"/>
          <a:lstStyle/>
          <a:p>
            <a:endParaRPr lang="en-US"/>
          </a:p>
        </p:txBody>
      </p:sp>
      <p:sp>
        <p:nvSpPr>
          <p:cNvPr id="241670" name="Line 253"/>
          <p:cNvSpPr>
            <a:spLocks noChangeShapeType="1"/>
          </p:cNvSpPr>
          <p:nvPr/>
        </p:nvSpPr>
        <p:spPr bwMode="auto">
          <a:xfrm>
            <a:off x="737418" y="6373544"/>
            <a:ext cx="5564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4677" tIns="47338" rIns="94677" bIns="47338" anchor="ctr"/>
          <a:lstStyle/>
          <a:p>
            <a:endParaRPr lang="en-US"/>
          </a:p>
        </p:txBody>
      </p:sp>
      <p:sp>
        <p:nvSpPr>
          <p:cNvPr id="241671" name="Line 254"/>
          <p:cNvSpPr>
            <a:spLocks noChangeShapeType="1"/>
          </p:cNvSpPr>
          <p:nvPr/>
        </p:nvSpPr>
        <p:spPr bwMode="auto">
          <a:xfrm>
            <a:off x="737418" y="6877019"/>
            <a:ext cx="5564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4677" tIns="47338" rIns="94677" bIns="47338" anchor="ctr"/>
          <a:lstStyle/>
          <a:p>
            <a:endParaRPr lang="en-US"/>
          </a:p>
        </p:txBody>
      </p:sp>
      <p:sp>
        <p:nvSpPr>
          <p:cNvPr id="241672" name="Line 253"/>
          <p:cNvSpPr>
            <a:spLocks noChangeShapeType="1"/>
          </p:cNvSpPr>
          <p:nvPr/>
        </p:nvSpPr>
        <p:spPr bwMode="auto">
          <a:xfrm>
            <a:off x="737418" y="7393572"/>
            <a:ext cx="5564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4677" tIns="47338" rIns="94677" bIns="47338" anchor="ctr"/>
          <a:lstStyle/>
          <a:p>
            <a:endParaRPr lang="en-US"/>
          </a:p>
        </p:txBody>
      </p:sp>
      <p:sp>
        <p:nvSpPr>
          <p:cNvPr id="241673" name="Line 254"/>
          <p:cNvSpPr>
            <a:spLocks noChangeShapeType="1"/>
          </p:cNvSpPr>
          <p:nvPr/>
        </p:nvSpPr>
        <p:spPr bwMode="auto">
          <a:xfrm>
            <a:off x="737418" y="7897048"/>
            <a:ext cx="5564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4677" tIns="47338" rIns="94677" bIns="47338" anchor="ctr"/>
          <a:lstStyle/>
          <a:p>
            <a:endParaRPr lang="en-US"/>
          </a:p>
        </p:txBody>
      </p:sp>
      <p:sp>
        <p:nvSpPr>
          <p:cNvPr id="241674" name="Line 253"/>
          <p:cNvSpPr>
            <a:spLocks noChangeShapeType="1"/>
          </p:cNvSpPr>
          <p:nvPr/>
        </p:nvSpPr>
        <p:spPr bwMode="auto">
          <a:xfrm>
            <a:off x="737418" y="8413601"/>
            <a:ext cx="5564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4677" tIns="47338" rIns="94677" bIns="47338" anchor="ctr"/>
          <a:lstStyle/>
          <a:p>
            <a:endParaRPr lang="en-US"/>
          </a:p>
        </p:txBody>
      </p:sp>
      <p:sp>
        <p:nvSpPr>
          <p:cNvPr id="241675" name="Line 254"/>
          <p:cNvSpPr>
            <a:spLocks noChangeShapeType="1"/>
          </p:cNvSpPr>
          <p:nvPr/>
        </p:nvSpPr>
        <p:spPr bwMode="auto">
          <a:xfrm>
            <a:off x="737418" y="8917076"/>
            <a:ext cx="5564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4677" tIns="47338" rIns="94677" bIns="47338" anchor="ctr"/>
          <a:lstStyle/>
          <a:p>
            <a:endParaRPr lang="en-US"/>
          </a:p>
        </p:txBody>
      </p:sp>
      <p:sp>
        <p:nvSpPr>
          <p:cNvPr id="241676" name="Line 253"/>
          <p:cNvSpPr>
            <a:spLocks noChangeShapeType="1"/>
          </p:cNvSpPr>
          <p:nvPr/>
        </p:nvSpPr>
        <p:spPr bwMode="auto">
          <a:xfrm>
            <a:off x="737418" y="9479400"/>
            <a:ext cx="5564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4677" tIns="47338" rIns="94677" bIns="47338" anchor="ctr"/>
          <a:lstStyle/>
          <a:p>
            <a:endParaRPr lang="en-US"/>
          </a:p>
        </p:txBody>
      </p:sp>
    </p:spTree>
    <p:extLst>
      <p:ext uri="{BB962C8B-B14F-4D97-AF65-F5344CB8AC3E}">
        <p14:creationId xmlns:p14="http://schemas.microsoft.com/office/powerpoint/2010/main" val="286649147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Arial" charset="0"/>
                <a:ea typeface="ＭＳ Ｐゴシック" pitchFamily="50" charset="-128"/>
              </a:defRPr>
            </a:lvl1pPr>
            <a:lvl2pPr marL="769250" indent="-295866" eaLnBrk="0" hangingPunct="0">
              <a:defRPr kumimoji="1">
                <a:solidFill>
                  <a:schemeClr val="tx1"/>
                </a:solidFill>
                <a:latin typeface="Arial" charset="0"/>
                <a:ea typeface="ＭＳ Ｐゴシック" pitchFamily="50" charset="-128"/>
              </a:defRPr>
            </a:lvl2pPr>
            <a:lvl3pPr marL="1183462" indent="-236692" eaLnBrk="0" hangingPunct="0">
              <a:defRPr kumimoji="1">
                <a:solidFill>
                  <a:schemeClr val="tx1"/>
                </a:solidFill>
                <a:latin typeface="Arial" charset="0"/>
                <a:ea typeface="ＭＳ Ｐゴシック" pitchFamily="50" charset="-128"/>
              </a:defRPr>
            </a:lvl3pPr>
            <a:lvl4pPr marL="1656847" indent="-236692" eaLnBrk="0" hangingPunct="0">
              <a:defRPr kumimoji="1">
                <a:solidFill>
                  <a:schemeClr val="tx1"/>
                </a:solidFill>
                <a:latin typeface="Arial" charset="0"/>
                <a:ea typeface="ＭＳ Ｐゴシック" pitchFamily="50" charset="-128"/>
              </a:defRPr>
            </a:lvl4pPr>
            <a:lvl5pPr marL="2130232" indent="-236692" eaLnBrk="0" hangingPunct="0">
              <a:defRPr kumimoji="1">
                <a:solidFill>
                  <a:schemeClr val="tx1"/>
                </a:solidFill>
                <a:latin typeface="Arial" charset="0"/>
                <a:ea typeface="ＭＳ Ｐゴシック" pitchFamily="50" charset="-128"/>
              </a:defRPr>
            </a:lvl5pPr>
            <a:lvl6pPr marL="2603617" indent="-236692" eaLnBrk="0" fontAlgn="base" hangingPunct="0">
              <a:spcBef>
                <a:spcPct val="0"/>
              </a:spcBef>
              <a:spcAft>
                <a:spcPct val="0"/>
              </a:spcAft>
              <a:defRPr kumimoji="1">
                <a:solidFill>
                  <a:schemeClr val="tx1"/>
                </a:solidFill>
                <a:latin typeface="Arial" charset="0"/>
                <a:ea typeface="ＭＳ Ｐゴシック" pitchFamily="50" charset="-128"/>
              </a:defRPr>
            </a:lvl6pPr>
            <a:lvl7pPr marL="3077002" indent="-236692" eaLnBrk="0" fontAlgn="base" hangingPunct="0">
              <a:spcBef>
                <a:spcPct val="0"/>
              </a:spcBef>
              <a:spcAft>
                <a:spcPct val="0"/>
              </a:spcAft>
              <a:defRPr kumimoji="1">
                <a:solidFill>
                  <a:schemeClr val="tx1"/>
                </a:solidFill>
                <a:latin typeface="Arial" charset="0"/>
                <a:ea typeface="ＭＳ Ｐゴシック" pitchFamily="50" charset="-128"/>
              </a:defRPr>
            </a:lvl7pPr>
            <a:lvl8pPr marL="3550387" indent="-236692" eaLnBrk="0" fontAlgn="base" hangingPunct="0">
              <a:spcBef>
                <a:spcPct val="0"/>
              </a:spcBef>
              <a:spcAft>
                <a:spcPct val="0"/>
              </a:spcAft>
              <a:defRPr kumimoji="1">
                <a:solidFill>
                  <a:schemeClr val="tx1"/>
                </a:solidFill>
                <a:latin typeface="Arial" charset="0"/>
                <a:ea typeface="ＭＳ Ｐゴシック" pitchFamily="50" charset="-128"/>
              </a:defRPr>
            </a:lvl8pPr>
            <a:lvl9pPr marL="4023771" indent="-236692"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fld id="{7839871B-65A6-4B29-BE9F-36E8AEAB1C8C}" type="slidenum">
              <a:rPr lang="en-US" altLang="ja-JP" smtClean="0"/>
              <a:pPr eaLnBrk="1" hangingPunct="1"/>
              <a:t>60</a:t>
            </a:fld>
            <a:endParaRPr lang="en-US" altLang="ja-JP"/>
          </a:p>
        </p:txBody>
      </p:sp>
      <p:sp>
        <p:nvSpPr>
          <p:cNvPr id="242691" name="Rectangle 2"/>
          <p:cNvSpPr>
            <a:spLocks noGrp="1" noRot="1" noChangeAspect="1" noChangeArrowheads="1" noTextEdit="1"/>
          </p:cNvSpPr>
          <p:nvPr>
            <p:ph type="sldImg"/>
          </p:nvPr>
        </p:nvSpPr>
        <p:spPr>
          <a:ln/>
        </p:spPr>
      </p:sp>
      <p:sp>
        <p:nvSpPr>
          <p:cNvPr id="2426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Wingdings" pitchFamily="2" charset="2"/>
              <a:buNone/>
            </a:pPr>
            <a:r>
              <a:rPr lang="vi-VN" altLang="ja-JP"/>
              <a:t>Nó có hiệu quả cao trong việc thúc đẩy thành viên dự án phát triển tiến độ dự án với người quản lý dự án.</a:t>
            </a:r>
          </a:p>
          <a:p>
            <a:pPr eaLnBrk="1" hangingPunct="1">
              <a:buFont typeface="Wingdings" pitchFamily="2" charset="2"/>
              <a:buNone/>
            </a:pPr>
            <a:r>
              <a:rPr lang="vi-VN" altLang="ja-JP"/>
              <a:t>Nhiều người có xu hướng bị thuyết phục dễ dàng bởi ý kiến của riêng họ.</a:t>
            </a:r>
          </a:p>
          <a:p>
            <a:pPr eaLnBrk="1" hangingPunct="1">
              <a:buFont typeface="Wingdings" pitchFamily="2" charset="2"/>
              <a:buNone/>
            </a:pPr>
            <a:r>
              <a:rPr lang="vi-VN" altLang="ja-JP"/>
              <a:t>Nếu bạn tập hợp thành viên dự án để thảo luận về kế hoạch dự án, bạn sẽ nhận được cam kết của họ.</a:t>
            </a:r>
            <a:endParaRPr lang="en-US" altLang="ja-JP"/>
          </a:p>
          <a:p>
            <a:pPr eaLnBrk="1" hangingPunct="1">
              <a:buFont typeface="Wingdings" pitchFamily="2" charset="2"/>
              <a:buNone/>
            </a:pPr>
            <a:endParaRPr lang="en-US" altLang="ja-JP"/>
          </a:p>
          <a:p>
            <a:pPr eaLnBrk="1" hangingPunct="1">
              <a:buFont typeface="Wingdings" pitchFamily="2" charset="2"/>
              <a:buNone/>
            </a:pPr>
            <a:r>
              <a:rPr lang="en-US" altLang="ja-JP"/>
              <a:t>It is highly effective in motivation for project member to develop project schedule with project manager.</a:t>
            </a:r>
          </a:p>
          <a:p>
            <a:pPr eaLnBrk="1" hangingPunct="1">
              <a:buFont typeface="Wingdings" pitchFamily="2" charset="2"/>
              <a:buChar char="Ø"/>
            </a:pPr>
            <a:r>
              <a:rPr lang="en-US" altLang="ja-JP"/>
              <a:t>Many people tend to be convinced easily by their own opinion.</a:t>
            </a:r>
          </a:p>
          <a:p>
            <a:pPr eaLnBrk="1" hangingPunct="1">
              <a:buFont typeface="Wingdings" pitchFamily="2" charset="2"/>
              <a:buChar char="Ø"/>
            </a:pPr>
            <a:r>
              <a:rPr lang="en-US" altLang="ja-JP"/>
              <a:t>If you gather project member to discuss about project plan, you will get their commitment.</a:t>
            </a:r>
          </a:p>
          <a:p>
            <a:pPr eaLnBrk="1" hangingPunct="1">
              <a:buFont typeface="Wingdings" pitchFamily="2" charset="2"/>
              <a:buNone/>
            </a:pPr>
            <a:endParaRPr lang="en-US" altLang="ja-JP"/>
          </a:p>
          <a:p>
            <a:pPr eaLnBrk="1" hangingPunct="1"/>
            <a:endParaRPr lang="en-US" altLang="ja-JP"/>
          </a:p>
        </p:txBody>
      </p:sp>
    </p:spTree>
    <p:extLst>
      <p:ext uri="{BB962C8B-B14F-4D97-AF65-F5344CB8AC3E}">
        <p14:creationId xmlns:p14="http://schemas.microsoft.com/office/powerpoint/2010/main" val="338126330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Arial" charset="0"/>
                <a:ea typeface="ＭＳ Ｐゴシック" pitchFamily="50" charset="-128"/>
              </a:defRPr>
            </a:lvl1pPr>
            <a:lvl2pPr marL="769250" indent="-295866" eaLnBrk="0" hangingPunct="0">
              <a:defRPr kumimoji="1">
                <a:solidFill>
                  <a:schemeClr val="tx1"/>
                </a:solidFill>
                <a:latin typeface="Arial" charset="0"/>
                <a:ea typeface="ＭＳ Ｐゴシック" pitchFamily="50" charset="-128"/>
              </a:defRPr>
            </a:lvl2pPr>
            <a:lvl3pPr marL="1183462" indent="-236692" eaLnBrk="0" hangingPunct="0">
              <a:defRPr kumimoji="1">
                <a:solidFill>
                  <a:schemeClr val="tx1"/>
                </a:solidFill>
                <a:latin typeface="Arial" charset="0"/>
                <a:ea typeface="ＭＳ Ｐゴシック" pitchFamily="50" charset="-128"/>
              </a:defRPr>
            </a:lvl3pPr>
            <a:lvl4pPr marL="1656847" indent="-236692" eaLnBrk="0" hangingPunct="0">
              <a:defRPr kumimoji="1">
                <a:solidFill>
                  <a:schemeClr val="tx1"/>
                </a:solidFill>
                <a:latin typeface="Arial" charset="0"/>
                <a:ea typeface="ＭＳ Ｐゴシック" pitchFamily="50" charset="-128"/>
              </a:defRPr>
            </a:lvl4pPr>
            <a:lvl5pPr marL="2130232" indent="-236692" eaLnBrk="0" hangingPunct="0">
              <a:defRPr kumimoji="1">
                <a:solidFill>
                  <a:schemeClr val="tx1"/>
                </a:solidFill>
                <a:latin typeface="Arial" charset="0"/>
                <a:ea typeface="ＭＳ Ｐゴシック" pitchFamily="50" charset="-128"/>
              </a:defRPr>
            </a:lvl5pPr>
            <a:lvl6pPr marL="2603617" indent="-236692" eaLnBrk="0" fontAlgn="base" hangingPunct="0">
              <a:spcBef>
                <a:spcPct val="0"/>
              </a:spcBef>
              <a:spcAft>
                <a:spcPct val="0"/>
              </a:spcAft>
              <a:defRPr kumimoji="1">
                <a:solidFill>
                  <a:schemeClr val="tx1"/>
                </a:solidFill>
                <a:latin typeface="Arial" charset="0"/>
                <a:ea typeface="ＭＳ Ｐゴシック" pitchFamily="50" charset="-128"/>
              </a:defRPr>
            </a:lvl6pPr>
            <a:lvl7pPr marL="3077002" indent="-236692" eaLnBrk="0" fontAlgn="base" hangingPunct="0">
              <a:spcBef>
                <a:spcPct val="0"/>
              </a:spcBef>
              <a:spcAft>
                <a:spcPct val="0"/>
              </a:spcAft>
              <a:defRPr kumimoji="1">
                <a:solidFill>
                  <a:schemeClr val="tx1"/>
                </a:solidFill>
                <a:latin typeface="Arial" charset="0"/>
                <a:ea typeface="ＭＳ Ｐゴシック" pitchFamily="50" charset="-128"/>
              </a:defRPr>
            </a:lvl7pPr>
            <a:lvl8pPr marL="3550387" indent="-236692" eaLnBrk="0" fontAlgn="base" hangingPunct="0">
              <a:spcBef>
                <a:spcPct val="0"/>
              </a:spcBef>
              <a:spcAft>
                <a:spcPct val="0"/>
              </a:spcAft>
              <a:defRPr kumimoji="1">
                <a:solidFill>
                  <a:schemeClr val="tx1"/>
                </a:solidFill>
                <a:latin typeface="Arial" charset="0"/>
                <a:ea typeface="ＭＳ Ｐゴシック" pitchFamily="50" charset="-128"/>
              </a:defRPr>
            </a:lvl8pPr>
            <a:lvl9pPr marL="4023771" indent="-236692"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fld id="{B36C2455-CEB2-4651-B92A-2D50C63913FE}" type="slidenum">
              <a:rPr lang="en-US" altLang="ja-JP" smtClean="0"/>
              <a:pPr eaLnBrk="1" hangingPunct="1"/>
              <a:t>63</a:t>
            </a:fld>
            <a:endParaRPr lang="en-US" altLang="ja-JP"/>
          </a:p>
        </p:txBody>
      </p:sp>
      <p:sp>
        <p:nvSpPr>
          <p:cNvPr id="243715" name="Rectangle 2"/>
          <p:cNvSpPr>
            <a:spLocks noGrp="1" noRot="1" noChangeAspect="1" noChangeArrowheads="1" noTextEdit="1"/>
          </p:cNvSpPr>
          <p:nvPr>
            <p:ph type="sldImg"/>
          </p:nvPr>
        </p:nvSpPr>
        <p:spPr>
          <a:ln/>
        </p:spPr>
      </p:sp>
      <p:sp>
        <p:nvSpPr>
          <p:cNvPr id="2437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ja-JP"/>
          </a:p>
        </p:txBody>
      </p:sp>
      <p:sp>
        <p:nvSpPr>
          <p:cNvPr id="243717" name="Line 253"/>
          <p:cNvSpPr>
            <a:spLocks noChangeShapeType="1"/>
          </p:cNvSpPr>
          <p:nvPr/>
        </p:nvSpPr>
        <p:spPr bwMode="auto">
          <a:xfrm>
            <a:off x="707590" y="5399286"/>
            <a:ext cx="5564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4677" tIns="47338" rIns="94677" bIns="47338" anchor="ctr"/>
          <a:lstStyle/>
          <a:p>
            <a:endParaRPr lang="en-US"/>
          </a:p>
        </p:txBody>
      </p:sp>
      <p:sp>
        <p:nvSpPr>
          <p:cNvPr id="243718" name="Line 254"/>
          <p:cNvSpPr>
            <a:spLocks noChangeShapeType="1"/>
          </p:cNvSpPr>
          <p:nvPr/>
        </p:nvSpPr>
        <p:spPr bwMode="auto">
          <a:xfrm>
            <a:off x="707590" y="5902761"/>
            <a:ext cx="5564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4677" tIns="47338" rIns="94677" bIns="47338" anchor="ctr"/>
          <a:lstStyle/>
          <a:p>
            <a:endParaRPr lang="en-US"/>
          </a:p>
        </p:txBody>
      </p:sp>
      <p:sp>
        <p:nvSpPr>
          <p:cNvPr id="243719" name="Line 253"/>
          <p:cNvSpPr>
            <a:spLocks noChangeShapeType="1"/>
          </p:cNvSpPr>
          <p:nvPr/>
        </p:nvSpPr>
        <p:spPr bwMode="auto">
          <a:xfrm>
            <a:off x="737418" y="6373544"/>
            <a:ext cx="5564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4677" tIns="47338" rIns="94677" bIns="47338" anchor="ctr"/>
          <a:lstStyle/>
          <a:p>
            <a:endParaRPr lang="en-US"/>
          </a:p>
        </p:txBody>
      </p:sp>
      <p:sp>
        <p:nvSpPr>
          <p:cNvPr id="243720" name="Line 254"/>
          <p:cNvSpPr>
            <a:spLocks noChangeShapeType="1"/>
          </p:cNvSpPr>
          <p:nvPr/>
        </p:nvSpPr>
        <p:spPr bwMode="auto">
          <a:xfrm>
            <a:off x="737418" y="6877019"/>
            <a:ext cx="5564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4677" tIns="47338" rIns="94677" bIns="47338" anchor="ctr"/>
          <a:lstStyle/>
          <a:p>
            <a:endParaRPr lang="en-US"/>
          </a:p>
        </p:txBody>
      </p:sp>
      <p:sp>
        <p:nvSpPr>
          <p:cNvPr id="243721" name="Line 253"/>
          <p:cNvSpPr>
            <a:spLocks noChangeShapeType="1"/>
          </p:cNvSpPr>
          <p:nvPr/>
        </p:nvSpPr>
        <p:spPr bwMode="auto">
          <a:xfrm>
            <a:off x="737418" y="7393572"/>
            <a:ext cx="5564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4677" tIns="47338" rIns="94677" bIns="47338" anchor="ctr"/>
          <a:lstStyle/>
          <a:p>
            <a:endParaRPr lang="en-US"/>
          </a:p>
        </p:txBody>
      </p:sp>
      <p:sp>
        <p:nvSpPr>
          <p:cNvPr id="243722" name="Line 254"/>
          <p:cNvSpPr>
            <a:spLocks noChangeShapeType="1"/>
          </p:cNvSpPr>
          <p:nvPr/>
        </p:nvSpPr>
        <p:spPr bwMode="auto">
          <a:xfrm>
            <a:off x="737418" y="7897048"/>
            <a:ext cx="5564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4677" tIns="47338" rIns="94677" bIns="47338" anchor="ctr"/>
          <a:lstStyle/>
          <a:p>
            <a:endParaRPr lang="en-US"/>
          </a:p>
        </p:txBody>
      </p:sp>
      <p:sp>
        <p:nvSpPr>
          <p:cNvPr id="243723" name="Line 253"/>
          <p:cNvSpPr>
            <a:spLocks noChangeShapeType="1"/>
          </p:cNvSpPr>
          <p:nvPr/>
        </p:nvSpPr>
        <p:spPr bwMode="auto">
          <a:xfrm>
            <a:off x="737418" y="8413601"/>
            <a:ext cx="5564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4677" tIns="47338" rIns="94677" bIns="47338" anchor="ctr"/>
          <a:lstStyle/>
          <a:p>
            <a:endParaRPr lang="en-US"/>
          </a:p>
        </p:txBody>
      </p:sp>
      <p:sp>
        <p:nvSpPr>
          <p:cNvPr id="243724" name="Line 254"/>
          <p:cNvSpPr>
            <a:spLocks noChangeShapeType="1"/>
          </p:cNvSpPr>
          <p:nvPr/>
        </p:nvSpPr>
        <p:spPr bwMode="auto">
          <a:xfrm>
            <a:off x="737418" y="8917076"/>
            <a:ext cx="5564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4677" tIns="47338" rIns="94677" bIns="47338" anchor="ctr"/>
          <a:lstStyle/>
          <a:p>
            <a:endParaRPr lang="en-US"/>
          </a:p>
        </p:txBody>
      </p:sp>
      <p:sp>
        <p:nvSpPr>
          <p:cNvPr id="243725" name="Line 253"/>
          <p:cNvSpPr>
            <a:spLocks noChangeShapeType="1"/>
          </p:cNvSpPr>
          <p:nvPr/>
        </p:nvSpPr>
        <p:spPr bwMode="auto">
          <a:xfrm>
            <a:off x="737418" y="9479400"/>
            <a:ext cx="5564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4677" tIns="47338" rIns="94677" bIns="47338" anchor="ctr"/>
          <a:lstStyle/>
          <a:p>
            <a:endParaRPr lang="en-US"/>
          </a:p>
        </p:txBody>
      </p:sp>
    </p:spTree>
    <p:extLst>
      <p:ext uri="{BB962C8B-B14F-4D97-AF65-F5344CB8AC3E}">
        <p14:creationId xmlns:p14="http://schemas.microsoft.com/office/powerpoint/2010/main" val="350785715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Arial" charset="0"/>
                <a:ea typeface="ＭＳ Ｐゴシック" pitchFamily="50" charset="-128"/>
              </a:defRPr>
            </a:lvl1pPr>
            <a:lvl2pPr marL="769250" indent="-295866" eaLnBrk="0" hangingPunct="0">
              <a:defRPr kumimoji="1">
                <a:solidFill>
                  <a:schemeClr val="tx1"/>
                </a:solidFill>
                <a:latin typeface="Arial" charset="0"/>
                <a:ea typeface="ＭＳ Ｐゴシック" pitchFamily="50" charset="-128"/>
              </a:defRPr>
            </a:lvl2pPr>
            <a:lvl3pPr marL="1183462" indent="-236692" eaLnBrk="0" hangingPunct="0">
              <a:defRPr kumimoji="1">
                <a:solidFill>
                  <a:schemeClr val="tx1"/>
                </a:solidFill>
                <a:latin typeface="Arial" charset="0"/>
                <a:ea typeface="ＭＳ Ｐゴシック" pitchFamily="50" charset="-128"/>
              </a:defRPr>
            </a:lvl3pPr>
            <a:lvl4pPr marL="1656847" indent="-236692" eaLnBrk="0" hangingPunct="0">
              <a:defRPr kumimoji="1">
                <a:solidFill>
                  <a:schemeClr val="tx1"/>
                </a:solidFill>
                <a:latin typeface="Arial" charset="0"/>
                <a:ea typeface="ＭＳ Ｐゴシック" pitchFamily="50" charset="-128"/>
              </a:defRPr>
            </a:lvl4pPr>
            <a:lvl5pPr marL="2130232" indent="-236692" eaLnBrk="0" hangingPunct="0">
              <a:defRPr kumimoji="1">
                <a:solidFill>
                  <a:schemeClr val="tx1"/>
                </a:solidFill>
                <a:latin typeface="Arial" charset="0"/>
                <a:ea typeface="ＭＳ Ｐゴシック" pitchFamily="50" charset="-128"/>
              </a:defRPr>
            </a:lvl5pPr>
            <a:lvl6pPr marL="2603617" indent="-236692" eaLnBrk="0" fontAlgn="base" hangingPunct="0">
              <a:spcBef>
                <a:spcPct val="0"/>
              </a:spcBef>
              <a:spcAft>
                <a:spcPct val="0"/>
              </a:spcAft>
              <a:defRPr kumimoji="1">
                <a:solidFill>
                  <a:schemeClr val="tx1"/>
                </a:solidFill>
                <a:latin typeface="Arial" charset="0"/>
                <a:ea typeface="ＭＳ Ｐゴシック" pitchFamily="50" charset="-128"/>
              </a:defRPr>
            </a:lvl6pPr>
            <a:lvl7pPr marL="3077002" indent="-236692" eaLnBrk="0" fontAlgn="base" hangingPunct="0">
              <a:spcBef>
                <a:spcPct val="0"/>
              </a:spcBef>
              <a:spcAft>
                <a:spcPct val="0"/>
              </a:spcAft>
              <a:defRPr kumimoji="1">
                <a:solidFill>
                  <a:schemeClr val="tx1"/>
                </a:solidFill>
                <a:latin typeface="Arial" charset="0"/>
                <a:ea typeface="ＭＳ Ｐゴシック" pitchFamily="50" charset="-128"/>
              </a:defRPr>
            </a:lvl7pPr>
            <a:lvl8pPr marL="3550387" indent="-236692" eaLnBrk="0" fontAlgn="base" hangingPunct="0">
              <a:spcBef>
                <a:spcPct val="0"/>
              </a:spcBef>
              <a:spcAft>
                <a:spcPct val="0"/>
              </a:spcAft>
              <a:defRPr kumimoji="1">
                <a:solidFill>
                  <a:schemeClr val="tx1"/>
                </a:solidFill>
                <a:latin typeface="Arial" charset="0"/>
                <a:ea typeface="ＭＳ Ｐゴシック" pitchFamily="50" charset="-128"/>
              </a:defRPr>
            </a:lvl8pPr>
            <a:lvl9pPr marL="4023771" indent="-236692"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fld id="{B5F592F1-A818-49A3-BF99-C327F50E5AF9}" type="slidenum">
              <a:rPr lang="en-US" altLang="ja-JP" smtClean="0"/>
              <a:pPr eaLnBrk="1" hangingPunct="1"/>
              <a:t>64</a:t>
            </a:fld>
            <a:endParaRPr lang="en-US" altLang="ja-JP"/>
          </a:p>
        </p:txBody>
      </p:sp>
      <p:sp>
        <p:nvSpPr>
          <p:cNvPr id="244739" name="Rectangle 2"/>
          <p:cNvSpPr>
            <a:spLocks noGrp="1" noRot="1" noChangeAspect="1" noChangeArrowheads="1" noTextEdit="1"/>
          </p:cNvSpPr>
          <p:nvPr>
            <p:ph type="sldImg"/>
          </p:nvPr>
        </p:nvSpPr>
        <p:spPr>
          <a:ln/>
        </p:spPr>
      </p:sp>
      <p:sp>
        <p:nvSpPr>
          <p:cNvPr id="2447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ja-JP"/>
              <a:t>Sự thành công hay thất bại trong liên lạc giữa các stake-holder là ảnh h</a:t>
            </a:r>
            <a:r>
              <a:rPr lang="vi-VN" altLang="ja-JP"/>
              <a:t>ư</a:t>
            </a:r>
            <a:r>
              <a:rPr lang="en-US" altLang="ja-JP"/>
              <a:t>ởng rất lớn tới dự án. Mặc dù vậy, không dễ dàng gì để</a:t>
            </a:r>
          </a:p>
          <a:p>
            <a:pPr defTabSz="946770" eaLnBrk="1" hangingPunct="1">
              <a:defRPr/>
            </a:pPr>
            <a:endParaRPr lang="en-US" altLang="ja-JP">
              <a:sym typeface="Wingdings" panose="05000000000000000000" pitchFamily="2" charset="2"/>
            </a:endParaRPr>
          </a:p>
          <a:p>
            <a:pPr defTabSz="946770" eaLnBrk="1" hangingPunct="1">
              <a:defRPr/>
            </a:pPr>
            <a:r>
              <a:rPr lang="en-US" altLang="ja-JP">
                <a:sym typeface="Wingdings" panose="05000000000000000000" pitchFamily="2" charset="2"/>
              </a:rPr>
              <a:t>Các kỹ thuật để  thu thập thông tin, duy trì và phân phối thông tin là cần thiết trong giao tiếp liên lạc để đ</a:t>
            </a:r>
            <a:r>
              <a:rPr lang="vi-VN" altLang="ja-JP">
                <a:sym typeface="Wingdings" panose="05000000000000000000" pitchFamily="2" charset="2"/>
              </a:rPr>
              <a:t>ư</a:t>
            </a:r>
            <a:r>
              <a:rPr lang="en-US" altLang="ja-JP">
                <a:sym typeface="Wingdings" panose="05000000000000000000" pitchFamily="2" charset="2"/>
              </a:rPr>
              <a:t>a dự án tới thành công</a:t>
            </a:r>
          </a:p>
          <a:p>
            <a:pPr defTabSz="946770" eaLnBrk="1" hangingPunct="1">
              <a:defRPr/>
            </a:pPr>
            <a:endParaRPr lang="en-US" altLang="ja-JP">
              <a:sym typeface="Wingdings" panose="05000000000000000000" pitchFamily="2" charset="2"/>
            </a:endParaRPr>
          </a:p>
          <a:p>
            <a:pPr defTabSz="946770" eaLnBrk="1" hangingPunct="1">
              <a:defRPr/>
            </a:pPr>
            <a:r>
              <a:rPr lang="en-US" altLang="ja-JP">
                <a:sym typeface="Wingdings" panose="05000000000000000000" pitchFamily="2" charset="2"/>
              </a:rPr>
              <a:t>Kế hoạch giao tiếp liên lạc có các thông tin sau</a:t>
            </a:r>
            <a:endParaRPr lang="en-US" altLang="ja-JP"/>
          </a:p>
          <a:p>
            <a:pPr marL="236692" indent="-236692" eaLnBrk="1" hangingPunct="1">
              <a:buAutoNum type="arabicParenR"/>
            </a:pPr>
            <a:r>
              <a:rPr lang="en-US" altLang="ja-JP"/>
              <a:t>Thông tin gì và ai cần trong số các stack-holder </a:t>
            </a:r>
            <a:r>
              <a:rPr lang="en-US" altLang="ja-JP">
                <a:sym typeface="Wingdings" panose="05000000000000000000" pitchFamily="2" charset="2"/>
              </a:rPr>
              <a:t> phân tích </a:t>
            </a:r>
            <a:r>
              <a:rPr lang="en-US" altLang="ja-JP"/>
              <a:t>"Needs analysis“</a:t>
            </a:r>
          </a:p>
          <a:p>
            <a:pPr marL="236692" indent="-236692" eaLnBrk="1" hangingPunct="1">
              <a:buAutoNum type="arabicParenR"/>
            </a:pPr>
            <a:r>
              <a:rPr lang="en-US" altLang="ja-JP"/>
              <a:t>Phân phối thông tin tới stackholder nh</a:t>
            </a:r>
            <a:r>
              <a:rPr lang="vi-VN" altLang="ja-JP"/>
              <a:t>ư</a:t>
            </a:r>
            <a:r>
              <a:rPr lang="en-US" altLang="ja-JP"/>
              <a:t> thế nào (thời gian, tần xuất, ph</a:t>
            </a:r>
            <a:r>
              <a:rPr lang="vi-VN" altLang="ja-JP"/>
              <a:t>ư</a:t>
            </a:r>
            <a:r>
              <a:rPr lang="en-US" altLang="ja-JP"/>
              <a:t>ơng tiện)</a:t>
            </a:r>
          </a:p>
          <a:p>
            <a:pPr marL="236692" indent="-236692" eaLnBrk="1" hangingPunct="1">
              <a:buAutoNum type="arabicParenR"/>
            </a:pPr>
            <a:endParaRPr lang="en-US" altLang="ja-JP"/>
          </a:p>
          <a:p>
            <a:pPr eaLnBrk="1" hangingPunct="1"/>
            <a:endParaRPr lang="en-US" altLang="ja-JP"/>
          </a:p>
          <a:p>
            <a:pPr eaLnBrk="1" hangingPunct="1"/>
            <a:r>
              <a:rPr lang="en-US" altLang="ja-JP"/>
              <a:t>The success or failure of the communications between stake-holders is matters of weight that greatly control the success or failure of the project. However, it is not easy for appropriate consideration, and plan of the ideal way of communications by one side to do management back of the success few. </a:t>
            </a:r>
          </a:p>
          <a:p>
            <a:pPr eaLnBrk="1" hangingPunct="1"/>
            <a:r>
              <a:rPr lang="en-US" altLang="ja-JP"/>
              <a:t>As for the method of the collection of project information, the distribution, and keeping, "Communications management" that is planned, executed, and controlled is necessary to achieve appropriate communications over the whole of the project. </a:t>
            </a:r>
          </a:p>
          <a:p>
            <a:pPr eaLnBrk="1" hangingPunct="1"/>
            <a:r>
              <a:rPr lang="en-US" altLang="ja-JP"/>
              <a:t>In the communications plan, the following work is done. </a:t>
            </a:r>
          </a:p>
          <a:p>
            <a:pPr eaLnBrk="1" hangingPunct="1"/>
            <a:r>
              <a:rPr lang="en-US" altLang="ja-JP"/>
              <a:t>(1)What information who needs in the stake-holder of the project, and "Needs analysis" done. </a:t>
            </a:r>
          </a:p>
          <a:p>
            <a:pPr eaLnBrk="1" hangingPunct="1"/>
            <a:r>
              <a:rPr lang="en-US" altLang="ja-JP"/>
              <a:t>(2)How information is distributed (About effective communications means, timing, and frequency, etc.) is planned based on the result of the needs analysis, and "Communications management plan" is made. </a:t>
            </a:r>
            <a:endParaRPr lang="en-US" altLang="ja-JP" sz="1000"/>
          </a:p>
          <a:p>
            <a:pPr eaLnBrk="1" hangingPunct="1"/>
            <a:endParaRPr lang="en-US" altLang="ja-JP"/>
          </a:p>
        </p:txBody>
      </p:sp>
    </p:spTree>
    <p:extLst>
      <p:ext uri="{BB962C8B-B14F-4D97-AF65-F5344CB8AC3E}">
        <p14:creationId xmlns:p14="http://schemas.microsoft.com/office/powerpoint/2010/main" val="155049112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2"/>
          <p:cNvSpPr>
            <a:spLocks noGrp="1" noRot="1" noChangeAspect="1" noChangeArrowheads="1" noTextEdit="1"/>
          </p:cNvSpPr>
          <p:nvPr>
            <p:ph type="sldImg"/>
          </p:nvPr>
        </p:nvSpPr>
        <p:spPr>
          <a:ln/>
        </p:spPr>
      </p:sp>
      <p:sp>
        <p:nvSpPr>
          <p:cNvPr id="24576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p>
        </p:txBody>
      </p:sp>
      <p:sp>
        <p:nvSpPr>
          <p:cNvPr id="245764" name="Line 253"/>
          <p:cNvSpPr>
            <a:spLocks noChangeShapeType="1"/>
          </p:cNvSpPr>
          <p:nvPr/>
        </p:nvSpPr>
        <p:spPr bwMode="auto">
          <a:xfrm>
            <a:off x="707590" y="5399286"/>
            <a:ext cx="5564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4677" tIns="47338" rIns="94677" bIns="47338" anchor="ctr"/>
          <a:lstStyle/>
          <a:p>
            <a:endParaRPr lang="en-US"/>
          </a:p>
        </p:txBody>
      </p:sp>
      <p:sp>
        <p:nvSpPr>
          <p:cNvPr id="245765" name="Line 254"/>
          <p:cNvSpPr>
            <a:spLocks noChangeShapeType="1"/>
          </p:cNvSpPr>
          <p:nvPr/>
        </p:nvSpPr>
        <p:spPr bwMode="auto">
          <a:xfrm>
            <a:off x="707590" y="5902761"/>
            <a:ext cx="5564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4677" tIns="47338" rIns="94677" bIns="47338" anchor="ctr"/>
          <a:lstStyle/>
          <a:p>
            <a:endParaRPr lang="en-US"/>
          </a:p>
        </p:txBody>
      </p:sp>
      <p:sp>
        <p:nvSpPr>
          <p:cNvPr id="245766" name="Line 253"/>
          <p:cNvSpPr>
            <a:spLocks noChangeShapeType="1"/>
          </p:cNvSpPr>
          <p:nvPr/>
        </p:nvSpPr>
        <p:spPr bwMode="auto">
          <a:xfrm>
            <a:off x="737418" y="6373544"/>
            <a:ext cx="5564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4677" tIns="47338" rIns="94677" bIns="47338" anchor="ctr"/>
          <a:lstStyle/>
          <a:p>
            <a:endParaRPr lang="en-US"/>
          </a:p>
        </p:txBody>
      </p:sp>
      <p:sp>
        <p:nvSpPr>
          <p:cNvPr id="245767" name="Line 254"/>
          <p:cNvSpPr>
            <a:spLocks noChangeShapeType="1"/>
          </p:cNvSpPr>
          <p:nvPr/>
        </p:nvSpPr>
        <p:spPr bwMode="auto">
          <a:xfrm>
            <a:off x="737418" y="6877019"/>
            <a:ext cx="5564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4677" tIns="47338" rIns="94677" bIns="47338" anchor="ctr"/>
          <a:lstStyle/>
          <a:p>
            <a:endParaRPr lang="en-US"/>
          </a:p>
        </p:txBody>
      </p:sp>
      <p:sp>
        <p:nvSpPr>
          <p:cNvPr id="245768" name="Line 253"/>
          <p:cNvSpPr>
            <a:spLocks noChangeShapeType="1"/>
          </p:cNvSpPr>
          <p:nvPr/>
        </p:nvSpPr>
        <p:spPr bwMode="auto">
          <a:xfrm>
            <a:off x="737418" y="7393572"/>
            <a:ext cx="5564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4677" tIns="47338" rIns="94677" bIns="47338" anchor="ctr"/>
          <a:lstStyle/>
          <a:p>
            <a:endParaRPr lang="en-US"/>
          </a:p>
        </p:txBody>
      </p:sp>
      <p:sp>
        <p:nvSpPr>
          <p:cNvPr id="245769" name="Line 254"/>
          <p:cNvSpPr>
            <a:spLocks noChangeShapeType="1"/>
          </p:cNvSpPr>
          <p:nvPr/>
        </p:nvSpPr>
        <p:spPr bwMode="auto">
          <a:xfrm>
            <a:off x="737418" y="7897048"/>
            <a:ext cx="5564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4677" tIns="47338" rIns="94677" bIns="47338" anchor="ctr"/>
          <a:lstStyle/>
          <a:p>
            <a:endParaRPr lang="en-US"/>
          </a:p>
        </p:txBody>
      </p:sp>
      <p:sp>
        <p:nvSpPr>
          <p:cNvPr id="245770" name="Line 253"/>
          <p:cNvSpPr>
            <a:spLocks noChangeShapeType="1"/>
          </p:cNvSpPr>
          <p:nvPr/>
        </p:nvSpPr>
        <p:spPr bwMode="auto">
          <a:xfrm>
            <a:off x="737418" y="8413601"/>
            <a:ext cx="5564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4677" tIns="47338" rIns="94677" bIns="47338" anchor="ctr"/>
          <a:lstStyle/>
          <a:p>
            <a:endParaRPr lang="en-US"/>
          </a:p>
        </p:txBody>
      </p:sp>
      <p:sp>
        <p:nvSpPr>
          <p:cNvPr id="245771" name="Line 254"/>
          <p:cNvSpPr>
            <a:spLocks noChangeShapeType="1"/>
          </p:cNvSpPr>
          <p:nvPr/>
        </p:nvSpPr>
        <p:spPr bwMode="auto">
          <a:xfrm>
            <a:off x="737418" y="8917076"/>
            <a:ext cx="5564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4677" tIns="47338" rIns="94677" bIns="47338" anchor="ctr"/>
          <a:lstStyle/>
          <a:p>
            <a:endParaRPr lang="en-US"/>
          </a:p>
        </p:txBody>
      </p:sp>
      <p:sp>
        <p:nvSpPr>
          <p:cNvPr id="245772" name="Line 253"/>
          <p:cNvSpPr>
            <a:spLocks noChangeShapeType="1"/>
          </p:cNvSpPr>
          <p:nvPr/>
        </p:nvSpPr>
        <p:spPr bwMode="auto">
          <a:xfrm>
            <a:off x="737418" y="9479400"/>
            <a:ext cx="5564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4677" tIns="47338" rIns="94677" bIns="47338" anchor="ctr"/>
          <a:lstStyle/>
          <a:p>
            <a:endParaRPr lang="en-US"/>
          </a:p>
        </p:txBody>
      </p:sp>
    </p:spTree>
    <p:extLst>
      <p:ext uri="{BB962C8B-B14F-4D97-AF65-F5344CB8AC3E}">
        <p14:creationId xmlns:p14="http://schemas.microsoft.com/office/powerpoint/2010/main" val="77622404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2"/>
          <p:cNvSpPr>
            <a:spLocks noGrp="1" noRot="1" noChangeAspect="1" noChangeArrowheads="1" noTextEdit="1"/>
          </p:cNvSpPr>
          <p:nvPr>
            <p:ph type="sldImg"/>
          </p:nvPr>
        </p:nvSpPr>
        <p:spPr>
          <a:ln/>
        </p:spPr>
      </p:sp>
      <p:sp>
        <p:nvSpPr>
          <p:cNvPr id="24678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p>
        </p:txBody>
      </p:sp>
      <p:sp>
        <p:nvSpPr>
          <p:cNvPr id="246788" name="Line 253"/>
          <p:cNvSpPr>
            <a:spLocks noChangeShapeType="1"/>
          </p:cNvSpPr>
          <p:nvPr/>
        </p:nvSpPr>
        <p:spPr bwMode="auto">
          <a:xfrm>
            <a:off x="707590" y="5399286"/>
            <a:ext cx="5564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4677" tIns="47338" rIns="94677" bIns="47338" anchor="ctr"/>
          <a:lstStyle/>
          <a:p>
            <a:endParaRPr lang="en-US"/>
          </a:p>
        </p:txBody>
      </p:sp>
      <p:sp>
        <p:nvSpPr>
          <p:cNvPr id="246789" name="Line 254"/>
          <p:cNvSpPr>
            <a:spLocks noChangeShapeType="1"/>
          </p:cNvSpPr>
          <p:nvPr/>
        </p:nvSpPr>
        <p:spPr bwMode="auto">
          <a:xfrm>
            <a:off x="707590" y="5902761"/>
            <a:ext cx="5564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4677" tIns="47338" rIns="94677" bIns="47338" anchor="ctr"/>
          <a:lstStyle/>
          <a:p>
            <a:endParaRPr lang="en-US"/>
          </a:p>
        </p:txBody>
      </p:sp>
      <p:sp>
        <p:nvSpPr>
          <p:cNvPr id="246790" name="Line 253"/>
          <p:cNvSpPr>
            <a:spLocks noChangeShapeType="1"/>
          </p:cNvSpPr>
          <p:nvPr/>
        </p:nvSpPr>
        <p:spPr bwMode="auto">
          <a:xfrm>
            <a:off x="737418" y="6373544"/>
            <a:ext cx="5564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4677" tIns="47338" rIns="94677" bIns="47338" anchor="ctr"/>
          <a:lstStyle/>
          <a:p>
            <a:endParaRPr lang="en-US"/>
          </a:p>
        </p:txBody>
      </p:sp>
      <p:sp>
        <p:nvSpPr>
          <p:cNvPr id="246791" name="Line 254"/>
          <p:cNvSpPr>
            <a:spLocks noChangeShapeType="1"/>
          </p:cNvSpPr>
          <p:nvPr/>
        </p:nvSpPr>
        <p:spPr bwMode="auto">
          <a:xfrm>
            <a:off x="737418" y="6877019"/>
            <a:ext cx="5564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4677" tIns="47338" rIns="94677" bIns="47338" anchor="ctr"/>
          <a:lstStyle/>
          <a:p>
            <a:endParaRPr lang="en-US"/>
          </a:p>
        </p:txBody>
      </p:sp>
      <p:sp>
        <p:nvSpPr>
          <p:cNvPr id="246792" name="Line 253"/>
          <p:cNvSpPr>
            <a:spLocks noChangeShapeType="1"/>
          </p:cNvSpPr>
          <p:nvPr/>
        </p:nvSpPr>
        <p:spPr bwMode="auto">
          <a:xfrm>
            <a:off x="737418" y="7393572"/>
            <a:ext cx="5564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4677" tIns="47338" rIns="94677" bIns="47338" anchor="ctr"/>
          <a:lstStyle/>
          <a:p>
            <a:endParaRPr lang="en-US"/>
          </a:p>
        </p:txBody>
      </p:sp>
      <p:sp>
        <p:nvSpPr>
          <p:cNvPr id="246793" name="Line 254"/>
          <p:cNvSpPr>
            <a:spLocks noChangeShapeType="1"/>
          </p:cNvSpPr>
          <p:nvPr/>
        </p:nvSpPr>
        <p:spPr bwMode="auto">
          <a:xfrm>
            <a:off x="737418" y="7897048"/>
            <a:ext cx="5564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4677" tIns="47338" rIns="94677" bIns="47338" anchor="ctr"/>
          <a:lstStyle/>
          <a:p>
            <a:endParaRPr lang="en-US"/>
          </a:p>
        </p:txBody>
      </p:sp>
      <p:sp>
        <p:nvSpPr>
          <p:cNvPr id="246794" name="Line 253"/>
          <p:cNvSpPr>
            <a:spLocks noChangeShapeType="1"/>
          </p:cNvSpPr>
          <p:nvPr/>
        </p:nvSpPr>
        <p:spPr bwMode="auto">
          <a:xfrm>
            <a:off x="737418" y="8413601"/>
            <a:ext cx="5564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4677" tIns="47338" rIns="94677" bIns="47338" anchor="ctr"/>
          <a:lstStyle/>
          <a:p>
            <a:endParaRPr lang="en-US"/>
          </a:p>
        </p:txBody>
      </p:sp>
      <p:sp>
        <p:nvSpPr>
          <p:cNvPr id="246795" name="Line 254"/>
          <p:cNvSpPr>
            <a:spLocks noChangeShapeType="1"/>
          </p:cNvSpPr>
          <p:nvPr/>
        </p:nvSpPr>
        <p:spPr bwMode="auto">
          <a:xfrm>
            <a:off x="737418" y="8917076"/>
            <a:ext cx="5564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4677" tIns="47338" rIns="94677" bIns="47338" anchor="ctr"/>
          <a:lstStyle/>
          <a:p>
            <a:endParaRPr lang="en-US"/>
          </a:p>
        </p:txBody>
      </p:sp>
      <p:sp>
        <p:nvSpPr>
          <p:cNvPr id="246796" name="Line 253"/>
          <p:cNvSpPr>
            <a:spLocks noChangeShapeType="1"/>
          </p:cNvSpPr>
          <p:nvPr/>
        </p:nvSpPr>
        <p:spPr bwMode="auto">
          <a:xfrm>
            <a:off x="737418" y="9479400"/>
            <a:ext cx="5564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4677" tIns="47338" rIns="94677" bIns="47338" anchor="ctr"/>
          <a:lstStyle/>
          <a:p>
            <a:endParaRPr lang="en-US"/>
          </a:p>
        </p:txBody>
      </p:sp>
    </p:spTree>
    <p:extLst>
      <p:ext uri="{BB962C8B-B14F-4D97-AF65-F5344CB8AC3E}">
        <p14:creationId xmlns:p14="http://schemas.microsoft.com/office/powerpoint/2010/main" val="57553738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Arial" charset="0"/>
                <a:ea typeface="ＭＳ Ｐゴシック" pitchFamily="50" charset="-128"/>
              </a:defRPr>
            </a:lvl1pPr>
            <a:lvl2pPr marL="769250" indent="-295866" eaLnBrk="0" hangingPunct="0">
              <a:defRPr kumimoji="1">
                <a:solidFill>
                  <a:schemeClr val="tx1"/>
                </a:solidFill>
                <a:latin typeface="Arial" charset="0"/>
                <a:ea typeface="ＭＳ Ｐゴシック" pitchFamily="50" charset="-128"/>
              </a:defRPr>
            </a:lvl2pPr>
            <a:lvl3pPr marL="1183462" indent="-236692" eaLnBrk="0" hangingPunct="0">
              <a:defRPr kumimoji="1">
                <a:solidFill>
                  <a:schemeClr val="tx1"/>
                </a:solidFill>
                <a:latin typeface="Arial" charset="0"/>
                <a:ea typeface="ＭＳ Ｐゴシック" pitchFamily="50" charset="-128"/>
              </a:defRPr>
            </a:lvl3pPr>
            <a:lvl4pPr marL="1656847" indent="-236692" eaLnBrk="0" hangingPunct="0">
              <a:defRPr kumimoji="1">
                <a:solidFill>
                  <a:schemeClr val="tx1"/>
                </a:solidFill>
                <a:latin typeface="Arial" charset="0"/>
                <a:ea typeface="ＭＳ Ｐゴシック" pitchFamily="50" charset="-128"/>
              </a:defRPr>
            </a:lvl4pPr>
            <a:lvl5pPr marL="2130232" indent="-236692" eaLnBrk="0" hangingPunct="0">
              <a:defRPr kumimoji="1">
                <a:solidFill>
                  <a:schemeClr val="tx1"/>
                </a:solidFill>
                <a:latin typeface="Arial" charset="0"/>
                <a:ea typeface="ＭＳ Ｐゴシック" pitchFamily="50" charset="-128"/>
              </a:defRPr>
            </a:lvl5pPr>
            <a:lvl6pPr marL="2603617" indent="-236692" eaLnBrk="0" fontAlgn="base" hangingPunct="0">
              <a:spcBef>
                <a:spcPct val="0"/>
              </a:spcBef>
              <a:spcAft>
                <a:spcPct val="0"/>
              </a:spcAft>
              <a:defRPr kumimoji="1">
                <a:solidFill>
                  <a:schemeClr val="tx1"/>
                </a:solidFill>
                <a:latin typeface="Arial" charset="0"/>
                <a:ea typeface="ＭＳ Ｐゴシック" pitchFamily="50" charset="-128"/>
              </a:defRPr>
            </a:lvl6pPr>
            <a:lvl7pPr marL="3077002" indent="-236692" eaLnBrk="0" fontAlgn="base" hangingPunct="0">
              <a:spcBef>
                <a:spcPct val="0"/>
              </a:spcBef>
              <a:spcAft>
                <a:spcPct val="0"/>
              </a:spcAft>
              <a:defRPr kumimoji="1">
                <a:solidFill>
                  <a:schemeClr val="tx1"/>
                </a:solidFill>
                <a:latin typeface="Arial" charset="0"/>
                <a:ea typeface="ＭＳ Ｐゴシック" pitchFamily="50" charset="-128"/>
              </a:defRPr>
            </a:lvl7pPr>
            <a:lvl8pPr marL="3550387" indent="-236692" eaLnBrk="0" fontAlgn="base" hangingPunct="0">
              <a:spcBef>
                <a:spcPct val="0"/>
              </a:spcBef>
              <a:spcAft>
                <a:spcPct val="0"/>
              </a:spcAft>
              <a:defRPr kumimoji="1">
                <a:solidFill>
                  <a:schemeClr val="tx1"/>
                </a:solidFill>
                <a:latin typeface="Arial" charset="0"/>
                <a:ea typeface="ＭＳ Ｐゴシック" pitchFamily="50" charset="-128"/>
              </a:defRPr>
            </a:lvl8pPr>
            <a:lvl9pPr marL="4023771" indent="-236692"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fld id="{DE18E714-0F43-4D90-8BF9-8B361297DC0A}" type="slidenum">
              <a:rPr lang="en-US" altLang="ja-JP" smtClean="0"/>
              <a:pPr eaLnBrk="1" hangingPunct="1"/>
              <a:t>68</a:t>
            </a:fld>
            <a:endParaRPr lang="en-US" altLang="ja-JP"/>
          </a:p>
        </p:txBody>
      </p:sp>
      <p:sp>
        <p:nvSpPr>
          <p:cNvPr id="247811" name="Rectangle 2"/>
          <p:cNvSpPr>
            <a:spLocks noGrp="1" noRot="1" noChangeAspect="1" noChangeArrowheads="1" noTextEdit="1"/>
          </p:cNvSpPr>
          <p:nvPr>
            <p:ph type="sldImg"/>
          </p:nvPr>
        </p:nvSpPr>
        <p:spPr>
          <a:ln/>
        </p:spPr>
      </p:sp>
      <p:sp>
        <p:nvSpPr>
          <p:cNvPr id="2478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ja-JP"/>
              <a:t>In general, project having temporariness and uniqueness has bigger uncertainty and risk than routine work. Therefore, it is important for you to manage the risk for your project success.</a:t>
            </a:r>
          </a:p>
          <a:p>
            <a:pPr eaLnBrk="1" hangingPunct="1"/>
            <a:endParaRPr lang="en-US" altLang="ja-JP"/>
          </a:p>
          <a:p>
            <a:pPr eaLnBrk="1" hangingPunct="1"/>
            <a:r>
              <a:rPr lang="en-US" altLang="ja-JP"/>
              <a:t>First of all, it is needed to recognize the differences between uncertainty and risk.</a:t>
            </a:r>
          </a:p>
          <a:p>
            <a:pPr eaLnBrk="1" hangingPunct="1"/>
            <a:endParaRPr lang="en-US" altLang="ja-JP"/>
          </a:p>
          <a:p>
            <a:pPr eaLnBrk="1" hangingPunct="1">
              <a:buFont typeface="Wingdings" pitchFamily="2" charset="2"/>
              <a:buChar char="Ø"/>
            </a:pPr>
            <a:r>
              <a:rPr lang="en-US" altLang="ja-JP"/>
              <a:t> Uncertainty : The things which are not clear in future.</a:t>
            </a:r>
          </a:p>
          <a:p>
            <a:pPr eaLnBrk="1" hangingPunct="1">
              <a:buFont typeface="Wingdings" pitchFamily="2" charset="2"/>
              <a:buChar char="Ø"/>
            </a:pPr>
            <a:r>
              <a:rPr lang="en-US" altLang="ja-JP"/>
              <a:t> Risk : The uncertain things which can make a negative impact on the project.</a:t>
            </a:r>
          </a:p>
          <a:p>
            <a:pPr eaLnBrk="1" hangingPunct="1"/>
            <a:endParaRPr lang="en-US" altLang="ja-JP"/>
          </a:p>
        </p:txBody>
      </p:sp>
    </p:spTree>
    <p:extLst>
      <p:ext uri="{BB962C8B-B14F-4D97-AF65-F5344CB8AC3E}">
        <p14:creationId xmlns:p14="http://schemas.microsoft.com/office/powerpoint/2010/main" val="164557538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Arial" charset="0"/>
                <a:ea typeface="ＭＳ Ｐゴシック" pitchFamily="50" charset="-128"/>
              </a:defRPr>
            </a:lvl1pPr>
            <a:lvl2pPr marL="769250" indent="-295866" eaLnBrk="0" hangingPunct="0">
              <a:defRPr kumimoji="1">
                <a:solidFill>
                  <a:schemeClr val="tx1"/>
                </a:solidFill>
                <a:latin typeface="Arial" charset="0"/>
                <a:ea typeface="ＭＳ Ｐゴシック" pitchFamily="50" charset="-128"/>
              </a:defRPr>
            </a:lvl2pPr>
            <a:lvl3pPr marL="1183462" indent="-236692" eaLnBrk="0" hangingPunct="0">
              <a:defRPr kumimoji="1">
                <a:solidFill>
                  <a:schemeClr val="tx1"/>
                </a:solidFill>
                <a:latin typeface="Arial" charset="0"/>
                <a:ea typeface="ＭＳ Ｐゴシック" pitchFamily="50" charset="-128"/>
              </a:defRPr>
            </a:lvl3pPr>
            <a:lvl4pPr marL="1656847" indent="-236692" eaLnBrk="0" hangingPunct="0">
              <a:defRPr kumimoji="1">
                <a:solidFill>
                  <a:schemeClr val="tx1"/>
                </a:solidFill>
                <a:latin typeface="Arial" charset="0"/>
                <a:ea typeface="ＭＳ Ｐゴシック" pitchFamily="50" charset="-128"/>
              </a:defRPr>
            </a:lvl4pPr>
            <a:lvl5pPr marL="2130232" indent="-236692" eaLnBrk="0" hangingPunct="0">
              <a:defRPr kumimoji="1">
                <a:solidFill>
                  <a:schemeClr val="tx1"/>
                </a:solidFill>
                <a:latin typeface="Arial" charset="0"/>
                <a:ea typeface="ＭＳ Ｐゴシック" pitchFamily="50" charset="-128"/>
              </a:defRPr>
            </a:lvl5pPr>
            <a:lvl6pPr marL="2603617" indent="-236692" eaLnBrk="0" fontAlgn="base" hangingPunct="0">
              <a:spcBef>
                <a:spcPct val="0"/>
              </a:spcBef>
              <a:spcAft>
                <a:spcPct val="0"/>
              </a:spcAft>
              <a:defRPr kumimoji="1">
                <a:solidFill>
                  <a:schemeClr val="tx1"/>
                </a:solidFill>
                <a:latin typeface="Arial" charset="0"/>
                <a:ea typeface="ＭＳ Ｐゴシック" pitchFamily="50" charset="-128"/>
              </a:defRPr>
            </a:lvl6pPr>
            <a:lvl7pPr marL="3077002" indent="-236692" eaLnBrk="0" fontAlgn="base" hangingPunct="0">
              <a:spcBef>
                <a:spcPct val="0"/>
              </a:spcBef>
              <a:spcAft>
                <a:spcPct val="0"/>
              </a:spcAft>
              <a:defRPr kumimoji="1">
                <a:solidFill>
                  <a:schemeClr val="tx1"/>
                </a:solidFill>
                <a:latin typeface="Arial" charset="0"/>
                <a:ea typeface="ＭＳ Ｐゴシック" pitchFamily="50" charset="-128"/>
              </a:defRPr>
            </a:lvl7pPr>
            <a:lvl8pPr marL="3550387" indent="-236692" eaLnBrk="0" fontAlgn="base" hangingPunct="0">
              <a:spcBef>
                <a:spcPct val="0"/>
              </a:spcBef>
              <a:spcAft>
                <a:spcPct val="0"/>
              </a:spcAft>
              <a:defRPr kumimoji="1">
                <a:solidFill>
                  <a:schemeClr val="tx1"/>
                </a:solidFill>
                <a:latin typeface="Arial" charset="0"/>
                <a:ea typeface="ＭＳ Ｐゴシック" pitchFamily="50" charset="-128"/>
              </a:defRPr>
            </a:lvl8pPr>
            <a:lvl9pPr marL="4023771" indent="-236692"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fld id="{F2C167EA-661E-49A2-B782-1B475F1D3676}" type="slidenum">
              <a:rPr lang="en-US" altLang="ja-JP" smtClean="0"/>
              <a:pPr eaLnBrk="1" hangingPunct="1"/>
              <a:t>69</a:t>
            </a:fld>
            <a:endParaRPr lang="en-US" altLang="ja-JP"/>
          </a:p>
        </p:txBody>
      </p:sp>
      <p:sp>
        <p:nvSpPr>
          <p:cNvPr id="248835" name="Rectangle 2"/>
          <p:cNvSpPr>
            <a:spLocks noGrp="1" noRot="1" noChangeAspect="1" noChangeArrowheads="1" noTextEdit="1"/>
          </p:cNvSpPr>
          <p:nvPr>
            <p:ph type="sldImg"/>
          </p:nvPr>
        </p:nvSpPr>
        <p:spPr>
          <a:ln/>
        </p:spPr>
      </p:sp>
      <p:sp>
        <p:nvSpPr>
          <p:cNvPr id="2488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ja-JP"/>
              <a:t>Solution: Ask people to bring drink and food for themselves to the party.</a:t>
            </a:r>
            <a:endParaRPr lang="ja-JP" altLang="ja-JP"/>
          </a:p>
        </p:txBody>
      </p:sp>
      <p:sp>
        <p:nvSpPr>
          <p:cNvPr id="248837" name="Line 253"/>
          <p:cNvSpPr>
            <a:spLocks noChangeShapeType="1"/>
          </p:cNvSpPr>
          <p:nvPr/>
        </p:nvSpPr>
        <p:spPr bwMode="auto">
          <a:xfrm>
            <a:off x="707590" y="5399286"/>
            <a:ext cx="5564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4677" tIns="47338" rIns="94677" bIns="47338" anchor="ctr"/>
          <a:lstStyle/>
          <a:p>
            <a:endParaRPr lang="en-US"/>
          </a:p>
        </p:txBody>
      </p:sp>
      <p:sp>
        <p:nvSpPr>
          <p:cNvPr id="248838" name="Line 254"/>
          <p:cNvSpPr>
            <a:spLocks noChangeShapeType="1"/>
          </p:cNvSpPr>
          <p:nvPr/>
        </p:nvSpPr>
        <p:spPr bwMode="auto">
          <a:xfrm>
            <a:off x="707590" y="5902761"/>
            <a:ext cx="5564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4677" tIns="47338" rIns="94677" bIns="47338" anchor="ctr"/>
          <a:lstStyle/>
          <a:p>
            <a:endParaRPr lang="en-US"/>
          </a:p>
        </p:txBody>
      </p:sp>
      <p:sp>
        <p:nvSpPr>
          <p:cNvPr id="248839" name="Line 253"/>
          <p:cNvSpPr>
            <a:spLocks noChangeShapeType="1"/>
          </p:cNvSpPr>
          <p:nvPr/>
        </p:nvSpPr>
        <p:spPr bwMode="auto">
          <a:xfrm>
            <a:off x="737418" y="6373544"/>
            <a:ext cx="5564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4677" tIns="47338" rIns="94677" bIns="47338" anchor="ctr"/>
          <a:lstStyle/>
          <a:p>
            <a:endParaRPr lang="en-US"/>
          </a:p>
        </p:txBody>
      </p:sp>
      <p:sp>
        <p:nvSpPr>
          <p:cNvPr id="248840" name="Line 254"/>
          <p:cNvSpPr>
            <a:spLocks noChangeShapeType="1"/>
          </p:cNvSpPr>
          <p:nvPr/>
        </p:nvSpPr>
        <p:spPr bwMode="auto">
          <a:xfrm>
            <a:off x="737418" y="6877019"/>
            <a:ext cx="5564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4677" tIns="47338" rIns="94677" bIns="47338" anchor="ctr"/>
          <a:lstStyle/>
          <a:p>
            <a:endParaRPr lang="en-US"/>
          </a:p>
        </p:txBody>
      </p:sp>
      <p:sp>
        <p:nvSpPr>
          <p:cNvPr id="248841" name="Line 253"/>
          <p:cNvSpPr>
            <a:spLocks noChangeShapeType="1"/>
          </p:cNvSpPr>
          <p:nvPr/>
        </p:nvSpPr>
        <p:spPr bwMode="auto">
          <a:xfrm>
            <a:off x="737418" y="7393572"/>
            <a:ext cx="5564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4677" tIns="47338" rIns="94677" bIns="47338" anchor="ctr"/>
          <a:lstStyle/>
          <a:p>
            <a:endParaRPr lang="en-US"/>
          </a:p>
        </p:txBody>
      </p:sp>
      <p:sp>
        <p:nvSpPr>
          <p:cNvPr id="248842" name="Line 254"/>
          <p:cNvSpPr>
            <a:spLocks noChangeShapeType="1"/>
          </p:cNvSpPr>
          <p:nvPr/>
        </p:nvSpPr>
        <p:spPr bwMode="auto">
          <a:xfrm>
            <a:off x="737418" y="7897048"/>
            <a:ext cx="5564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4677" tIns="47338" rIns="94677" bIns="47338" anchor="ctr"/>
          <a:lstStyle/>
          <a:p>
            <a:endParaRPr lang="en-US"/>
          </a:p>
        </p:txBody>
      </p:sp>
      <p:sp>
        <p:nvSpPr>
          <p:cNvPr id="248843" name="Line 253"/>
          <p:cNvSpPr>
            <a:spLocks noChangeShapeType="1"/>
          </p:cNvSpPr>
          <p:nvPr/>
        </p:nvSpPr>
        <p:spPr bwMode="auto">
          <a:xfrm>
            <a:off x="737418" y="8413601"/>
            <a:ext cx="5564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4677" tIns="47338" rIns="94677" bIns="47338" anchor="ctr"/>
          <a:lstStyle/>
          <a:p>
            <a:endParaRPr lang="en-US"/>
          </a:p>
        </p:txBody>
      </p:sp>
      <p:sp>
        <p:nvSpPr>
          <p:cNvPr id="248844" name="Line 254"/>
          <p:cNvSpPr>
            <a:spLocks noChangeShapeType="1"/>
          </p:cNvSpPr>
          <p:nvPr/>
        </p:nvSpPr>
        <p:spPr bwMode="auto">
          <a:xfrm>
            <a:off x="737418" y="8917076"/>
            <a:ext cx="5564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4677" tIns="47338" rIns="94677" bIns="47338" anchor="ctr"/>
          <a:lstStyle/>
          <a:p>
            <a:endParaRPr lang="en-US"/>
          </a:p>
        </p:txBody>
      </p:sp>
      <p:sp>
        <p:nvSpPr>
          <p:cNvPr id="248845" name="Line 253"/>
          <p:cNvSpPr>
            <a:spLocks noChangeShapeType="1"/>
          </p:cNvSpPr>
          <p:nvPr/>
        </p:nvSpPr>
        <p:spPr bwMode="auto">
          <a:xfrm>
            <a:off x="737418" y="9479400"/>
            <a:ext cx="5564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4677" tIns="47338" rIns="94677" bIns="47338" anchor="ctr"/>
          <a:lstStyle/>
          <a:p>
            <a:endParaRPr lang="en-US"/>
          </a:p>
        </p:txBody>
      </p:sp>
    </p:spTree>
    <p:extLst>
      <p:ext uri="{BB962C8B-B14F-4D97-AF65-F5344CB8AC3E}">
        <p14:creationId xmlns:p14="http://schemas.microsoft.com/office/powerpoint/2010/main" val="174827885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Arial" charset="0"/>
                <a:ea typeface="ＭＳ Ｐゴシック" pitchFamily="50" charset="-128"/>
              </a:defRPr>
            </a:lvl1pPr>
            <a:lvl2pPr marL="769250" indent="-295866" eaLnBrk="0" hangingPunct="0">
              <a:defRPr kumimoji="1">
                <a:solidFill>
                  <a:schemeClr val="tx1"/>
                </a:solidFill>
                <a:latin typeface="Arial" charset="0"/>
                <a:ea typeface="ＭＳ Ｐゴシック" pitchFamily="50" charset="-128"/>
              </a:defRPr>
            </a:lvl2pPr>
            <a:lvl3pPr marL="1183462" indent="-236692" eaLnBrk="0" hangingPunct="0">
              <a:defRPr kumimoji="1">
                <a:solidFill>
                  <a:schemeClr val="tx1"/>
                </a:solidFill>
                <a:latin typeface="Arial" charset="0"/>
                <a:ea typeface="ＭＳ Ｐゴシック" pitchFamily="50" charset="-128"/>
              </a:defRPr>
            </a:lvl3pPr>
            <a:lvl4pPr marL="1656847" indent="-236692" eaLnBrk="0" hangingPunct="0">
              <a:defRPr kumimoji="1">
                <a:solidFill>
                  <a:schemeClr val="tx1"/>
                </a:solidFill>
                <a:latin typeface="Arial" charset="0"/>
                <a:ea typeface="ＭＳ Ｐゴシック" pitchFamily="50" charset="-128"/>
              </a:defRPr>
            </a:lvl4pPr>
            <a:lvl5pPr marL="2130232" indent="-236692" eaLnBrk="0" hangingPunct="0">
              <a:defRPr kumimoji="1">
                <a:solidFill>
                  <a:schemeClr val="tx1"/>
                </a:solidFill>
                <a:latin typeface="Arial" charset="0"/>
                <a:ea typeface="ＭＳ Ｐゴシック" pitchFamily="50" charset="-128"/>
              </a:defRPr>
            </a:lvl5pPr>
            <a:lvl6pPr marL="2603617" indent="-236692" eaLnBrk="0" fontAlgn="base" hangingPunct="0">
              <a:spcBef>
                <a:spcPct val="0"/>
              </a:spcBef>
              <a:spcAft>
                <a:spcPct val="0"/>
              </a:spcAft>
              <a:defRPr kumimoji="1">
                <a:solidFill>
                  <a:schemeClr val="tx1"/>
                </a:solidFill>
                <a:latin typeface="Arial" charset="0"/>
                <a:ea typeface="ＭＳ Ｐゴシック" pitchFamily="50" charset="-128"/>
              </a:defRPr>
            </a:lvl6pPr>
            <a:lvl7pPr marL="3077002" indent="-236692" eaLnBrk="0" fontAlgn="base" hangingPunct="0">
              <a:spcBef>
                <a:spcPct val="0"/>
              </a:spcBef>
              <a:spcAft>
                <a:spcPct val="0"/>
              </a:spcAft>
              <a:defRPr kumimoji="1">
                <a:solidFill>
                  <a:schemeClr val="tx1"/>
                </a:solidFill>
                <a:latin typeface="Arial" charset="0"/>
                <a:ea typeface="ＭＳ Ｐゴシック" pitchFamily="50" charset="-128"/>
              </a:defRPr>
            </a:lvl7pPr>
            <a:lvl8pPr marL="3550387" indent="-236692" eaLnBrk="0" fontAlgn="base" hangingPunct="0">
              <a:spcBef>
                <a:spcPct val="0"/>
              </a:spcBef>
              <a:spcAft>
                <a:spcPct val="0"/>
              </a:spcAft>
              <a:defRPr kumimoji="1">
                <a:solidFill>
                  <a:schemeClr val="tx1"/>
                </a:solidFill>
                <a:latin typeface="Arial" charset="0"/>
                <a:ea typeface="ＭＳ Ｐゴシック" pitchFamily="50" charset="-128"/>
              </a:defRPr>
            </a:lvl8pPr>
            <a:lvl9pPr marL="4023771" indent="-236692"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fld id="{018044B1-0576-474A-8A8B-827E63941566}" type="slidenum">
              <a:rPr lang="en-US" altLang="ja-JP" smtClean="0"/>
              <a:pPr eaLnBrk="1" hangingPunct="1"/>
              <a:t>70</a:t>
            </a:fld>
            <a:endParaRPr lang="en-US" altLang="ja-JP"/>
          </a:p>
        </p:txBody>
      </p:sp>
      <p:sp>
        <p:nvSpPr>
          <p:cNvPr id="249859" name="Rectangle 2"/>
          <p:cNvSpPr>
            <a:spLocks noGrp="1" noRot="1" noChangeAspect="1" noChangeArrowheads="1" noTextEdit="1"/>
          </p:cNvSpPr>
          <p:nvPr>
            <p:ph type="sldImg"/>
          </p:nvPr>
        </p:nvSpPr>
        <p:spPr>
          <a:ln/>
        </p:spPr>
      </p:sp>
      <p:sp>
        <p:nvSpPr>
          <p:cNvPr id="2498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ja-JP" dirty="0"/>
              <a:t>In risk management, the following processes need to be done. </a:t>
            </a:r>
          </a:p>
          <a:p>
            <a:pPr eaLnBrk="1" hangingPunct="1"/>
            <a:r>
              <a:rPr lang="en-US" altLang="ja-JP" dirty="0"/>
              <a:t>(1) Plan the policy and method to manage the risks ( Risk Management Plan )</a:t>
            </a:r>
          </a:p>
          <a:p>
            <a:pPr eaLnBrk="1" hangingPunct="1"/>
            <a:r>
              <a:rPr lang="en-US" altLang="ja-JP" dirty="0"/>
              <a:t>(2) Identify the risks</a:t>
            </a:r>
          </a:p>
          <a:p>
            <a:pPr eaLnBrk="1" hangingPunct="1"/>
            <a:r>
              <a:rPr lang="en-US" altLang="ja-JP" dirty="0"/>
              <a:t>(3) Analyze the risks ( Quantitative risks and qualitative risk ) to prioritize these.</a:t>
            </a:r>
          </a:p>
          <a:p>
            <a:pPr eaLnBrk="1" hangingPunct="1"/>
            <a:r>
              <a:rPr lang="en-US" altLang="ja-JP" dirty="0"/>
              <a:t>(4) Plan risk responses</a:t>
            </a:r>
          </a:p>
          <a:p>
            <a:pPr eaLnBrk="1" hangingPunct="1"/>
            <a:r>
              <a:rPr lang="en-US" altLang="ja-JP" dirty="0"/>
              <a:t>(5) Monitor and Control Risks</a:t>
            </a:r>
          </a:p>
        </p:txBody>
      </p:sp>
    </p:spTree>
    <p:extLst>
      <p:ext uri="{BB962C8B-B14F-4D97-AF65-F5344CB8AC3E}">
        <p14:creationId xmlns:p14="http://schemas.microsoft.com/office/powerpoint/2010/main" val="25088736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Arial" charset="0"/>
                <a:ea typeface="ＭＳ Ｐゴシック" pitchFamily="50" charset="-128"/>
              </a:defRPr>
            </a:lvl1pPr>
            <a:lvl2pPr marL="769250" indent="-295866" eaLnBrk="0" hangingPunct="0">
              <a:defRPr kumimoji="1">
                <a:solidFill>
                  <a:schemeClr val="tx1"/>
                </a:solidFill>
                <a:latin typeface="Arial" charset="0"/>
                <a:ea typeface="ＭＳ Ｐゴシック" pitchFamily="50" charset="-128"/>
              </a:defRPr>
            </a:lvl2pPr>
            <a:lvl3pPr marL="1183462" indent="-236692" eaLnBrk="0" hangingPunct="0">
              <a:defRPr kumimoji="1">
                <a:solidFill>
                  <a:schemeClr val="tx1"/>
                </a:solidFill>
                <a:latin typeface="Arial" charset="0"/>
                <a:ea typeface="ＭＳ Ｐゴシック" pitchFamily="50" charset="-128"/>
              </a:defRPr>
            </a:lvl3pPr>
            <a:lvl4pPr marL="1656847" indent="-236692" eaLnBrk="0" hangingPunct="0">
              <a:defRPr kumimoji="1">
                <a:solidFill>
                  <a:schemeClr val="tx1"/>
                </a:solidFill>
                <a:latin typeface="Arial" charset="0"/>
                <a:ea typeface="ＭＳ Ｐゴシック" pitchFamily="50" charset="-128"/>
              </a:defRPr>
            </a:lvl4pPr>
            <a:lvl5pPr marL="2130232" indent="-236692" eaLnBrk="0" hangingPunct="0">
              <a:defRPr kumimoji="1">
                <a:solidFill>
                  <a:schemeClr val="tx1"/>
                </a:solidFill>
                <a:latin typeface="Arial" charset="0"/>
                <a:ea typeface="ＭＳ Ｐゴシック" pitchFamily="50" charset="-128"/>
              </a:defRPr>
            </a:lvl5pPr>
            <a:lvl6pPr marL="2603617" indent="-236692" eaLnBrk="0" fontAlgn="base" hangingPunct="0">
              <a:spcBef>
                <a:spcPct val="0"/>
              </a:spcBef>
              <a:spcAft>
                <a:spcPct val="0"/>
              </a:spcAft>
              <a:defRPr kumimoji="1">
                <a:solidFill>
                  <a:schemeClr val="tx1"/>
                </a:solidFill>
                <a:latin typeface="Arial" charset="0"/>
                <a:ea typeface="ＭＳ Ｐゴシック" pitchFamily="50" charset="-128"/>
              </a:defRPr>
            </a:lvl6pPr>
            <a:lvl7pPr marL="3077002" indent="-236692" eaLnBrk="0" fontAlgn="base" hangingPunct="0">
              <a:spcBef>
                <a:spcPct val="0"/>
              </a:spcBef>
              <a:spcAft>
                <a:spcPct val="0"/>
              </a:spcAft>
              <a:defRPr kumimoji="1">
                <a:solidFill>
                  <a:schemeClr val="tx1"/>
                </a:solidFill>
                <a:latin typeface="Arial" charset="0"/>
                <a:ea typeface="ＭＳ Ｐゴシック" pitchFamily="50" charset="-128"/>
              </a:defRPr>
            </a:lvl7pPr>
            <a:lvl8pPr marL="3550387" indent="-236692" eaLnBrk="0" fontAlgn="base" hangingPunct="0">
              <a:spcBef>
                <a:spcPct val="0"/>
              </a:spcBef>
              <a:spcAft>
                <a:spcPct val="0"/>
              </a:spcAft>
              <a:defRPr kumimoji="1">
                <a:solidFill>
                  <a:schemeClr val="tx1"/>
                </a:solidFill>
                <a:latin typeface="Arial" charset="0"/>
                <a:ea typeface="ＭＳ Ｐゴシック" pitchFamily="50" charset="-128"/>
              </a:defRPr>
            </a:lvl8pPr>
            <a:lvl9pPr marL="4023771" indent="-236692"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fld id="{4E887293-7832-4E73-868F-C16A33A6237A}" type="slidenum">
              <a:rPr lang="en-US" altLang="ja-JP" smtClean="0"/>
              <a:pPr eaLnBrk="1" hangingPunct="1"/>
              <a:t>71</a:t>
            </a:fld>
            <a:endParaRPr lang="en-US" altLang="ja-JP"/>
          </a:p>
        </p:txBody>
      </p:sp>
      <p:sp>
        <p:nvSpPr>
          <p:cNvPr id="250883" name="Rectangle 2"/>
          <p:cNvSpPr>
            <a:spLocks noGrp="1" noRot="1" noChangeAspect="1" noChangeArrowheads="1" noTextEdit="1"/>
          </p:cNvSpPr>
          <p:nvPr>
            <p:ph type="sldImg"/>
          </p:nvPr>
        </p:nvSpPr>
        <p:spPr>
          <a:ln/>
        </p:spPr>
      </p:sp>
      <p:sp>
        <p:nvSpPr>
          <p:cNvPr id="250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Clr>
                <a:schemeClr val="tx1"/>
              </a:buClr>
              <a:buFont typeface="Wingdings" pitchFamily="2" charset="2"/>
              <a:buNone/>
            </a:pPr>
            <a:r>
              <a:rPr lang="en-US" altLang="ja-JP" sz="1000"/>
              <a:t> Risk management plan design the process of risk management.</a:t>
            </a:r>
          </a:p>
          <a:p>
            <a:pPr eaLnBrk="1" hangingPunct="1">
              <a:buClr>
                <a:schemeClr val="tx1"/>
              </a:buClr>
              <a:buFont typeface="Wingdings" pitchFamily="2" charset="2"/>
              <a:buNone/>
            </a:pPr>
            <a:r>
              <a:rPr lang="en-US" altLang="ja-JP" sz="1000"/>
              <a:t>The point of risk management is to identify risks as early as possible and take effective response in advance. So, risk management plan need to create condition to do so in project team.</a:t>
            </a:r>
          </a:p>
          <a:p>
            <a:pPr eaLnBrk="1" hangingPunct="1"/>
            <a:endParaRPr lang="en-US" altLang="ja-JP"/>
          </a:p>
        </p:txBody>
      </p:sp>
    </p:spTree>
    <p:extLst>
      <p:ext uri="{BB962C8B-B14F-4D97-AF65-F5344CB8AC3E}">
        <p14:creationId xmlns:p14="http://schemas.microsoft.com/office/powerpoint/2010/main" val="258518332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Arial" charset="0"/>
                <a:ea typeface="ＭＳ Ｐゴシック" pitchFamily="50" charset="-128"/>
              </a:defRPr>
            </a:lvl1pPr>
            <a:lvl2pPr marL="769250" indent="-295866" eaLnBrk="0" hangingPunct="0">
              <a:defRPr kumimoji="1">
                <a:solidFill>
                  <a:schemeClr val="tx1"/>
                </a:solidFill>
                <a:latin typeface="Arial" charset="0"/>
                <a:ea typeface="ＭＳ Ｐゴシック" pitchFamily="50" charset="-128"/>
              </a:defRPr>
            </a:lvl2pPr>
            <a:lvl3pPr marL="1183462" indent="-236692" eaLnBrk="0" hangingPunct="0">
              <a:defRPr kumimoji="1">
                <a:solidFill>
                  <a:schemeClr val="tx1"/>
                </a:solidFill>
                <a:latin typeface="Arial" charset="0"/>
                <a:ea typeface="ＭＳ Ｐゴシック" pitchFamily="50" charset="-128"/>
              </a:defRPr>
            </a:lvl3pPr>
            <a:lvl4pPr marL="1656847" indent="-236692" eaLnBrk="0" hangingPunct="0">
              <a:defRPr kumimoji="1">
                <a:solidFill>
                  <a:schemeClr val="tx1"/>
                </a:solidFill>
                <a:latin typeface="Arial" charset="0"/>
                <a:ea typeface="ＭＳ Ｐゴシック" pitchFamily="50" charset="-128"/>
              </a:defRPr>
            </a:lvl4pPr>
            <a:lvl5pPr marL="2130232" indent="-236692" eaLnBrk="0" hangingPunct="0">
              <a:defRPr kumimoji="1">
                <a:solidFill>
                  <a:schemeClr val="tx1"/>
                </a:solidFill>
                <a:latin typeface="Arial" charset="0"/>
                <a:ea typeface="ＭＳ Ｐゴシック" pitchFamily="50" charset="-128"/>
              </a:defRPr>
            </a:lvl5pPr>
            <a:lvl6pPr marL="2603617" indent="-236692" eaLnBrk="0" fontAlgn="base" hangingPunct="0">
              <a:spcBef>
                <a:spcPct val="0"/>
              </a:spcBef>
              <a:spcAft>
                <a:spcPct val="0"/>
              </a:spcAft>
              <a:defRPr kumimoji="1">
                <a:solidFill>
                  <a:schemeClr val="tx1"/>
                </a:solidFill>
                <a:latin typeface="Arial" charset="0"/>
                <a:ea typeface="ＭＳ Ｐゴシック" pitchFamily="50" charset="-128"/>
              </a:defRPr>
            </a:lvl6pPr>
            <a:lvl7pPr marL="3077002" indent="-236692" eaLnBrk="0" fontAlgn="base" hangingPunct="0">
              <a:spcBef>
                <a:spcPct val="0"/>
              </a:spcBef>
              <a:spcAft>
                <a:spcPct val="0"/>
              </a:spcAft>
              <a:defRPr kumimoji="1">
                <a:solidFill>
                  <a:schemeClr val="tx1"/>
                </a:solidFill>
                <a:latin typeface="Arial" charset="0"/>
                <a:ea typeface="ＭＳ Ｐゴシック" pitchFamily="50" charset="-128"/>
              </a:defRPr>
            </a:lvl7pPr>
            <a:lvl8pPr marL="3550387" indent="-236692" eaLnBrk="0" fontAlgn="base" hangingPunct="0">
              <a:spcBef>
                <a:spcPct val="0"/>
              </a:spcBef>
              <a:spcAft>
                <a:spcPct val="0"/>
              </a:spcAft>
              <a:defRPr kumimoji="1">
                <a:solidFill>
                  <a:schemeClr val="tx1"/>
                </a:solidFill>
                <a:latin typeface="Arial" charset="0"/>
                <a:ea typeface="ＭＳ Ｐゴシック" pitchFamily="50" charset="-128"/>
              </a:defRPr>
            </a:lvl8pPr>
            <a:lvl9pPr marL="4023771" indent="-236692"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fld id="{A6CB7F42-82A1-471B-9075-622D17EE8662}" type="slidenum">
              <a:rPr lang="en-US" altLang="ja-JP" smtClean="0"/>
              <a:pPr eaLnBrk="1" hangingPunct="1"/>
              <a:t>72</a:t>
            </a:fld>
            <a:endParaRPr lang="en-US" altLang="ja-JP"/>
          </a:p>
        </p:txBody>
      </p:sp>
      <p:sp>
        <p:nvSpPr>
          <p:cNvPr id="251907" name="Rectangle 2"/>
          <p:cNvSpPr>
            <a:spLocks noGrp="1" noRot="1" noChangeAspect="1" noChangeArrowheads="1" noTextEdit="1"/>
          </p:cNvSpPr>
          <p:nvPr>
            <p:ph type="sldImg"/>
          </p:nvPr>
        </p:nvSpPr>
        <p:spPr>
          <a:ln/>
        </p:spPr>
      </p:sp>
      <p:sp>
        <p:nvSpPr>
          <p:cNvPr id="2519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ja-JP"/>
              <a:t>Cần phân biết rõ giữa Risk Driver và Risk. </a:t>
            </a:r>
          </a:p>
          <a:p>
            <a:pPr eaLnBrk="1" hangingPunct="1"/>
            <a:r>
              <a:rPr lang="en-US" altLang="ja-JP"/>
              <a:t>         Riskdriver là thực tế sinh ra rủi ro, nguyên nhân </a:t>
            </a:r>
          </a:p>
          <a:p>
            <a:pPr eaLnBrk="1" hangingPunct="1"/>
            <a:r>
              <a:rPr lang="en-US" altLang="ja-JP"/>
              <a:t>        Và Risk là khả năng ảnh h</a:t>
            </a:r>
            <a:r>
              <a:rPr lang="vi-VN" altLang="ja-JP"/>
              <a:t>ư</a:t>
            </a:r>
            <a:r>
              <a:rPr lang="en-US" altLang="ja-JP"/>
              <a:t>ởng tiêu cực tới dự án.</a:t>
            </a:r>
          </a:p>
          <a:p>
            <a:pPr eaLnBrk="1" hangingPunct="1"/>
            <a:endParaRPr lang="en-US" altLang="ja-JP"/>
          </a:p>
          <a:p>
            <a:pPr eaLnBrk="1" hangingPunct="1"/>
            <a:r>
              <a:rPr lang="en-US" altLang="ja-JP"/>
              <a:t>You had better identify risk in distinction between risk driver and risk. Risk driver is the fact which can create risks. Risk is probability especially with negative impact to the project.</a:t>
            </a:r>
          </a:p>
          <a:p>
            <a:pPr eaLnBrk="1" hangingPunct="1"/>
            <a:endParaRPr lang="en-US" altLang="ja-JP"/>
          </a:p>
          <a:p>
            <a:pPr eaLnBrk="1" hangingPunct="1"/>
            <a:r>
              <a:rPr lang="en-US" altLang="ja-JP"/>
              <a:t>To do so, you can increase the number of risk responses because you can manage the risk by approaching to the fact (risk driver) as well as possibility (risk).</a:t>
            </a:r>
          </a:p>
          <a:p>
            <a:pPr eaLnBrk="1" hangingPunct="1"/>
            <a:endParaRPr lang="en-US" altLang="ja-JP"/>
          </a:p>
          <a:p>
            <a:pPr eaLnBrk="1" hangingPunct="1"/>
            <a:r>
              <a:rPr lang="en-US" altLang="ja-JP"/>
              <a:t>To set category and use check list will also help you to do so.</a:t>
            </a:r>
          </a:p>
          <a:p>
            <a:pPr eaLnBrk="1" hangingPunct="1"/>
            <a:endParaRPr lang="en-US" altLang="ja-JP"/>
          </a:p>
        </p:txBody>
      </p:sp>
    </p:spTree>
    <p:extLst>
      <p:ext uri="{BB962C8B-B14F-4D97-AF65-F5344CB8AC3E}">
        <p14:creationId xmlns:p14="http://schemas.microsoft.com/office/powerpoint/2010/main" val="69157545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Arial" charset="0"/>
                <a:ea typeface="ＭＳ Ｐゴシック" pitchFamily="50" charset="-128"/>
              </a:defRPr>
            </a:lvl1pPr>
            <a:lvl2pPr marL="769250" indent="-295866" eaLnBrk="0" hangingPunct="0">
              <a:defRPr kumimoji="1">
                <a:solidFill>
                  <a:schemeClr val="tx1"/>
                </a:solidFill>
                <a:latin typeface="Arial" charset="0"/>
                <a:ea typeface="ＭＳ Ｐゴシック" pitchFamily="50" charset="-128"/>
              </a:defRPr>
            </a:lvl2pPr>
            <a:lvl3pPr marL="1183462" indent="-236692" eaLnBrk="0" hangingPunct="0">
              <a:defRPr kumimoji="1">
                <a:solidFill>
                  <a:schemeClr val="tx1"/>
                </a:solidFill>
                <a:latin typeface="Arial" charset="0"/>
                <a:ea typeface="ＭＳ Ｐゴシック" pitchFamily="50" charset="-128"/>
              </a:defRPr>
            </a:lvl3pPr>
            <a:lvl4pPr marL="1656847" indent="-236692" eaLnBrk="0" hangingPunct="0">
              <a:defRPr kumimoji="1">
                <a:solidFill>
                  <a:schemeClr val="tx1"/>
                </a:solidFill>
                <a:latin typeface="Arial" charset="0"/>
                <a:ea typeface="ＭＳ Ｐゴシック" pitchFamily="50" charset="-128"/>
              </a:defRPr>
            </a:lvl4pPr>
            <a:lvl5pPr marL="2130232" indent="-236692" eaLnBrk="0" hangingPunct="0">
              <a:defRPr kumimoji="1">
                <a:solidFill>
                  <a:schemeClr val="tx1"/>
                </a:solidFill>
                <a:latin typeface="Arial" charset="0"/>
                <a:ea typeface="ＭＳ Ｐゴシック" pitchFamily="50" charset="-128"/>
              </a:defRPr>
            </a:lvl5pPr>
            <a:lvl6pPr marL="2603617" indent="-236692" eaLnBrk="0" fontAlgn="base" hangingPunct="0">
              <a:spcBef>
                <a:spcPct val="0"/>
              </a:spcBef>
              <a:spcAft>
                <a:spcPct val="0"/>
              </a:spcAft>
              <a:defRPr kumimoji="1">
                <a:solidFill>
                  <a:schemeClr val="tx1"/>
                </a:solidFill>
                <a:latin typeface="Arial" charset="0"/>
                <a:ea typeface="ＭＳ Ｐゴシック" pitchFamily="50" charset="-128"/>
              </a:defRPr>
            </a:lvl6pPr>
            <a:lvl7pPr marL="3077002" indent="-236692" eaLnBrk="0" fontAlgn="base" hangingPunct="0">
              <a:spcBef>
                <a:spcPct val="0"/>
              </a:spcBef>
              <a:spcAft>
                <a:spcPct val="0"/>
              </a:spcAft>
              <a:defRPr kumimoji="1">
                <a:solidFill>
                  <a:schemeClr val="tx1"/>
                </a:solidFill>
                <a:latin typeface="Arial" charset="0"/>
                <a:ea typeface="ＭＳ Ｐゴシック" pitchFamily="50" charset="-128"/>
              </a:defRPr>
            </a:lvl7pPr>
            <a:lvl8pPr marL="3550387" indent="-236692" eaLnBrk="0" fontAlgn="base" hangingPunct="0">
              <a:spcBef>
                <a:spcPct val="0"/>
              </a:spcBef>
              <a:spcAft>
                <a:spcPct val="0"/>
              </a:spcAft>
              <a:defRPr kumimoji="1">
                <a:solidFill>
                  <a:schemeClr val="tx1"/>
                </a:solidFill>
                <a:latin typeface="Arial" charset="0"/>
                <a:ea typeface="ＭＳ Ｐゴシック" pitchFamily="50" charset="-128"/>
              </a:defRPr>
            </a:lvl8pPr>
            <a:lvl9pPr marL="4023771" indent="-236692"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fld id="{062EB2C0-71D3-4BB6-8481-35DD8DE197F7}" type="slidenum">
              <a:rPr lang="en-US" altLang="ja-JP" smtClean="0"/>
              <a:pPr eaLnBrk="1" hangingPunct="1"/>
              <a:t>73</a:t>
            </a:fld>
            <a:endParaRPr lang="en-US" altLang="ja-JP"/>
          </a:p>
        </p:txBody>
      </p:sp>
      <p:sp>
        <p:nvSpPr>
          <p:cNvPr id="252931" name="Rectangle 2"/>
          <p:cNvSpPr>
            <a:spLocks noGrp="1" noRot="1" noChangeAspect="1" noChangeArrowheads="1" noTextEdit="1"/>
          </p:cNvSpPr>
          <p:nvPr>
            <p:ph type="sldImg"/>
          </p:nvPr>
        </p:nvSpPr>
        <p:spPr>
          <a:ln/>
        </p:spPr>
      </p:sp>
      <p:sp>
        <p:nvSpPr>
          <p:cNvPr id="2529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vi-VN" altLang="ja-JP"/>
              <a:t>Nói chung, dự án có rất nhiều rủi ro. Bạn có thể xác định hơn 50 rủi ro trong một cuộc họp và cảm thấy khó khăn để quản lý các rủi ro đó do hạn chế về nguồn lực. Trong trường hợp như vậy, thực hiện phân tích rủi ro là cần thiết.</a:t>
            </a:r>
          </a:p>
          <a:p>
            <a:pPr eaLnBrk="1" hangingPunct="1"/>
            <a:endParaRPr lang="vi-VN" altLang="ja-JP"/>
          </a:p>
          <a:p>
            <a:pPr eaLnBrk="1" hangingPunct="1"/>
            <a:r>
              <a:rPr lang="vi-VN" altLang="ja-JP"/>
              <a:t>Tất cả các rủi ro là khác nhau với xác suất và mức độ tác động của nó. Vì vậy, rủi ro nên được phân tích theo xác suất và mức độ tác động. Và những quyết định này cần phải dựa trên thực tế trong quá khứ. Bạn nên hỏi rằng, </a:t>
            </a:r>
            <a:r>
              <a:rPr lang="en-US" altLang="ja-JP"/>
              <a:t>“Có </a:t>
            </a:r>
            <a:r>
              <a:rPr lang="vi-VN" altLang="ja-JP"/>
              <a:t>thường xuyên gặp rắc rối như thế này không?</a:t>
            </a:r>
            <a:r>
              <a:rPr lang="en-US" altLang="ja-JP"/>
              <a:t>”</a:t>
            </a:r>
            <a:r>
              <a:rPr lang="vi-VN" altLang="ja-JP"/>
              <a:t> </a:t>
            </a:r>
            <a:r>
              <a:rPr lang="en-US" altLang="ja-JP"/>
              <a:t>t</a:t>
            </a:r>
            <a:r>
              <a:rPr lang="vi-VN" altLang="ja-JP"/>
              <a:t>rước khi bạn đặt xác suất rủi ro cao. Nếu câu trả lời là không bao giờ, thì bạn có thể đặt xác suất thấp về nó.</a:t>
            </a:r>
          </a:p>
          <a:p>
            <a:pPr eaLnBrk="1" hangingPunct="1"/>
            <a:endParaRPr lang="vi-VN" altLang="ja-JP"/>
          </a:p>
          <a:p>
            <a:pPr eaLnBrk="1" hangingPunct="1"/>
            <a:r>
              <a:rPr lang="vi-VN" altLang="ja-JP"/>
              <a:t>Mục đích của quá trình này là ưu tiên tất cả các rủi ro được liệt kê.</a:t>
            </a:r>
            <a:endParaRPr lang="en-US" altLang="ja-JP"/>
          </a:p>
          <a:p>
            <a:pPr eaLnBrk="1" hangingPunct="1"/>
            <a:endParaRPr lang="en-US" altLang="ja-JP"/>
          </a:p>
          <a:p>
            <a:pPr eaLnBrk="1" hangingPunct="1"/>
            <a:endParaRPr lang="en-US" altLang="ja-JP"/>
          </a:p>
          <a:p>
            <a:pPr eaLnBrk="1" hangingPunct="1"/>
            <a:r>
              <a:rPr lang="en-US" altLang="ja-JP"/>
              <a:t>Generally, project has a lot of risks. You may identify over 50 risks in one hour meeting and feel difficulty to manage those risks because of resource restriction. In such case, perform risk analysis is needed.</a:t>
            </a:r>
          </a:p>
          <a:p>
            <a:pPr eaLnBrk="1" hangingPunct="1"/>
            <a:endParaRPr lang="en-US" altLang="ja-JP"/>
          </a:p>
          <a:p>
            <a:pPr eaLnBrk="1" hangingPunct="1"/>
            <a:r>
              <a:rPr lang="en-US" altLang="ja-JP"/>
              <a:t>All risk are different each other with its probability and impact level. So, risk should be analyzed by probability and impact level. And these decision need to be based upon the fact in the past. You had better ask that “How often do you have the trouble like this?” before you put high probability to the risk. If the answer is “never,” you can put low probability about it.</a:t>
            </a:r>
          </a:p>
          <a:p>
            <a:pPr eaLnBrk="1" hangingPunct="1"/>
            <a:endParaRPr lang="en-US" altLang="ja-JP"/>
          </a:p>
          <a:p>
            <a:pPr eaLnBrk="1" hangingPunct="1"/>
            <a:r>
              <a:rPr lang="en-US" altLang="ja-JP"/>
              <a:t>The purpose of this process is to prioritize all risks which are listed up. </a:t>
            </a:r>
          </a:p>
          <a:p>
            <a:pPr eaLnBrk="1" hangingPunct="1"/>
            <a:endParaRPr lang="en-US" altLang="ja-JP"/>
          </a:p>
        </p:txBody>
      </p:sp>
    </p:spTree>
    <p:extLst>
      <p:ext uri="{BB962C8B-B14F-4D97-AF65-F5344CB8AC3E}">
        <p14:creationId xmlns:p14="http://schemas.microsoft.com/office/powerpoint/2010/main" val="216669853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Arial" charset="0"/>
                <a:ea typeface="ＭＳ Ｐゴシック" pitchFamily="50" charset="-128"/>
              </a:defRPr>
            </a:lvl1pPr>
            <a:lvl2pPr marL="769250" indent="-295866" eaLnBrk="0" hangingPunct="0">
              <a:defRPr kumimoji="1">
                <a:solidFill>
                  <a:schemeClr val="tx1"/>
                </a:solidFill>
                <a:latin typeface="Arial" charset="0"/>
                <a:ea typeface="ＭＳ Ｐゴシック" pitchFamily="50" charset="-128"/>
              </a:defRPr>
            </a:lvl2pPr>
            <a:lvl3pPr marL="1183462" indent="-236692" eaLnBrk="0" hangingPunct="0">
              <a:defRPr kumimoji="1">
                <a:solidFill>
                  <a:schemeClr val="tx1"/>
                </a:solidFill>
                <a:latin typeface="Arial" charset="0"/>
                <a:ea typeface="ＭＳ Ｐゴシック" pitchFamily="50" charset="-128"/>
              </a:defRPr>
            </a:lvl3pPr>
            <a:lvl4pPr marL="1656847" indent="-236692" eaLnBrk="0" hangingPunct="0">
              <a:defRPr kumimoji="1">
                <a:solidFill>
                  <a:schemeClr val="tx1"/>
                </a:solidFill>
                <a:latin typeface="Arial" charset="0"/>
                <a:ea typeface="ＭＳ Ｐゴシック" pitchFamily="50" charset="-128"/>
              </a:defRPr>
            </a:lvl4pPr>
            <a:lvl5pPr marL="2130232" indent="-236692" eaLnBrk="0" hangingPunct="0">
              <a:defRPr kumimoji="1">
                <a:solidFill>
                  <a:schemeClr val="tx1"/>
                </a:solidFill>
                <a:latin typeface="Arial" charset="0"/>
                <a:ea typeface="ＭＳ Ｐゴシック" pitchFamily="50" charset="-128"/>
              </a:defRPr>
            </a:lvl5pPr>
            <a:lvl6pPr marL="2603617" indent="-236692" eaLnBrk="0" fontAlgn="base" hangingPunct="0">
              <a:spcBef>
                <a:spcPct val="0"/>
              </a:spcBef>
              <a:spcAft>
                <a:spcPct val="0"/>
              </a:spcAft>
              <a:defRPr kumimoji="1">
                <a:solidFill>
                  <a:schemeClr val="tx1"/>
                </a:solidFill>
                <a:latin typeface="Arial" charset="0"/>
                <a:ea typeface="ＭＳ Ｐゴシック" pitchFamily="50" charset="-128"/>
              </a:defRPr>
            </a:lvl6pPr>
            <a:lvl7pPr marL="3077002" indent="-236692" eaLnBrk="0" fontAlgn="base" hangingPunct="0">
              <a:spcBef>
                <a:spcPct val="0"/>
              </a:spcBef>
              <a:spcAft>
                <a:spcPct val="0"/>
              </a:spcAft>
              <a:defRPr kumimoji="1">
                <a:solidFill>
                  <a:schemeClr val="tx1"/>
                </a:solidFill>
                <a:latin typeface="Arial" charset="0"/>
                <a:ea typeface="ＭＳ Ｐゴシック" pitchFamily="50" charset="-128"/>
              </a:defRPr>
            </a:lvl7pPr>
            <a:lvl8pPr marL="3550387" indent="-236692" eaLnBrk="0" fontAlgn="base" hangingPunct="0">
              <a:spcBef>
                <a:spcPct val="0"/>
              </a:spcBef>
              <a:spcAft>
                <a:spcPct val="0"/>
              </a:spcAft>
              <a:defRPr kumimoji="1">
                <a:solidFill>
                  <a:schemeClr val="tx1"/>
                </a:solidFill>
                <a:latin typeface="Arial" charset="0"/>
                <a:ea typeface="ＭＳ Ｐゴシック" pitchFamily="50" charset="-128"/>
              </a:defRPr>
            </a:lvl8pPr>
            <a:lvl9pPr marL="4023771" indent="-236692"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fld id="{45189469-9040-4E7F-A269-83AF10A1CB24}" type="slidenum">
              <a:rPr lang="en-US" altLang="ja-JP" smtClean="0"/>
              <a:pPr eaLnBrk="1" hangingPunct="1"/>
              <a:t>74</a:t>
            </a:fld>
            <a:endParaRPr lang="en-US" altLang="ja-JP"/>
          </a:p>
        </p:txBody>
      </p:sp>
      <p:sp>
        <p:nvSpPr>
          <p:cNvPr id="253955" name="Rectangle 2"/>
          <p:cNvSpPr>
            <a:spLocks noGrp="1" noRot="1" noChangeAspect="1" noChangeArrowheads="1" noTextEdit="1"/>
          </p:cNvSpPr>
          <p:nvPr>
            <p:ph type="sldImg"/>
          </p:nvPr>
        </p:nvSpPr>
        <p:spPr>
          <a:ln/>
        </p:spPr>
      </p:sp>
      <p:sp>
        <p:nvSpPr>
          <p:cNvPr id="2539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ja-JP"/>
              <a:t>Avoid/Tránh</a:t>
            </a:r>
            <a:r>
              <a:rPr lang="vi-VN" altLang="ja-JP"/>
              <a:t>: Tránh rủi ro có nghĩa là loại bỏ mối đe dọa đối với dự án bằng cách thay đổi hoặc giảm phạm vi của dự án.</a:t>
            </a:r>
          </a:p>
          <a:p>
            <a:pPr eaLnBrk="1" hangingPunct="1"/>
            <a:endParaRPr lang="vi-VN" altLang="ja-JP"/>
          </a:p>
          <a:p>
            <a:pPr eaLnBrk="1" hangingPunct="1"/>
            <a:r>
              <a:rPr lang="en-US" altLang="ja-JP"/>
              <a:t>Transfer/Chuyển</a:t>
            </a:r>
            <a:r>
              <a:rPr lang="vi-VN" altLang="ja-JP"/>
              <a:t>: Chuyển giao rủi ro có nghĩa là thay đổi tác động của một sự kiện rủi ro. Chiến lược này là phổ biến với rủi ro tài chính bằng cách sử dụng bảo hiểm. Trong dự án, hợp đồng có thể chuyển rủi ro giữa người mua và người bán.</a:t>
            </a:r>
          </a:p>
          <a:p>
            <a:pPr eaLnBrk="1" hangingPunct="1"/>
            <a:endParaRPr lang="vi-VN" altLang="ja-JP"/>
          </a:p>
          <a:p>
            <a:pPr eaLnBrk="1" hangingPunct="1"/>
            <a:r>
              <a:rPr lang="vi-VN" altLang="ja-JP"/>
              <a:t>Giảm nhẹ: Giảm thiểu Rủi ro cố gắng làm giảm xác suất hoặc tác động của một nguy cơ tiềm ẩn thậm chí đến một mức độ chấp nhận hơn. Giảm thiểu có thể bao gồm việc áp dụng một quy trình ít phức tạp hơn, tiến hành thử nghiệm bổ sung trên sản phẩm, thiết kế dự phòng vào hệ thống và thiết kế kiểm soát chất lượng hoặc đối chiếu.</a:t>
            </a:r>
          </a:p>
          <a:p>
            <a:pPr eaLnBrk="1" hangingPunct="1"/>
            <a:endParaRPr lang="vi-VN" altLang="ja-JP"/>
          </a:p>
          <a:p>
            <a:pPr eaLnBrk="1" hangingPunct="1"/>
            <a:r>
              <a:rPr lang="vi-VN" altLang="ja-JP"/>
              <a:t>Chấp nhận: Chấp nhận rủi ro có nghĩa là sử dụng bộ đệm để quản lý rủi ro. Vì vậy, bạn chỉ có thể thực hiện phản hồi này với những rủi ro nhỏ.</a:t>
            </a:r>
            <a:endParaRPr lang="en-US" altLang="ja-JP"/>
          </a:p>
          <a:p>
            <a:pPr eaLnBrk="1" hangingPunct="1"/>
            <a:endParaRPr lang="en-US" altLang="ja-JP"/>
          </a:p>
          <a:p>
            <a:pPr eaLnBrk="1" hangingPunct="1"/>
            <a:r>
              <a:rPr lang="en-US" altLang="ja-JP"/>
              <a:t>Contingence Plan:Kế hoạch đối phó, chỉ áp dụng khi rủi ro xảy ra</a:t>
            </a:r>
          </a:p>
          <a:p>
            <a:pPr eaLnBrk="1" hangingPunct="1"/>
            <a:endParaRPr lang="en-US" altLang="ja-JP"/>
          </a:p>
          <a:p>
            <a:pPr eaLnBrk="1" hangingPunct="1"/>
            <a:endParaRPr lang="en-US" altLang="ja-JP"/>
          </a:p>
          <a:p>
            <a:pPr eaLnBrk="1" hangingPunct="1"/>
            <a:r>
              <a:rPr lang="en-US" altLang="ja-JP"/>
              <a:t>Avoid : Risk avoidance means to remove the threat to the project by changing or reducing the scope of the project.</a:t>
            </a:r>
          </a:p>
          <a:p>
            <a:pPr eaLnBrk="1" hangingPunct="1"/>
            <a:endParaRPr lang="en-US" altLang="ja-JP"/>
          </a:p>
          <a:p>
            <a:pPr eaLnBrk="1" hangingPunct="1"/>
            <a:r>
              <a:rPr lang="en-US" altLang="ja-JP"/>
              <a:t>Transfer : Risk transference means shifting the impact of a risk event. This strategy is common with a financial risk exposure by using insurance. In project, the contract can transfer the risk between buyer and seller.</a:t>
            </a:r>
          </a:p>
          <a:p>
            <a:pPr eaLnBrk="1" hangingPunct="1"/>
            <a:endParaRPr lang="en-US" altLang="ja-JP"/>
          </a:p>
          <a:p>
            <a:pPr eaLnBrk="1" hangingPunct="1"/>
            <a:r>
              <a:rPr lang="en-US" altLang="ja-JP"/>
              <a:t>Mitigate : Risk Mitigation try to reduces the probability or impact of a potential risk even to a more acceptable level. Mitigation could involve adopting a less complicated process, conducting additional test on the product, designing redundancy into a system, and designing a quality control or reconciliation.</a:t>
            </a:r>
          </a:p>
          <a:p>
            <a:pPr eaLnBrk="1" hangingPunct="1"/>
            <a:endParaRPr lang="en-US" altLang="ja-JP"/>
          </a:p>
          <a:p>
            <a:pPr eaLnBrk="1" hangingPunct="1"/>
            <a:r>
              <a:rPr lang="en-US" altLang="ja-JP"/>
              <a:t>Accept : Accept risk means to use buffer to manage the risk. So, you can take this response only to small risks.</a:t>
            </a:r>
          </a:p>
        </p:txBody>
      </p:sp>
    </p:spTree>
    <p:extLst>
      <p:ext uri="{BB962C8B-B14F-4D97-AF65-F5344CB8AC3E}">
        <p14:creationId xmlns:p14="http://schemas.microsoft.com/office/powerpoint/2010/main" val="421138897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Arial" charset="0"/>
                <a:ea typeface="ＭＳ Ｐゴシック" pitchFamily="50" charset="-128"/>
              </a:defRPr>
            </a:lvl1pPr>
            <a:lvl2pPr marL="769250" indent="-295866" eaLnBrk="0" hangingPunct="0">
              <a:defRPr kumimoji="1">
                <a:solidFill>
                  <a:schemeClr val="tx1"/>
                </a:solidFill>
                <a:latin typeface="Arial" charset="0"/>
                <a:ea typeface="ＭＳ Ｐゴシック" pitchFamily="50" charset="-128"/>
              </a:defRPr>
            </a:lvl2pPr>
            <a:lvl3pPr marL="1183462" indent="-236692" eaLnBrk="0" hangingPunct="0">
              <a:defRPr kumimoji="1">
                <a:solidFill>
                  <a:schemeClr val="tx1"/>
                </a:solidFill>
                <a:latin typeface="Arial" charset="0"/>
                <a:ea typeface="ＭＳ Ｐゴシック" pitchFamily="50" charset="-128"/>
              </a:defRPr>
            </a:lvl3pPr>
            <a:lvl4pPr marL="1656847" indent="-236692" eaLnBrk="0" hangingPunct="0">
              <a:defRPr kumimoji="1">
                <a:solidFill>
                  <a:schemeClr val="tx1"/>
                </a:solidFill>
                <a:latin typeface="Arial" charset="0"/>
                <a:ea typeface="ＭＳ Ｐゴシック" pitchFamily="50" charset="-128"/>
              </a:defRPr>
            </a:lvl4pPr>
            <a:lvl5pPr marL="2130232" indent="-236692" eaLnBrk="0" hangingPunct="0">
              <a:defRPr kumimoji="1">
                <a:solidFill>
                  <a:schemeClr val="tx1"/>
                </a:solidFill>
                <a:latin typeface="Arial" charset="0"/>
                <a:ea typeface="ＭＳ Ｐゴシック" pitchFamily="50" charset="-128"/>
              </a:defRPr>
            </a:lvl5pPr>
            <a:lvl6pPr marL="2603617" indent="-236692" eaLnBrk="0" fontAlgn="base" hangingPunct="0">
              <a:spcBef>
                <a:spcPct val="0"/>
              </a:spcBef>
              <a:spcAft>
                <a:spcPct val="0"/>
              </a:spcAft>
              <a:defRPr kumimoji="1">
                <a:solidFill>
                  <a:schemeClr val="tx1"/>
                </a:solidFill>
                <a:latin typeface="Arial" charset="0"/>
                <a:ea typeface="ＭＳ Ｐゴシック" pitchFamily="50" charset="-128"/>
              </a:defRPr>
            </a:lvl6pPr>
            <a:lvl7pPr marL="3077002" indent="-236692" eaLnBrk="0" fontAlgn="base" hangingPunct="0">
              <a:spcBef>
                <a:spcPct val="0"/>
              </a:spcBef>
              <a:spcAft>
                <a:spcPct val="0"/>
              </a:spcAft>
              <a:defRPr kumimoji="1">
                <a:solidFill>
                  <a:schemeClr val="tx1"/>
                </a:solidFill>
                <a:latin typeface="Arial" charset="0"/>
                <a:ea typeface="ＭＳ Ｐゴシック" pitchFamily="50" charset="-128"/>
              </a:defRPr>
            </a:lvl7pPr>
            <a:lvl8pPr marL="3550387" indent="-236692" eaLnBrk="0" fontAlgn="base" hangingPunct="0">
              <a:spcBef>
                <a:spcPct val="0"/>
              </a:spcBef>
              <a:spcAft>
                <a:spcPct val="0"/>
              </a:spcAft>
              <a:defRPr kumimoji="1">
                <a:solidFill>
                  <a:schemeClr val="tx1"/>
                </a:solidFill>
                <a:latin typeface="Arial" charset="0"/>
                <a:ea typeface="ＭＳ Ｐゴシック" pitchFamily="50" charset="-128"/>
              </a:defRPr>
            </a:lvl8pPr>
            <a:lvl9pPr marL="4023771" indent="-236692"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fld id="{FD9CA16F-1735-4199-B3C3-9D4D6100EFBD}" type="slidenum">
              <a:rPr lang="en-US" altLang="ja-JP" smtClean="0"/>
              <a:pPr eaLnBrk="1" hangingPunct="1"/>
              <a:t>76</a:t>
            </a:fld>
            <a:endParaRPr lang="en-US" altLang="ja-JP"/>
          </a:p>
        </p:txBody>
      </p:sp>
      <p:sp>
        <p:nvSpPr>
          <p:cNvPr id="254979" name="Rectangle 2"/>
          <p:cNvSpPr>
            <a:spLocks noGrp="1" noRot="1" noChangeAspect="1" noChangeArrowheads="1" noTextEdit="1"/>
          </p:cNvSpPr>
          <p:nvPr>
            <p:ph type="sldImg"/>
          </p:nvPr>
        </p:nvSpPr>
        <p:spPr>
          <a:ln/>
        </p:spPr>
      </p:sp>
      <p:sp>
        <p:nvSpPr>
          <p:cNvPr id="2549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Clr>
                <a:schemeClr val="tx1"/>
              </a:buClr>
              <a:buFont typeface="Wingdings" pitchFamily="2" charset="2"/>
              <a:buNone/>
            </a:pPr>
            <a:r>
              <a:rPr lang="vi-VN" altLang="ja-JP" sz="1000" dirty="0"/>
              <a:t>Nếu việc mua sắm của bạn chỉ có nghĩa là mua đồ cứng hoặc một số hàng hóa cần thiết, thì đó không phải là quá trình khó khăn. Tất cả bạn phải làm là liệt kê những thứ đó và lấy ước tính từ người bán để so sánh.</a:t>
            </a:r>
          </a:p>
          <a:p>
            <a:pPr eaLnBrk="1" hangingPunct="1">
              <a:buClr>
                <a:schemeClr val="tx1"/>
              </a:buClr>
              <a:buFont typeface="Wingdings" pitchFamily="2" charset="2"/>
              <a:buNone/>
            </a:pPr>
            <a:endParaRPr lang="vi-VN" altLang="ja-JP" sz="1000" dirty="0"/>
          </a:p>
          <a:p>
            <a:pPr eaLnBrk="1" hangingPunct="1">
              <a:buClr>
                <a:schemeClr val="tx1"/>
              </a:buClr>
              <a:buFont typeface="Wingdings" pitchFamily="2" charset="2"/>
              <a:buNone/>
            </a:pPr>
            <a:r>
              <a:rPr lang="vi-VN" altLang="ja-JP" sz="1000" dirty="0"/>
              <a:t>  Tuy nhiên, nếu dự án của bạn cố gắng mua hệ thống phụ sẽ được phát triển, điều đó không dễ dàng. Trong trường hợp này, bạn là khách hàng và bạn phải liên lạc</a:t>
            </a:r>
            <a:r>
              <a:rPr lang="en-US" altLang="ja-JP" sz="1000" dirty="0"/>
              <a:t> và </a:t>
            </a:r>
            <a:r>
              <a:rPr lang="en-US" altLang="ja-JP" sz="1000" dirty="0" err="1"/>
              <a:t>mô</a:t>
            </a:r>
            <a:r>
              <a:rPr lang="en-US" altLang="ja-JP" sz="1000" dirty="0"/>
              <a:t> </a:t>
            </a:r>
            <a:r>
              <a:rPr lang="en-US" altLang="ja-JP" sz="1000" dirty="0" err="1"/>
              <a:t>tả</a:t>
            </a:r>
            <a:r>
              <a:rPr lang="en-US" altLang="ja-JP" sz="1000" dirty="0"/>
              <a:t> chi </a:t>
            </a:r>
            <a:r>
              <a:rPr lang="en-US" altLang="ja-JP" sz="1000" dirty="0" err="1"/>
              <a:t>tiết</a:t>
            </a:r>
            <a:r>
              <a:rPr lang="en-US" altLang="ja-JP" sz="1000" dirty="0"/>
              <a:t> </a:t>
            </a:r>
            <a:r>
              <a:rPr lang="en-US" altLang="ja-JP" sz="1000" dirty="0" err="1"/>
              <a:t>nhu</a:t>
            </a:r>
            <a:r>
              <a:rPr lang="en-US" altLang="ja-JP" sz="1000" dirty="0"/>
              <a:t> </a:t>
            </a:r>
            <a:r>
              <a:rPr lang="en-US" altLang="ja-JP" sz="1000" dirty="0" err="1"/>
              <a:t>cầu</a:t>
            </a:r>
            <a:r>
              <a:rPr lang="en-US" altLang="ja-JP" sz="1000" dirty="0"/>
              <a:t> </a:t>
            </a:r>
            <a:r>
              <a:rPr lang="vi-VN" altLang="ja-JP" sz="1000" dirty="0"/>
              <a:t>với người bá</a:t>
            </a:r>
            <a:r>
              <a:rPr lang="en-US" altLang="ja-JP" sz="1000" dirty="0"/>
              <a:t>n</a:t>
            </a:r>
            <a:r>
              <a:rPr lang="vi-VN" altLang="ja-JP" sz="1000" dirty="0"/>
              <a:t>. Nếu không, bạn</a:t>
            </a:r>
            <a:r>
              <a:rPr lang="en-US" altLang="ja-JP" sz="1000" dirty="0"/>
              <a:t> sẽ không </a:t>
            </a:r>
            <a:r>
              <a:rPr lang="vi-VN" altLang="ja-JP" sz="1000" dirty="0"/>
              <a:t>hài lòng </a:t>
            </a:r>
            <a:r>
              <a:rPr lang="en-US" altLang="ja-JP" sz="1000" dirty="0" err="1"/>
              <a:t>với</a:t>
            </a:r>
            <a:r>
              <a:rPr lang="en-US" altLang="ja-JP" sz="1000" dirty="0"/>
              <a:t> </a:t>
            </a:r>
            <a:r>
              <a:rPr lang="en-US" altLang="ja-JP" sz="1000" dirty="0" err="1"/>
              <a:t>sản</a:t>
            </a:r>
            <a:r>
              <a:rPr lang="en-US" altLang="ja-JP" sz="1000" dirty="0"/>
              <a:t> </a:t>
            </a:r>
            <a:r>
              <a:rPr lang="en-US" altLang="ja-JP" sz="1000" dirty="0" err="1"/>
              <a:t>phẩm</a:t>
            </a:r>
            <a:r>
              <a:rPr lang="en-US" altLang="ja-JP" sz="1000" dirty="0"/>
              <a:t>.</a:t>
            </a:r>
            <a:endParaRPr lang="vi-VN" altLang="ja-JP" sz="1000" dirty="0"/>
          </a:p>
          <a:p>
            <a:pPr eaLnBrk="1" hangingPunct="1">
              <a:buClr>
                <a:schemeClr val="tx1"/>
              </a:buClr>
              <a:buFont typeface="Wingdings" pitchFamily="2" charset="2"/>
              <a:buNone/>
            </a:pPr>
            <a:endParaRPr lang="vi-VN" altLang="ja-JP" sz="1000" dirty="0"/>
          </a:p>
          <a:p>
            <a:pPr eaLnBrk="1" hangingPunct="1">
              <a:buClr>
                <a:schemeClr val="tx1"/>
              </a:buClr>
              <a:buFont typeface="Wingdings" pitchFamily="2" charset="2"/>
              <a:buNone/>
            </a:pPr>
            <a:r>
              <a:rPr lang="vi-VN" altLang="ja-JP" sz="1000" dirty="0"/>
              <a:t>Bạn cần tạo RFP tốt và lên kế hoạch cho các tiêu chí để chọn người bán.</a:t>
            </a:r>
            <a:endParaRPr lang="en-US" altLang="ja-JP" sz="1000" dirty="0"/>
          </a:p>
          <a:p>
            <a:pPr eaLnBrk="1" hangingPunct="1">
              <a:buClr>
                <a:schemeClr val="tx1"/>
              </a:buClr>
              <a:buFont typeface="Wingdings" pitchFamily="2" charset="2"/>
              <a:buNone/>
            </a:pPr>
            <a:endParaRPr lang="en-US" altLang="ja-JP" sz="1000" dirty="0"/>
          </a:p>
          <a:p>
            <a:pPr eaLnBrk="1" hangingPunct="1">
              <a:buClr>
                <a:schemeClr val="tx1"/>
              </a:buClr>
              <a:buFont typeface="Wingdings" pitchFamily="2" charset="2"/>
              <a:buNone/>
            </a:pPr>
            <a:endParaRPr lang="en-US" altLang="ja-JP" sz="1000" dirty="0"/>
          </a:p>
          <a:p>
            <a:pPr eaLnBrk="1" hangingPunct="1">
              <a:buClr>
                <a:schemeClr val="tx1"/>
              </a:buClr>
              <a:buFont typeface="Wingdings" pitchFamily="2" charset="2"/>
              <a:buNone/>
            </a:pPr>
            <a:r>
              <a:rPr lang="en-US" altLang="ja-JP" sz="1000" dirty="0"/>
              <a:t> If your procurement just means to buy hard ware or some goods which are needed, it is not so difficult process. All you have to do is to list up those and get estimation from sellers to comparison.</a:t>
            </a:r>
          </a:p>
          <a:p>
            <a:pPr eaLnBrk="1" hangingPunct="1">
              <a:buClr>
                <a:schemeClr val="tx1"/>
              </a:buClr>
              <a:buFont typeface="Wingdings" pitchFamily="2" charset="2"/>
              <a:buNone/>
            </a:pPr>
            <a:endParaRPr lang="en-US" altLang="ja-JP" sz="1000" dirty="0"/>
          </a:p>
          <a:p>
            <a:pPr eaLnBrk="1" hangingPunct="1">
              <a:buClr>
                <a:schemeClr val="tx1"/>
              </a:buClr>
              <a:buFont typeface="Wingdings" pitchFamily="2" charset="2"/>
              <a:buNone/>
            </a:pPr>
            <a:r>
              <a:rPr lang="en-US" altLang="ja-JP" sz="1000" dirty="0"/>
              <a:t> However, if your project try to buy the sub-system which will be developed, it is not easy. In this case, you are client and you have to communicate with probable sellers to tell your needs in detail. Otherwise, you can’t be satisfied with deliverables.</a:t>
            </a:r>
          </a:p>
          <a:p>
            <a:pPr eaLnBrk="1" hangingPunct="1">
              <a:buClr>
                <a:schemeClr val="tx1"/>
              </a:buClr>
              <a:buFont typeface="Wingdings" pitchFamily="2" charset="2"/>
              <a:buNone/>
            </a:pPr>
            <a:endParaRPr lang="en-US" altLang="ja-JP" sz="1000" dirty="0"/>
          </a:p>
          <a:p>
            <a:pPr eaLnBrk="1" hangingPunct="1">
              <a:buClr>
                <a:schemeClr val="tx1"/>
              </a:buClr>
              <a:buFont typeface="Wingdings" pitchFamily="2" charset="2"/>
              <a:buNone/>
            </a:pPr>
            <a:r>
              <a:rPr lang="en-US" altLang="ja-JP" sz="1000" dirty="0"/>
              <a:t>You need to create good RFP and plan the criteria to select seller.</a:t>
            </a:r>
          </a:p>
          <a:p>
            <a:pPr eaLnBrk="1" hangingPunct="1"/>
            <a:endParaRPr lang="en-US" altLang="ja-JP" dirty="0"/>
          </a:p>
        </p:txBody>
      </p:sp>
    </p:spTree>
    <p:extLst>
      <p:ext uri="{BB962C8B-B14F-4D97-AF65-F5344CB8AC3E}">
        <p14:creationId xmlns:p14="http://schemas.microsoft.com/office/powerpoint/2010/main" val="411348019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Arial" charset="0"/>
                <a:ea typeface="ＭＳ Ｐゴシック" pitchFamily="50" charset="-128"/>
              </a:defRPr>
            </a:lvl1pPr>
            <a:lvl2pPr marL="769250" indent="-295866" eaLnBrk="0" hangingPunct="0">
              <a:defRPr kumimoji="1">
                <a:solidFill>
                  <a:schemeClr val="tx1"/>
                </a:solidFill>
                <a:latin typeface="Arial" charset="0"/>
                <a:ea typeface="ＭＳ Ｐゴシック" pitchFamily="50" charset="-128"/>
              </a:defRPr>
            </a:lvl2pPr>
            <a:lvl3pPr marL="1183462" indent="-236692" eaLnBrk="0" hangingPunct="0">
              <a:defRPr kumimoji="1">
                <a:solidFill>
                  <a:schemeClr val="tx1"/>
                </a:solidFill>
                <a:latin typeface="Arial" charset="0"/>
                <a:ea typeface="ＭＳ Ｐゴシック" pitchFamily="50" charset="-128"/>
              </a:defRPr>
            </a:lvl3pPr>
            <a:lvl4pPr marL="1656847" indent="-236692" eaLnBrk="0" hangingPunct="0">
              <a:defRPr kumimoji="1">
                <a:solidFill>
                  <a:schemeClr val="tx1"/>
                </a:solidFill>
                <a:latin typeface="Arial" charset="0"/>
                <a:ea typeface="ＭＳ Ｐゴシック" pitchFamily="50" charset="-128"/>
              </a:defRPr>
            </a:lvl4pPr>
            <a:lvl5pPr marL="2130232" indent="-236692" eaLnBrk="0" hangingPunct="0">
              <a:defRPr kumimoji="1">
                <a:solidFill>
                  <a:schemeClr val="tx1"/>
                </a:solidFill>
                <a:latin typeface="Arial" charset="0"/>
                <a:ea typeface="ＭＳ Ｐゴシック" pitchFamily="50" charset="-128"/>
              </a:defRPr>
            </a:lvl5pPr>
            <a:lvl6pPr marL="2603617" indent="-236692" eaLnBrk="0" fontAlgn="base" hangingPunct="0">
              <a:spcBef>
                <a:spcPct val="0"/>
              </a:spcBef>
              <a:spcAft>
                <a:spcPct val="0"/>
              </a:spcAft>
              <a:defRPr kumimoji="1">
                <a:solidFill>
                  <a:schemeClr val="tx1"/>
                </a:solidFill>
                <a:latin typeface="Arial" charset="0"/>
                <a:ea typeface="ＭＳ Ｐゴシック" pitchFamily="50" charset="-128"/>
              </a:defRPr>
            </a:lvl6pPr>
            <a:lvl7pPr marL="3077002" indent="-236692" eaLnBrk="0" fontAlgn="base" hangingPunct="0">
              <a:spcBef>
                <a:spcPct val="0"/>
              </a:spcBef>
              <a:spcAft>
                <a:spcPct val="0"/>
              </a:spcAft>
              <a:defRPr kumimoji="1">
                <a:solidFill>
                  <a:schemeClr val="tx1"/>
                </a:solidFill>
                <a:latin typeface="Arial" charset="0"/>
                <a:ea typeface="ＭＳ Ｐゴシック" pitchFamily="50" charset="-128"/>
              </a:defRPr>
            </a:lvl7pPr>
            <a:lvl8pPr marL="3550387" indent="-236692" eaLnBrk="0" fontAlgn="base" hangingPunct="0">
              <a:spcBef>
                <a:spcPct val="0"/>
              </a:spcBef>
              <a:spcAft>
                <a:spcPct val="0"/>
              </a:spcAft>
              <a:defRPr kumimoji="1">
                <a:solidFill>
                  <a:schemeClr val="tx1"/>
                </a:solidFill>
                <a:latin typeface="Arial" charset="0"/>
                <a:ea typeface="ＭＳ Ｐゴシック" pitchFamily="50" charset="-128"/>
              </a:defRPr>
            </a:lvl8pPr>
            <a:lvl9pPr marL="4023771" indent="-236692"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fld id="{53A3C621-8108-4138-887D-FB1C5132AB65}" type="slidenum">
              <a:rPr lang="en-US" altLang="ja-JP" smtClean="0"/>
              <a:pPr eaLnBrk="1" hangingPunct="1"/>
              <a:t>77</a:t>
            </a:fld>
            <a:endParaRPr lang="en-US" altLang="ja-JP"/>
          </a:p>
        </p:txBody>
      </p:sp>
      <p:sp>
        <p:nvSpPr>
          <p:cNvPr id="256003" name="Rectangle 2"/>
          <p:cNvSpPr>
            <a:spLocks noGrp="1" noRot="1" noChangeAspect="1" noChangeArrowheads="1" noTextEdit="1"/>
          </p:cNvSpPr>
          <p:nvPr>
            <p:ph type="sldImg"/>
          </p:nvPr>
        </p:nvSpPr>
        <p:spPr>
          <a:ln/>
        </p:spPr>
      </p:sp>
      <p:sp>
        <p:nvSpPr>
          <p:cNvPr id="2560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vi-VN" altLang="ja-JP"/>
              <a:t>(1) Hợp đồng giá cố định</a:t>
            </a:r>
            <a:r>
              <a:rPr lang="en-US" altLang="ja-JP"/>
              <a:t> FP</a:t>
            </a:r>
            <a:endParaRPr lang="vi-VN" altLang="ja-JP"/>
          </a:p>
          <a:p>
            <a:pPr eaLnBrk="1" hangingPunct="1"/>
            <a:r>
              <a:rPr lang="vi-VN" altLang="ja-JP"/>
              <a:t>   Đặt tổng giá cố định cho một sản phẩm hoặc dịch vụ xác định sẽ được cung cấp.</a:t>
            </a:r>
          </a:p>
          <a:p>
            <a:pPr eaLnBrk="1" hangingPunct="1"/>
            <a:r>
              <a:rPr lang="vi-VN" altLang="ja-JP"/>
              <a:t>    - Giá cố định công ty (FFP)</a:t>
            </a:r>
          </a:p>
          <a:p>
            <a:pPr eaLnBrk="1" hangingPunct="1"/>
            <a:r>
              <a:rPr lang="vi-VN" altLang="ja-JP"/>
              <a:t>    - Cố định Giá Khoản thưởng hoạt động (FPI)</a:t>
            </a:r>
          </a:p>
          <a:p>
            <a:pPr eaLnBrk="1" hangingPunct="1"/>
            <a:endParaRPr lang="vi-VN" altLang="ja-JP"/>
          </a:p>
          <a:p>
            <a:pPr eaLnBrk="1" hangingPunct="1"/>
            <a:r>
              <a:rPr lang="vi-VN" altLang="ja-JP"/>
              <a:t>(2) Hợp đồng chi phí bồi hoàn</a:t>
            </a:r>
            <a:r>
              <a:rPr lang="en-US" altLang="ja-JP"/>
              <a:t> CP</a:t>
            </a:r>
            <a:endParaRPr lang="vi-VN" altLang="ja-JP"/>
          </a:p>
          <a:p>
            <a:pPr eaLnBrk="1" hangingPunct="1"/>
            <a:r>
              <a:rPr lang="vi-VN" altLang="ja-JP"/>
              <a:t>   Thanh toán cho người bán cho tất cả các chi phí thực tế hợp pháp phát sinh cho công việc hoàn thành với lợi nhuận của người bán.</a:t>
            </a:r>
          </a:p>
          <a:p>
            <a:pPr eaLnBrk="1" hangingPunct="1"/>
            <a:r>
              <a:rPr lang="vi-VN" altLang="ja-JP"/>
              <a:t>    - Chi phí Cộng với khuyến khích Phí (CPIF)</a:t>
            </a:r>
          </a:p>
          <a:p>
            <a:pPr eaLnBrk="1" hangingPunct="1"/>
            <a:r>
              <a:rPr lang="vi-VN" altLang="ja-JP"/>
              <a:t>    - Chi phí cố định cộng với phí cố định (CPFF)</a:t>
            </a:r>
            <a:endParaRPr lang="en-US" altLang="ja-JP"/>
          </a:p>
          <a:p>
            <a:pPr eaLnBrk="1" hangingPunct="1"/>
            <a:endParaRPr lang="en-US" altLang="ja-JP"/>
          </a:p>
          <a:p>
            <a:pPr eaLnBrk="1" hangingPunct="1"/>
            <a:endParaRPr lang="en-US" altLang="ja-JP"/>
          </a:p>
          <a:p>
            <a:pPr eaLnBrk="1" hangingPunct="1"/>
            <a:r>
              <a:rPr lang="en-US" altLang="ja-JP"/>
              <a:t>(1) Fixed-price Contracts</a:t>
            </a:r>
          </a:p>
          <a:p>
            <a:pPr eaLnBrk="1" hangingPunct="1"/>
            <a:r>
              <a:rPr lang="en-US" altLang="ja-JP"/>
              <a:t>  Setting a fixed total price for a defined product or service to be provided.</a:t>
            </a:r>
          </a:p>
          <a:p>
            <a:pPr eaLnBrk="1" hangingPunct="1"/>
            <a:r>
              <a:rPr lang="en-US" altLang="ja-JP"/>
              <a:t>   - Firm Fixed Price (FFP)</a:t>
            </a:r>
          </a:p>
          <a:p>
            <a:pPr eaLnBrk="1" hangingPunct="1"/>
            <a:r>
              <a:rPr lang="en-US" altLang="ja-JP"/>
              <a:t>   - Fixed Price Incentive fee (FPI)</a:t>
            </a:r>
          </a:p>
          <a:p>
            <a:pPr eaLnBrk="1" hangingPunct="1"/>
            <a:endParaRPr lang="en-US" altLang="ja-JP"/>
          </a:p>
          <a:p>
            <a:pPr eaLnBrk="1" hangingPunct="1"/>
            <a:r>
              <a:rPr lang="en-US" altLang="ja-JP"/>
              <a:t>(2) Cost-reimbursable Contracts</a:t>
            </a:r>
          </a:p>
          <a:p>
            <a:pPr eaLnBrk="1" hangingPunct="1"/>
            <a:r>
              <a:rPr lang="en-US" altLang="ja-JP"/>
              <a:t>  Payments to the seller for all legitimate actual costs incurred for completed work with seller profit.</a:t>
            </a:r>
          </a:p>
          <a:p>
            <a:pPr eaLnBrk="1" hangingPunct="1"/>
            <a:r>
              <a:rPr lang="en-US" altLang="ja-JP"/>
              <a:t>   - Cost Plus Incentive Fee (CPIF)</a:t>
            </a:r>
          </a:p>
          <a:p>
            <a:pPr eaLnBrk="1" hangingPunct="1"/>
            <a:r>
              <a:rPr lang="en-US" altLang="ja-JP"/>
              <a:t>   - Cost Plus Fixed Fee (CPFF)</a:t>
            </a:r>
          </a:p>
        </p:txBody>
      </p:sp>
    </p:spTree>
    <p:extLst>
      <p:ext uri="{BB962C8B-B14F-4D97-AF65-F5344CB8AC3E}">
        <p14:creationId xmlns:p14="http://schemas.microsoft.com/office/powerpoint/2010/main" val="9032375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6">
            <a:extLst>
              <a:ext uri="{FF2B5EF4-FFF2-40B4-BE49-F238E27FC236}">
                <a16:creationId xmlns:a16="http://schemas.microsoft.com/office/drawing/2014/main" xmlns="" id="{C5DD3B49-F775-49FC-ACAD-45B074D1C945}"/>
              </a:ext>
            </a:extLst>
          </p:cNvPr>
          <p:cNvSpPr>
            <a:spLocks noGrp="1"/>
          </p:cNvSpPr>
          <p:nvPr>
            <p:ph type="title" hasCustomPrompt="1"/>
          </p:nvPr>
        </p:nvSpPr>
        <p:spPr>
          <a:xfrm>
            <a:off x="2380488" y="2365248"/>
            <a:ext cx="4383024" cy="2127504"/>
          </a:xfrm>
          <a:prstGeom prst="rect">
            <a:avLst/>
          </a:prstGeom>
        </p:spPr>
        <p:txBody>
          <a:bodyPr/>
          <a:lstStyle>
            <a:lvl1pPr algn="ctr">
              <a:defRPr sz="4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CLICK TO EDIT MASTER TITLE STYLE</a:t>
            </a:r>
          </a:p>
        </p:txBody>
      </p:sp>
    </p:spTree>
    <p:extLst>
      <p:ext uri="{BB962C8B-B14F-4D97-AF65-F5344CB8AC3E}">
        <p14:creationId xmlns:p14="http://schemas.microsoft.com/office/powerpoint/2010/main" val="29666533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82289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xmlns="" id="{1D2FCDAA-D1AE-440A-ADEA-98F1ACB06478}"/>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A5D823BF-124A-496F-8B4F-2C40DC88ACAA}" type="datetime1">
              <a:rPr lang="en-US" smtClean="0"/>
              <a:t>11/2/2022</a:t>
            </a:fld>
            <a:endParaRPr lang="en-US"/>
          </a:p>
        </p:txBody>
      </p:sp>
      <p:sp>
        <p:nvSpPr>
          <p:cNvPr id="15" name="Footer Placeholder 4">
            <a:extLst>
              <a:ext uri="{FF2B5EF4-FFF2-40B4-BE49-F238E27FC236}">
                <a16:creationId xmlns:a16="http://schemas.microsoft.com/office/drawing/2014/main" xmlns="" id="{C4186984-389F-440C-BD79-8D1349BD856E}"/>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6" name="Slide Number Placeholder 5">
            <a:extLst>
              <a:ext uri="{FF2B5EF4-FFF2-40B4-BE49-F238E27FC236}">
                <a16:creationId xmlns:a16="http://schemas.microsoft.com/office/drawing/2014/main" xmlns=""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7" name="Content Placeholder 2">
            <a:extLst>
              <a:ext uri="{FF2B5EF4-FFF2-40B4-BE49-F238E27FC236}">
                <a16:creationId xmlns:a16="http://schemas.microsoft.com/office/drawing/2014/main" xmlns="" id="{03483232-D29A-4255-9149-0177F8785818}"/>
              </a:ext>
            </a:extLst>
          </p:cNvPr>
          <p:cNvSpPr>
            <a:spLocks noGrp="1"/>
          </p:cNvSpPr>
          <p:nvPr>
            <p:ph sz="half" idx="1"/>
          </p:nvPr>
        </p:nvSpPr>
        <p:spPr>
          <a:xfrm>
            <a:off x="528828" y="1423289"/>
            <a:ext cx="3886200" cy="4351338"/>
          </a:xfrm>
          <a:prstGeom prst="rect">
            <a:avLst/>
          </a:prstGeom>
        </p:spPr>
        <p:txBody>
          <a:bodyPr/>
          <a:lstStyle>
            <a:lvl1pPr>
              <a:lnSpc>
                <a:spcPct val="100000"/>
              </a:lnSpc>
              <a:defRPr>
                <a:latin typeface="Lato" panose="020F0502020204030203" pitchFamily="34" charset="0"/>
                <a:ea typeface="Lato" panose="020F0502020204030203" pitchFamily="34" charset="0"/>
                <a:cs typeface="Lato" panose="020F0502020204030203" pitchFamily="34" charset="0"/>
              </a:defRPr>
            </a:lvl1pPr>
            <a:lvl2pPr>
              <a:lnSpc>
                <a:spcPct val="100000"/>
              </a:lnSpc>
              <a:defRPr>
                <a:latin typeface="Lato" panose="020F0502020204030203" pitchFamily="34" charset="0"/>
                <a:ea typeface="Lato" panose="020F0502020204030203" pitchFamily="34" charset="0"/>
                <a:cs typeface="Lato" panose="020F0502020204030203" pitchFamily="34" charset="0"/>
              </a:defRPr>
            </a:lvl2pPr>
            <a:lvl3pPr>
              <a:lnSpc>
                <a:spcPct val="100000"/>
              </a:lnSpc>
              <a:defRPr>
                <a:latin typeface="Lato" panose="020F0502020204030203" pitchFamily="34" charset="0"/>
                <a:ea typeface="Lato" panose="020F0502020204030203" pitchFamily="34" charset="0"/>
                <a:cs typeface="Lato" panose="020F0502020204030203" pitchFamily="34" charset="0"/>
              </a:defRPr>
            </a:lvl3pPr>
            <a:lvl4pPr>
              <a:lnSpc>
                <a:spcPct val="100000"/>
              </a:lnSpc>
              <a:defRPr>
                <a:latin typeface="Lato" panose="020F0502020204030203" pitchFamily="34" charset="0"/>
                <a:ea typeface="Lato" panose="020F0502020204030203" pitchFamily="34" charset="0"/>
                <a:cs typeface="Lato" panose="020F0502020204030203" pitchFamily="34" charset="0"/>
              </a:defRPr>
            </a:lvl4pPr>
            <a:lvl5pPr>
              <a:lnSpc>
                <a:spcPct val="100000"/>
              </a:lnSpc>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xmlns="" id="{A1BAF8AD-67D8-46AD-A292-05589E827344}"/>
              </a:ext>
            </a:extLst>
          </p:cNvPr>
          <p:cNvSpPr>
            <a:spLocks noGrp="1"/>
          </p:cNvSpPr>
          <p:nvPr>
            <p:ph sz="half" idx="2"/>
          </p:nvPr>
        </p:nvSpPr>
        <p:spPr>
          <a:xfrm>
            <a:off x="4572000" y="1423289"/>
            <a:ext cx="3886200" cy="4351338"/>
          </a:xfrm>
          <a:prstGeom prst="rect">
            <a:avLst/>
          </a:prstGeom>
        </p:spPr>
        <p:txBody>
          <a:bodyPr/>
          <a:lstStyle>
            <a:lvl1pPr>
              <a:lnSpc>
                <a:spcPct val="100000"/>
              </a:lnSpc>
              <a:defRPr>
                <a:latin typeface="Lato" panose="020F0502020204030203" pitchFamily="34" charset="0"/>
                <a:ea typeface="Lato" panose="020F0502020204030203" pitchFamily="34" charset="0"/>
                <a:cs typeface="Lato" panose="020F0502020204030203" pitchFamily="34" charset="0"/>
              </a:defRPr>
            </a:lvl1pPr>
            <a:lvl2pPr>
              <a:lnSpc>
                <a:spcPct val="100000"/>
              </a:lnSpc>
              <a:defRPr>
                <a:latin typeface="Lato" panose="020F0502020204030203" pitchFamily="34" charset="0"/>
                <a:ea typeface="Lato" panose="020F0502020204030203" pitchFamily="34" charset="0"/>
                <a:cs typeface="Lato" panose="020F0502020204030203" pitchFamily="34" charset="0"/>
              </a:defRPr>
            </a:lvl2pPr>
            <a:lvl3pPr>
              <a:lnSpc>
                <a:spcPct val="100000"/>
              </a:lnSpc>
              <a:defRPr>
                <a:latin typeface="Lato" panose="020F0502020204030203" pitchFamily="34" charset="0"/>
                <a:ea typeface="Lato" panose="020F0502020204030203" pitchFamily="34" charset="0"/>
                <a:cs typeface="Lato" panose="020F0502020204030203" pitchFamily="34" charset="0"/>
              </a:defRPr>
            </a:lvl3pPr>
            <a:lvl4pPr>
              <a:lnSpc>
                <a:spcPct val="100000"/>
              </a:lnSpc>
              <a:defRPr>
                <a:latin typeface="Lato" panose="020F0502020204030203" pitchFamily="34" charset="0"/>
                <a:ea typeface="Lato" panose="020F0502020204030203" pitchFamily="34" charset="0"/>
                <a:cs typeface="Lato" panose="020F0502020204030203" pitchFamily="34" charset="0"/>
              </a:defRPr>
            </a:lvl4pPr>
            <a:lvl5pPr>
              <a:lnSpc>
                <a:spcPct val="100000"/>
              </a:lnSpc>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itle 6">
            <a:extLst>
              <a:ext uri="{FF2B5EF4-FFF2-40B4-BE49-F238E27FC236}">
                <a16:creationId xmlns:a16="http://schemas.microsoft.com/office/drawing/2014/main" xmlns="" id="{EFD61387-9809-4E21-B8EA-93815E5E8F6F}"/>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2: ………………………………………</a:t>
            </a:r>
          </a:p>
        </p:txBody>
      </p:sp>
    </p:spTree>
    <p:extLst>
      <p:ext uri="{BB962C8B-B14F-4D97-AF65-F5344CB8AC3E}">
        <p14:creationId xmlns:p14="http://schemas.microsoft.com/office/powerpoint/2010/main" val="7645008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xmlns=""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1C34A9A8-660A-4321-95B9-4A841DAB228E}" type="datetime1">
              <a:rPr lang="en-US" smtClean="0"/>
              <a:t>11/2/2022</a:t>
            </a:fld>
            <a:endParaRPr lang="en-US"/>
          </a:p>
        </p:txBody>
      </p:sp>
      <p:sp>
        <p:nvSpPr>
          <p:cNvPr id="8" name="Footer Placeholder 4">
            <a:extLst>
              <a:ext uri="{FF2B5EF4-FFF2-40B4-BE49-F238E27FC236}">
                <a16:creationId xmlns:a16="http://schemas.microsoft.com/office/drawing/2014/main" xmlns=""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xmlns=""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xmlns=""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3: ………………………………………</a:t>
            </a:r>
          </a:p>
        </p:txBody>
      </p:sp>
      <p:sp>
        <p:nvSpPr>
          <p:cNvPr id="16" name="Text Placeholder 11">
            <a:extLst>
              <a:ext uri="{FF2B5EF4-FFF2-40B4-BE49-F238E27FC236}">
                <a16:creationId xmlns:a16="http://schemas.microsoft.com/office/drawing/2014/main" xmlns="" id="{0C9A3A79-B187-4A33-8EBB-92ECD8BA3C59}"/>
              </a:ext>
            </a:extLst>
          </p:cNvPr>
          <p:cNvSpPr>
            <a:spLocks noGrp="1"/>
          </p:cNvSpPr>
          <p:nvPr>
            <p:ph type="body" sz="quarter" idx="13"/>
          </p:nvPr>
        </p:nvSpPr>
        <p:spPr>
          <a:xfrm>
            <a:off x="234950" y="963168"/>
            <a:ext cx="8674100" cy="5132832"/>
          </a:xfrm>
          <a:prstGeom prst="rect">
            <a:avLst/>
          </a:prstGeom>
        </p:spPr>
        <p:txBody>
          <a:bodyPr/>
          <a:lstStyle>
            <a:lvl1pPr>
              <a:lnSpc>
                <a:spcPct val="100000"/>
              </a:lnSpc>
              <a:defRPr sz="2400">
                <a:latin typeface="Lato" panose="020F0502020204030203" pitchFamily="34" charset="0"/>
                <a:ea typeface="Lato" panose="020F0502020204030203" pitchFamily="34" charset="0"/>
                <a:cs typeface="Lato" panose="020F0502020204030203" pitchFamily="34" charset="0"/>
              </a:defRPr>
            </a:lvl1pPr>
            <a:lvl2pPr>
              <a:lnSpc>
                <a:spcPct val="100000"/>
              </a:lnSpc>
              <a:defRPr sz="2000">
                <a:latin typeface="Lato" panose="020F0502020204030203" pitchFamily="34" charset="0"/>
                <a:ea typeface="Lato" panose="020F0502020204030203" pitchFamily="34" charset="0"/>
                <a:cs typeface="Lato" panose="020F0502020204030203" pitchFamily="34" charset="0"/>
              </a:defRPr>
            </a:lvl2pPr>
            <a:lvl3pPr>
              <a:lnSpc>
                <a:spcPct val="100000"/>
              </a:lnSpc>
              <a:defRPr sz="1800">
                <a:latin typeface="Lato" panose="020F0502020204030203" pitchFamily="34" charset="0"/>
                <a:ea typeface="Lato" panose="020F0502020204030203" pitchFamily="34" charset="0"/>
                <a:cs typeface="Lato" panose="020F0502020204030203" pitchFamily="34" charset="0"/>
              </a:defRPr>
            </a:lvl3pPr>
            <a:lvl4pPr>
              <a:lnSpc>
                <a:spcPct val="100000"/>
              </a:lnSpc>
              <a:defRPr sz="1600">
                <a:latin typeface="Lato" panose="020F0502020204030203" pitchFamily="34" charset="0"/>
                <a:ea typeface="Lato" panose="020F0502020204030203" pitchFamily="34" charset="0"/>
                <a:cs typeface="Lato" panose="020F0502020204030203" pitchFamily="34" charset="0"/>
              </a:defRPr>
            </a:lvl4pPr>
            <a:lvl5pPr>
              <a:lnSpc>
                <a:spcPct val="100000"/>
              </a:lnSpc>
              <a:defRPr sz="1600">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460145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6">
            <a:extLst>
              <a:ext uri="{FF2B5EF4-FFF2-40B4-BE49-F238E27FC236}">
                <a16:creationId xmlns:a16="http://schemas.microsoft.com/office/drawing/2014/main" xmlns="" id="{689FBFE6-E7AD-40DE-88B8-794C73F956C5}"/>
              </a:ext>
            </a:extLst>
          </p:cNvPr>
          <p:cNvSpPr>
            <a:spLocks noGrp="1"/>
          </p:cNvSpPr>
          <p:nvPr>
            <p:ph type="title" hasCustomPrompt="1"/>
          </p:nvPr>
        </p:nvSpPr>
        <p:spPr>
          <a:xfrm>
            <a:off x="3511295" y="224917"/>
            <a:ext cx="5397627" cy="451739"/>
          </a:xfrm>
          <a:prstGeom prst="rect">
            <a:avLst/>
          </a:prstGeom>
        </p:spPr>
        <p:txBody>
          <a:bodyPr/>
          <a:lstStyle>
            <a:lvl1pPr>
              <a:defRPr sz="2800" b="1">
                <a:solidFill>
                  <a:schemeClr val="tx1"/>
                </a:solidFill>
                <a:latin typeface="Lato" panose="020F0502020204030203" pitchFamily="34" charset="0"/>
                <a:ea typeface="Lato" panose="020F0502020204030203" pitchFamily="34" charset="0"/>
                <a:cs typeface="Lato" panose="020F0502020204030203" pitchFamily="34" charset="0"/>
              </a:defRPr>
            </a:lvl1pPr>
          </a:lstStyle>
          <a:p>
            <a:r>
              <a:rPr lang="en-US" dirty="0"/>
              <a:t>Title 4: ……………………………………</a:t>
            </a:r>
          </a:p>
        </p:txBody>
      </p:sp>
      <p:sp>
        <p:nvSpPr>
          <p:cNvPr id="12" name="Text Placeholder 7">
            <a:extLst>
              <a:ext uri="{FF2B5EF4-FFF2-40B4-BE49-F238E27FC236}">
                <a16:creationId xmlns:a16="http://schemas.microsoft.com/office/drawing/2014/main" xmlns="" id="{1C2ED7A5-CBB5-4B5C-BD2A-3596087A71FA}"/>
              </a:ext>
            </a:extLst>
          </p:cNvPr>
          <p:cNvSpPr>
            <a:spLocks noGrp="1"/>
          </p:cNvSpPr>
          <p:nvPr>
            <p:ph type="body" sz="quarter" idx="13"/>
          </p:nvPr>
        </p:nvSpPr>
        <p:spPr>
          <a:xfrm>
            <a:off x="3524251" y="1011238"/>
            <a:ext cx="5384672" cy="552926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xmlns="" id="{E21F2271-B488-4DC9-A50E-592D82F22CE9}"/>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2A017C7C-AD01-48FA-94DC-6340780AF931}" type="datetime1">
              <a:rPr lang="en-US" smtClean="0"/>
              <a:t>11/2/2022</a:t>
            </a:fld>
            <a:endParaRPr lang="en-US"/>
          </a:p>
        </p:txBody>
      </p:sp>
      <p:sp>
        <p:nvSpPr>
          <p:cNvPr id="14" name="Footer Placeholder 4">
            <a:extLst>
              <a:ext uri="{FF2B5EF4-FFF2-40B4-BE49-F238E27FC236}">
                <a16:creationId xmlns:a16="http://schemas.microsoft.com/office/drawing/2014/main" xmlns="" id="{706E966D-F219-41DE-82BF-3F3121B7DCCC}"/>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5" name="Slide Number Placeholder 5">
            <a:extLst>
              <a:ext uri="{FF2B5EF4-FFF2-40B4-BE49-F238E27FC236}">
                <a16:creationId xmlns:a16="http://schemas.microsoft.com/office/drawing/2014/main" xmlns="" id="{AF61A491-C108-489A-B2EA-9FC27DAD4D2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38554111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xmlns=""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5: ………………………………………</a:t>
            </a:r>
          </a:p>
        </p:txBody>
      </p:sp>
      <p:sp>
        <p:nvSpPr>
          <p:cNvPr id="14" name="Content Placeholder 2">
            <a:extLst>
              <a:ext uri="{FF2B5EF4-FFF2-40B4-BE49-F238E27FC236}">
                <a16:creationId xmlns:a16="http://schemas.microsoft.com/office/drawing/2014/main" xmlns="" id="{38375D86-D290-4003-A314-C916116C4238}"/>
              </a:ext>
            </a:extLst>
          </p:cNvPr>
          <p:cNvSpPr>
            <a:spLocks noGrp="1"/>
          </p:cNvSpPr>
          <p:nvPr>
            <p:ph sz="half" idx="1"/>
          </p:nvPr>
        </p:nvSpPr>
        <p:spPr>
          <a:xfrm>
            <a:off x="595884" y="1533017"/>
            <a:ext cx="3886200" cy="4351338"/>
          </a:xfrm>
          <a:prstGeom prst="rect">
            <a:avLst/>
          </a:prstGeom>
        </p:spPr>
        <p:txBody>
          <a:bodyPr/>
          <a:lstStyle>
            <a:lvl1pPr>
              <a:lnSpc>
                <a:spcPct val="100000"/>
              </a:lnSpc>
              <a:defRPr sz="2400">
                <a:latin typeface="Lato" panose="020F0502020204030203" pitchFamily="34" charset="0"/>
                <a:ea typeface="Lato" panose="020F0502020204030203" pitchFamily="34" charset="0"/>
                <a:cs typeface="Lato" panose="020F0502020204030203" pitchFamily="34" charset="0"/>
              </a:defRPr>
            </a:lvl1pPr>
            <a:lvl2pPr>
              <a:lnSpc>
                <a:spcPct val="100000"/>
              </a:lnSpc>
              <a:defRPr sz="2000">
                <a:latin typeface="Lato" panose="020F0502020204030203" pitchFamily="34" charset="0"/>
                <a:ea typeface="Lato" panose="020F0502020204030203" pitchFamily="34" charset="0"/>
                <a:cs typeface="Lato" panose="020F0502020204030203" pitchFamily="34" charset="0"/>
              </a:defRPr>
            </a:lvl2pPr>
            <a:lvl3pPr>
              <a:lnSpc>
                <a:spcPct val="100000"/>
              </a:lnSpc>
              <a:defRPr sz="1800">
                <a:latin typeface="Lato" panose="020F0502020204030203" pitchFamily="34" charset="0"/>
                <a:ea typeface="Lato" panose="020F0502020204030203" pitchFamily="34" charset="0"/>
                <a:cs typeface="Lato" panose="020F0502020204030203" pitchFamily="34" charset="0"/>
              </a:defRPr>
            </a:lvl3pPr>
            <a:lvl4pPr>
              <a:lnSpc>
                <a:spcPct val="100000"/>
              </a:lnSpc>
              <a:defRPr sz="1600">
                <a:latin typeface="Lato" panose="020F0502020204030203" pitchFamily="34" charset="0"/>
                <a:ea typeface="Lato" panose="020F0502020204030203" pitchFamily="34" charset="0"/>
                <a:cs typeface="Lato" panose="020F0502020204030203" pitchFamily="34" charset="0"/>
              </a:defRPr>
            </a:lvl4pPr>
            <a:lvl5pPr>
              <a:lnSpc>
                <a:spcPct val="100000"/>
              </a:lnSpc>
              <a:defRPr sz="1600">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xmlns="" id="{FB62406B-26DB-4A01-B048-1F2C7540F82F}"/>
              </a:ext>
            </a:extLst>
          </p:cNvPr>
          <p:cNvSpPr>
            <a:spLocks noGrp="1"/>
          </p:cNvSpPr>
          <p:nvPr>
            <p:ph sz="half" idx="2"/>
          </p:nvPr>
        </p:nvSpPr>
        <p:spPr>
          <a:xfrm>
            <a:off x="4639056" y="1533017"/>
            <a:ext cx="3886200" cy="4351338"/>
          </a:xfrm>
          <a:prstGeom prst="rect">
            <a:avLst/>
          </a:prstGeom>
        </p:spPr>
        <p:txBody>
          <a:bodyPr/>
          <a:lstStyle>
            <a:lvl1pPr>
              <a:lnSpc>
                <a:spcPct val="100000"/>
              </a:lnSpc>
              <a:defRPr sz="2400">
                <a:latin typeface="Lato" panose="020F0502020204030203" pitchFamily="34" charset="0"/>
                <a:ea typeface="Lato" panose="020F0502020204030203" pitchFamily="34" charset="0"/>
                <a:cs typeface="Lato" panose="020F0502020204030203" pitchFamily="34" charset="0"/>
              </a:defRPr>
            </a:lvl1pPr>
            <a:lvl2pPr>
              <a:lnSpc>
                <a:spcPct val="100000"/>
              </a:lnSpc>
              <a:defRPr sz="2000">
                <a:latin typeface="Lato" panose="020F0502020204030203" pitchFamily="34" charset="0"/>
                <a:ea typeface="Lato" panose="020F0502020204030203" pitchFamily="34" charset="0"/>
                <a:cs typeface="Lato" panose="020F0502020204030203" pitchFamily="34" charset="0"/>
              </a:defRPr>
            </a:lvl2pPr>
            <a:lvl3pPr>
              <a:lnSpc>
                <a:spcPct val="100000"/>
              </a:lnSpc>
              <a:defRPr sz="1800">
                <a:latin typeface="Lato" panose="020F0502020204030203" pitchFamily="34" charset="0"/>
                <a:ea typeface="Lato" panose="020F0502020204030203" pitchFamily="34" charset="0"/>
                <a:cs typeface="Lato" panose="020F0502020204030203" pitchFamily="34" charset="0"/>
              </a:defRPr>
            </a:lvl3pPr>
            <a:lvl4pPr>
              <a:lnSpc>
                <a:spcPct val="100000"/>
              </a:lnSpc>
              <a:defRPr sz="1600">
                <a:latin typeface="Lato" panose="020F0502020204030203" pitchFamily="34" charset="0"/>
                <a:ea typeface="Lato" panose="020F0502020204030203" pitchFamily="34" charset="0"/>
                <a:cs typeface="Lato" panose="020F0502020204030203" pitchFamily="34" charset="0"/>
              </a:defRPr>
            </a:lvl4pPr>
            <a:lvl5pPr>
              <a:lnSpc>
                <a:spcPct val="100000"/>
              </a:lnSpc>
              <a:defRPr sz="1600">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Date Placeholder 3">
            <a:extLst>
              <a:ext uri="{FF2B5EF4-FFF2-40B4-BE49-F238E27FC236}">
                <a16:creationId xmlns:a16="http://schemas.microsoft.com/office/drawing/2014/main" xmlns=""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75A6CCFD-CE11-42DB-BF08-2994FA79A3B9}" type="datetime1">
              <a:rPr lang="en-US" smtClean="0"/>
              <a:t>11/2/2022</a:t>
            </a:fld>
            <a:endParaRPr lang="en-US"/>
          </a:p>
        </p:txBody>
      </p:sp>
      <p:sp>
        <p:nvSpPr>
          <p:cNvPr id="17" name="Footer Placeholder 4">
            <a:extLst>
              <a:ext uri="{FF2B5EF4-FFF2-40B4-BE49-F238E27FC236}">
                <a16:creationId xmlns:a16="http://schemas.microsoft.com/office/drawing/2014/main" xmlns=""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a:extLst>
              <a:ext uri="{FF2B5EF4-FFF2-40B4-BE49-F238E27FC236}">
                <a16:creationId xmlns:a16="http://schemas.microsoft.com/office/drawing/2014/main" xmlns=""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30322428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xmlns="" id="{76EAE966-F590-4BAF-A55B-75735FCC661F}"/>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48D26FEB-5AB5-4BC4-9BCD-74DF9A0780D3}" type="datetime1">
              <a:rPr lang="en-US" smtClean="0"/>
              <a:t>11/2/2022</a:t>
            </a:fld>
            <a:endParaRPr lang="en-US"/>
          </a:p>
        </p:txBody>
      </p:sp>
      <p:sp>
        <p:nvSpPr>
          <p:cNvPr id="6" name="Footer Placeholder 4">
            <a:extLst>
              <a:ext uri="{FF2B5EF4-FFF2-40B4-BE49-F238E27FC236}">
                <a16:creationId xmlns:a16="http://schemas.microsoft.com/office/drawing/2014/main" xmlns="" id="{C330CA1C-4366-43E8-9DC8-B360FC115AE4}"/>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7" name="Slide Number Placeholder 5">
            <a:extLst>
              <a:ext uri="{FF2B5EF4-FFF2-40B4-BE49-F238E27FC236}">
                <a16:creationId xmlns:a16="http://schemas.microsoft.com/office/drawing/2014/main" xmlns="" id="{72DB13F6-9193-4FE2-AE85-5B96248CC0EA}"/>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40095382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Title + 1 column">
    <p:spTree>
      <p:nvGrpSpPr>
        <p:cNvPr id="1" name="Shape 32"/>
        <p:cNvGrpSpPr/>
        <p:nvPr/>
      </p:nvGrpSpPr>
      <p:grpSpPr>
        <a:xfrm>
          <a:off x="0" y="0"/>
          <a:ext cx="0" cy="0"/>
          <a:chOff x="0" y="0"/>
          <a:chExt cx="0" cy="0"/>
        </a:xfrm>
      </p:grpSpPr>
      <p:sp>
        <p:nvSpPr>
          <p:cNvPr id="33" name="Shape 33"/>
          <p:cNvSpPr/>
          <p:nvPr/>
        </p:nvSpPr>
        <p:spPr>
          <a:xfrm flipH="1">
            <a:off x="2472375" y="0"/>
            <a:ext cx="113100" cy="6858000"/>
          </a:xfrm>
          <a:prstGeom prst="rect">
            <a:avLst/>
          </a:prstGeom>
          <a:gradFill>
            <a:gsLst>
              <a:gs pos="0">
                <a:srgbClr val="000014">
                  <a:alpha val="20000"/>
                </a:srgbClr>
              </a:gs>
              <a:gs pos="100000">
                <a:srgbClr val="000014">
                  <a:alpha val="0"/>
                </a:srgbClr>
              </a:gs>
            </a:gsLst>
            <a:lin ang="0" scaled="0"/>
          </a:gradFill>
          <a:ln>
            <a:noFill/>
          </a:ln>
        </p:spPr>
        <p:txBody>
          <a:bodyPr wrap="square" lIns="91425" tIns="45700" rIns="91425" bIns="45700" anchor="ctr" anchorCtr="0">
            <a:noAutofit/>
          </a:bodyPr>
          <a:lstStyle/>
          <a:p>
            <a:pPr marL="0" marR="0" lvl="0" indent="0" algn="ctr" rtl="0">
              <a:spcBef>
                <a:spcPts val="0"/>
              </a:spcBef>
              <a:buNone/>
            </a:pPr>
            <a:endParaRPr sz="1800">
              <a:solidFill>
                <a:srgbClr val="FFFFFF"/>
              </a:solidFill>
              <a:latin typeface="Calibri"/>
              <a:ea typeface="Calibri"/>
              <a:cs typeface="Calibri"/>
              <a:sym typeface="Calibri"/>
            </a:endParaRPr>
          </a:p>
        </p:txBody>
      </p:sp>
      <p:sp>
        <p:nvSpPr>
          <p:cNvPr id="34" name="Shape 34"/>
          <p:cNvSpPr/>
          <p:nvPr/>
        </p:nvSpPr>
        <p:spPr>
          <a:xfrm>
            <a:off x="2585475" y="-18287"/>
            <a:ext cx="6558600" cy="6858000"/>
          </a:xfrm>
          <a:prstGeom prst="rect">
            <a:avLst/>
          </a:prstGeom>
          <a:solidFill>
            <a:srgbClr val="FFFFFF"/>
          </a:solidFill>
          <a:ln>
            <a:noFill/>
          </a:ln>
        </p:spPr>
        <p:txBody>
          <a:bodyPr wrap="square" lIns="91425" tIns="91425" rIns="91425" bIns="91425" anchor="ctr" anchorCtr="0">
            <a:noAutofit/>
          </a:bodyPr>
          <a:lstStyle/>
          <a:p>
            <a:pPr lvl="0">
              <a:spcBef>
                <a:spcPts val="0"/>
              </a:spcBef>
              <a:buNone/>
            </a:pPr>
            <a:endParaRPr/>
          </a:p>
        </p:txBody>
      </p:sp>
      <p:sp>
        <p:nvSpPr>
          <p:cNvPr id="35" name="Shape 35"/>
          <p:cNvSpPr txBox="1">
            <a:spLocks noGrp="1"/>
          </p:cNvSpPr>
          <p:nvPr>
            <p:ph type="title"/>
          </p:nvPr>
        </p:nvSpPr>
        <p:spPr>
          <a:xfrm>
            <a:off x="234450" y="767333"/>
            <a:ext cx="2046300" cy="5308000"/>
          </a:xfrm>
          <a:prstGeom prst="rect">
            <a:avLst/>
          </a:prstGeom>
        </p:spPr>
        <p:txBody>
          <a:bodyPr wrap="square"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36" name="Shape 36"/>
          <p:cNvSpPr txBox="1">
            <a:spLocks noGrp="1"/>
          </p:cNvSpPr>
          <p:nvPr>
            <p:ph type="body" idx="1"/>
          </p:nvPr>
        </p:nvSpPr>
        <p:spPr>
          <a:xfrm>
            <a:off x="3090625" y="767333"/>
            <a:ext cx="5596200" cy="5308000"/>
          </a:xfrm>
          <a:prstGeom prst="rect">
            <a:avLst/>
          </a:prstGeom>
        </p:spPr>
        <p:txBody>
          <a:bodyPr wrap="square"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37" name="Shape 37"/>
          <p:cNvSpPr txBox="1">
            <a:spLocks noGrp="1"/>
          </p:cNvSpPr>
          <p:nvPr>
            <p:ph type="sldNum" idx="12"/>
          </p:nvPr>
        </p:nvSpPr>
        <p:spPr>
          <a:xfrm>
            <a:off x="8556784" y="6333135"/>
            <a:ext cx="548700" cy="524800"/>
          </a:xfrm>
          <a:prstGeom prst="rect">
            <a:avLst/>
          </a:prstGeom>
        </p:spPr>
        <p:txBody>
          <a:bodyPr wrap="square" lIns="91425" tIns="91425" rIns="91425" bIns="91425" anchor="ctr" anchorCtr="0">
            <a:noAutofit/>
          </a:bodyPr>
          <a:lstStyle/>
          <a:p>
            <a:pPr>
              <a:spcBef>
                <a:spcPts val="0"/>
              </a:spcBef>
            </a:pPr>
            <a:fld id="{00000000-1234-1234-1234-123412341234}" type="slidenum">
              <a:rPr lang="en" smtClean="0"/>
              <a:pPr>
                <a:spcBef>
                  <a:spcPts val="0"/>
                </a:spcBef>
              </a:pPr>
              <a:t>‹#›</a:t>
            </a:fld>
            <a:endParaRPr lang="en"/>
          </a:p>
        </p:txBody>
      </p:sp>
    </p:spTree>
    <p:extLst>
      <p:ext uri="{BB962C8B-B14F-4D97-AF65-F5344CB8AC3E}">
        <p14:creationId xmlns:p14="http://schemas.microsoft.com/office/powerpoint/2010/main" val="16033483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6E23991-7358-4485-A285-0BF6035B969A}"/>
              </a:ext>
            </a:extLst>
          </p:cNvPr>
          <p:cNvSpPr>
            <a:spLocks noGrp="1"/>
          </p:cNvSpPr>
          <p:nvPr>
            <p:ph type="ctrTitle"/>
          </p:nvPr>
        </p:nvSpPr>
        <p:spPr>
          <a:xfrm>
            <a:off x="1143000" y="1122363"/>
            <a:ext cx="6858000" cy="2387600"/>
          </a:xfrm>
          <a:prstGeom prst="rect">
            <a:avLst/>
          </a:prstGeom>
        </p:spPr>
        <p:txBody>
          <a:bodyPr anchor="b"/>
          <a:lstStyle>
            <a:lvl1pPr algn="ctr">
              <a:defRPr sz="4500"/>
            </a:lvl1pPr>
          </a:lstStyle>
          <a:p>
            <a:r>
              <a:rPr lang="en-US"/>
              <a:t>Click to edit Master title style</a:t>
            </a:r>
          </a:p>
        </p:txBody>
      </p:sp>
      <p:sp>
        <p:nvSpPr>
          <p:cNvPr id="3" name="Subtitle 2">
            <a:extLst>
              <a:ext uri="{FF2B5EF4-FFF2-40B4-BE49-F238E27FC236}">
                <a16:creationId xmlns="" xmlns:a16="http://schemas.microsoft.com/office/drawing/2014/main" id="{47EE2B9F-D4FF-48E0-A6A6-7E16127C286B}"/>
              </a:ext>
            </a:extLst>
          </p:cNvPr>
          <p:cNvSpPr>
            <a:spLocks noGrp="1"/>
          </p:cNvSpPr>
          <p:nvPr>
            <p:ph type="subTitle" idx="1"/>
          </p:nvPr>
        </p:nvSpPr>
        <p:spPr>
          <a:xfrm>
            <a:off x="1143000" y="3602038"/>
            <a:ext cx="6858000" cy="1655762"/>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 xmlns:a16="http://schemas.microsoft.com/office/drawing/2014/main" id="{7235721C-77BC-48D3-817D-7267C981ED99}"/>
              </a:ext>
            </a:extLst>
          </p:cNvPr>
          <p:cNvSpPr>
            <a:spLocks noGrp="1"/>
          </p:cNvSpPr>
          <p:nvPr>
            <p:ph type="dt" sz="half" idx="10"/>
          </p:nvPr>
        </p:nvSpPr>
        <p:spPr>
          <a:xfrm>
            <a:off x="628650" y="6356351"/>
            <a:ext cx="2057400" cy="365125"/>
          </a:xfrm>
          <a:prstGeom prst="rect">
            <a:avLst/>
          </a:prstGeom>
        </p:spPr>
        <p:txBody>
          <a:bodyPr/>
          <a:lstStyle/>
          <a:p>
            <a:fld id="{BA424071-919A-490A-BBA6-8F2DAC49FFBE}" type="datetimeFigureOut">
              <a:rPr lang="en-US" smtClean="0"/>
              <a:t>11/2/2022</a:t>
            </a:fld>
            <a:endParaRPr lang="en-US"/>
          </a:p>
        </p:txBody>
      </p:sp>
      <p:sp>
        <p:nvSpPr>
          <p:cNvPr id="5" name="Footer Placeholder 4">
            <a:extLst>
              <a:ext uri="{FF2B5EF4-FFF2-40B4-BE49-F238E27FC236}">
                <a16:creationId xmlns="" xmlns:a16="http://schemas.microsoft.com/office/drawing/2014/main" id="{2F858498-35B4-44F3-90C7-0035E979348A}"/>
              </a:ext>
            </a:extLst>
          </p:cNvPr>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a:extLst>
              <a:ext uri="{FF2B5EF4-FFF2-40B4-BE49-F238E27FC236}">
                <a16:creationId xmlns="" xmlns:a16="http://schemas.microsoft.com/office/drawing/2014/main" id="{752EEF24-3996-4AEB-B0D4-546A315A7CE4}"/>
              </a:ext>
            </a:extLst>
          </p:cNvPr>
          <p:cNvSpPr>
            <a:spLocks noGrp="1"/>
          </p:cNvSpPr>
          <p:nvPr>
            <p:ph type="sldNum" sz="quarter" idx="12"/>
          </p:nvPr>
        </p:nvSpPr>
        <p:spPr>
          <a:xfrm>
            <a:off x="6457950" y="6356351"/>
            <a:ext cx="2057400" cy="365125"/>
          </a:xfrm>
          <a:prstGeom prst="rect">
            <a:avLst/>
          </a:prstGeom>
        </p:spPr>
        <p:txBody>
          <a:bodyPr/>
          <a:lstStyle/>
          <a:p>
            <a:fld id="{F84F01D5-BD99-4AB7-9BFC-CC515CBBE4F6}" type="slidenum">
              <a:rPr lang="en-US" smtClean="0"/>
              <a:t>‹#›</a:t>
            </a:fld>
            <a:endParaRPr lang="en-US"/>
          </a:p>
        </p:txBody>
      </p:sp>
    </p:spTree>
    <p:extLst>
      <p:ext uri="{BB962C8B-B14F-4D97-AF65-F5344CB8AC3E}">
        <p14:creationId xmlns:p14="http://schemas.microsoft.com/office/powerpoint/2010/main" val="41702013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35940" y="-117221"/>
            <a:ext cx="8072119" cy="1215593"/>
          </a:xfrm>
          <a:prstGeom prst="rect">
            <a:avLst/>
          </a:prstGeom>
        </p:spPr>
        <p:txBody>
          <a:bodyPr lIns="0" tIns="0" rIns="0" bIns="0"/>
          <a:lstStyle>
            <a:lvl1pPr>
              <a:defRPr sz="3200" b="0" i="0">
                <a:solidFill>
                  <a:schemeClr val="tx1"/>
                </a:solidFill>
                <a:latin typeface="Arial"/>
                <a:cs typeface="Arial"/>
              </a:defRPr>
            </a:lvl1pPr>
          </a:lstStyle>
          <a:p>
            <a:endParaRPr/>
          </a:p>
        </p:txBody>
      </p:sp>
      <p:sp>
        <p:nvSpPr>
          <p:cNvPr id="3" name="Holder 3"/>
          <p:cNvSpPr>
            <a:spLocks noGrp="1"/>
          </p:cNvSpPr>
          <p:nvPr>
            <p:ph type="body" idx="1"/>
          </p:nvPr>
        </p:nvSpPr>
        <p:spPr>
          <a:xfrm>
            <a:off x="879144" y="1277213"/>
            <a:ext cx="7652384" cy="4613910"/>
          </a:xfrm>
          <a:prstGeom prst="rect">
            <a:avLst/>
          </a:prstGeom>
        </p:spPr>
        <p:txBody>
          <a:bodyPr lIns="0" tIns="0" rIns="0" bIns="0"/>
          <a:lstStyle>
            <a:lvl1pPr>
              <a:defRPr sz="2800" b="0" i="0">
                <a:solidFill>
                  <a:schemeClr val="tx1"/>
                </a:solidFill>
                <a:latin typeface="Arial"/>
                <a:cs typeface="Arial"/>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11/2/2022</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60747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obj">
  <p:cSld name="Title Only">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535940" y="-117221"/>
            <a:ext cx="8072119" cy="1215593"/>
          </a:xfrm>
          <a:prstGeom prst="rect">
            <a:avLst/>
          </a:prstGeom>
        </p:spPr>
        <p:txBody>
          <a:bodyPr lIns="0" tIns="0" rIns="0" bIns="0"/>
          <a:lstStyle>
            <a:lvl1pPr>
              <a:defRPr sz="3200" b="0" i="0">
                <a:solidFill>
                  <a:schemeClr val="tx1"/>
                </a:solidFill>
                <a:latin typeface="Arial"/>
                <a:cs typeface="Arial"/>
              </a:defRPr>
            </a:lvl1pPr>
          </a:lstStyle>
          <a:p>
            <a:endParaRPr/>
          </a:p>
        </p:txBody>
      </p:sp>
      <p:sp>
        <p:nvSpPr>
          <p:cNvPr id="3" name="Holder 3"/>
          <p:cNvSpPr>
            <a:spLocks noGrp="1"/>
          </p:cNvSpPr>
          <p:nvPr>
            <p:ph type="ftr" sz="quarter" idx="5"/>
          </p:nvPr>
        </p:nvSpPr>
        <p:spPr>
          <a:xfrm>
            <a:off x="3108960" y="6377940"/>
            <a:ext cx="2926080" cy="342900"/>
          </a:xfrm>
          <a:prstGeom prst="rect">
            <a:avLst/>
          </a:prstGeom>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a:xfrm>
            <a:off x="457200" y="6377940"/>
            <a:ext cx="210312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11/2/2022</a:t>
            </a:fld>
            <a:endParaRPr lang="en-US"/>
          </a:p>
        </p:txBody>
      </p:sp>
      <p:sp>
        <p:nvSpPr>
          <p:cNvPr id="5" name="Holder 5"/>
          <p:cNvSpPr>
            <a:spLocks noGrp="1"/>
          </p:cNvSpPr>
          <p:nvPr>
            <p:ph type="sldNum" sz="quarter" idx="7"/>
          </p:nvPr>
        </p:nvSpPr>
        <p:spPr>
          <a:xfrm>
            <a:off x="6583680" y="6377940"/>
            <a:ext cx="210312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0640355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70936174"/>
      </p:ext>
    </p:extLst>
  </p:cSld>
  <p:clrMap bg1="lt1" tx1="dk1" bg2="lt2" tx2="dk2" accent1="accent1" accent2="accent2" accent3="accent3" accent4="accent4" accent5="accent5" accent6="accent6" hlink="hlink" folHlink="folHlink"/>
  <p:sldLayoutIdLst>
    <p:sldLayoutId id="2147484007" r:id="rId1"/>
    <p:sldLayoutId id="2147484008" r:id="rId2"/>
    <p:sldLayoutId id="2147484010" r:id="rId3"/>
    <p:sldLayoutId id="2147484011" r:id="rId4"/>
    <p:sldLayoutId id="2147484012" r:id="rId5"/>
    <p:sldLayoutId id="2147484013" r:id="rId6"/>
    <p:sldLayoutId id="2147484014" r:id="rId7"/>
    <p:sldLayoutId id="2147484028" r:id="rId8"/>
    <p:sldLayoutId id="2147484029" r:id="rId9"/>
    <p:sldLayoutId id="2147484030" r:id="rId10"/>
    <p:sldLayoutId id="214748403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vmlDrawing" Target="../drawings/vmlDrawing1.vml"/><Relationship Id="rId5" Type="http://schemas.openxmlformats.org/officeDocument/2006/relationships/image" Target="../media/image10.emf"/><Relationship Id="rId4"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0.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380.png"/></Relationships>
</file>

<file path=ppt/slides/_rels/slide1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16.jpe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hyperlink" Target="https://www.theguardian.com/science/2015/apr/10/psychology-empathy-distinguish-fake-genuine-smiles" TargetMode="Externa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png"/><Relationship Id="rId18" Type="http://schemas.openxmlformats.org/officeDocument/2006/relationships/image" Target="../media/image34.png"/><Relationship Id="rId3" Type="http://schemas.openxmlformats.org/officeDocument/2006/relationships/image" Target="../media/image19.png"/><Relationship Id="rId21" Type="http://schemas.openxmlformats.org/officeDocument/2006/relationships/image" Target="../media/image37.png"/><Relationship Id="rId7" Type="http://schemas.openxmlformats.org/officeDocument/2006/relationships/image" Target="../media/image23.png"/><Relationship Id="rId12" Type="http://schemas.openxmlformats.org/officeDocument/2006/relationships/image" Target="../media/image28.png"/><Relationship Id="rId17" Type="http://schemas.openxmlformats.org/officeDocument/2006/relationships/image" Target="../media/image33.png"/><Relationship Id="rId25" Type="http://schemas.openxmlformats.org/officeDocument/2006/relationships/image" Target="../media/image41.png"/><Relationship Id="rId2" Type="http://schemas.openxmlformats.org/officeDocument/2006/relationships/notesSlide" Target="../notesSlides/notesSlide16.xml"/><Relationship Id="rId16" Type="http://schemas.openxmlformats.org/officeDocument/2006/relationships/image" Target="../media/image32.png"/><Relationship Id="rId20" Type="http://schemas.openxmlformats.org/officeDocument/2006/relationships/image" Target="../media/image36.png"/><Relationship Id="rId1" Type="http://schemas.openxmlformats.org/officeDocument/2006/relationships/slideLayout" Target="../slideLayouts/slideLayout10.xml"/><Relationship Id="rId6" Type="http://schemas.openxmlformats.org/officeDocument/2006/relationships/image" Target="../media/image22.png"/><Relationship Id="rId11" Type="http://schemas.openxmlformats.org/officeDocument/2006/relationships/image" Target="../media/image27.png"/><Relationship Id="rId24" Type="http://schemas.openxmlformats.org/officeDocument/2006/relationships/image" Target="../media/image40.png"/><Relationship Id="rId5" Type="http://schemas.openxmlformats.org/officeDocument/2006/relationships/image" Target="../media/image21.png"/><Relationship Id="rId15" Type="http://schemas.openxmlformats.org/officeDocument/2006/relationships/image" Target="../media/image31.png"/><Relationship Id="rId23" Type="http://schemas.openxmlformats.org/officeDocument/2006/relationships/image" Target="../media/image39.png"/><Relationship Id="rId10" Type="http://schemas.openxmlformats.org/officeDocument/2006/relationships/image" Target="../media/image26.png"/><Relationship Id="rId19" Type="http://schemas.openxmlformats.org/officeDocument/2006/relationships/image" Target="../media/image35.png"/><Relationship Id="rId4" Type="http://schemas.openxmlformats.org/officeDocument/2006/relationships/image" Target="../media/image20.png"/><Relationship Id="rId9" Type="http://schemas.openxmlformats.org/officeDocument/2006/relationships/image" Target="../media/image25.png"/><Relationship Id="rId14" Type="http://schemas.openxmlformats.org/officeDocument/2006/relationships/image" Target="../media/image30.png"/><Relationship Id="rId22" Type="http://schemas.openxmlformats.org/officeDocument/2006/relationships/image" Target="../media/image38.png"/></Relationships>
</file>

<file path=ppt/slides/_rels/slide24.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18" Type="http://schemas.openxmlformats.org/officeDocument/2006/relationships/image" Target="../media/image33.png"/><Relationship Id="rId26" Type="http://schemas.openxmlformats.org/officeDocument/2006/relationships/image" Target="../media/image41.png"/><Relationship Id="rId3" Type="http://schemas.openxmlformats.org/officeDocument/2006/relationships/image" Target="../media/image11.png"/><Relationship Id="rId21" Type="http://schemas.openxmlformats.org/officeDocument/2006/relationships/image" Target="../media/image36.png"/><Relationship Id="rId7" Type="http://schemas.openxmlformats.org/officeDocument/2006/relationships/image" Target="../media/image22.png"/><Relationship Id="rId12" Type="http://schemas.openxmlformats.org/officeDocument/2006/relationships/image" Target="../media/image27.png"/><Relationship Id="rId17" Type="http://schemas.openxmlformats.org/officeDocument/2006/relationships/image" Target="../media/image32.png"/><Relationship Id="rId25" Type="http://schemas.openxmlformats.org/officeDocument/2006/relationships/image" Target="../media/image40.png"/><Relationship Id="rId2" Type="http://schemas.openxmlformats.org/officeDocument/2006/relationships/notesSlide" Target="../notesSlides/notesSlide17.xml"/><Relationship Id="rId16" Type="http://schemas.openxmlformats.org/officeDocument/2006/relationships/image" Target="../media/image31.png"/><Relationship Id="rId20" Type="http://schemas.openxmlformats.org/officeDocument/2006/relationships/image" Target="../media/image35.png"/><Relationship Id="rId1" Type="http://schemas.openxmlformats.org/officeDocument/2006/relationships/slideLayout" Target="../slideLayouts/slideLayout10.xml"/><Relationship Id="rId6" Type="http://schemas.openxmlformats.org/officeDocument/2006/relationships/image" Target="../media/image21.png"/><Relationship Id="rId11" Type="http://schemas.openxmlformats.org/officeDocument/2006/relationships/image" Target="../media/image26.png"/><Relationship Id="rId24" Type="http://schemas.openxmlformats.org/officeDocument/2006/relationships/image" Target="../media/image39.png"/><Relationship Id="rId5" Type="http://schemas.openxmlformats.org/officeDocument/2006/relationships/image" Target="../media/image20.png"/><Relationship Id="rId15" Type="http://schemas.openxmlformats.org/officeDocument/2006/relationships/image" Target="../media/image30.png"/><Relationship Id="rId23" Type="http://schemas.openxmlformats.org/officeDocument/2006/relationships/image" Target="../media/image38.png"/><Relationship Id="rId10" Type="http://schemas.openxmlformats.org/officeDocument/2006/relationships/image" Target="../media/image25.png"/><Relationship Id="rId19" Type="http://schemas.openxmlformats.org/officeDocument/2006/relationships/image" Target="../media/image34.png"/><Relationship Id="rId4" Type="http://schemas.openxmlformats.org/officeDocument/2006/relationships/image" Target="../media/image19.png"/><Relationship Id="rId9" Type="http://schemas.openxmlformats.org/officeDocument/2006/relationships/image" Target="../media/image24.png"/><Relationship Id="rId14" Type="http://schemas.openxmlformats.org/officeDocument/2006/relationships/image" Target="../media/image29.png"/><Relationship Id="rId22" Type="http://schemas.openxmlformats.org/officeDocument/2006/relationships/image" Target="../media/image37.png"/></Relationships>
</file>

<file path=ppt/slides/_rels/slide25.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image" Target="../media/image42.png"/><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4.xml"/><Relationship Id="rId1" Type="http://schemas.openxmlformats.org/officeDocument/2006/relationships/slideLayout" Target="../slideLayouts/slideLayout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5.xml"/><Relationship Id="rId1" Type="http://schemas.openxmlformats.org/officeDocument/2006/relationships/slideLayout" Target="../slideLayouts/slideLayout4.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2.bin"/><Relationship Id="rId7" Type="http://schemas.openxmlformats.org/officeDocument/2006/relationships/image" Target="../media/image50.png"/><Relationship Id="rId2" Type="http://schemas.openxmlformats.org/officeDocument/2006/relationships/slideLayout" Target="../slideLayouts/slideLayout4.xml"/><Relationship Id="rId1" Type="http://schemas.openxmlformats.org/officeDocument/2006/relationships/vmlDrawing" Target="../drawings/vmlDrawing2.vml"/><Relationship Id="rId6" Type="http://schemas.openxmlformats.org/officeDocument/2006/relationships/image" Target="../media/image49.png"/><Relationship Id="rId5" Type="http://schemas.openxmlformats.org/officeDocument/2006/relationships/image" Target="../media/image48.emf"/><Relationship Id="rId4" Type="http://schemas.openxmlformats.org/officeDocument/2006/relationships/package" Target="../embeddings/Microsoft_Excel_Worksheet1.xlsx"/></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8.xml"/><Relationship Id="rId1" Type="http://schemas.openxmlformats.org/officeDocument/2006/relationships/slideLayout" Target="../slideLayouts/slideLayout4.xml"/><Relationship Id="rId4" Type="http://schemas.openxmlformats.org/officeDocument/2006/relationships/image" Target="../media/image52.jpe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4.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8.x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3.xml"/><Relationship Id="rId1" Type="http://schemas.openxmlformats.org/officeDocument/2006/relationships/slideLayout" Target="../slideLayouts/slideLayout4.xml"/><Relationship Id="rId4" Type="http://schemas.openxmlformats.org/officeDocument/2006/relationships/image" Target="../media/image58.png"/></Relationships>
</file>

<file path=ppt/slides/_rels/slide6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4.xml"/><Relationship Id="rId1" Type="http://schemas.openxmlformats.org/officeDocument/2006/relationships/slideLayout" Target="../slideLayouts/slideLayout4.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3" Type="http://schemas.openxmlformats.org/officeDocument/2006/relationships/image" Target="../media/image64.emf"/><Relationship Id="rId2" Type="http://schemas.openxmlformats.org/officeDocument/2006/relationships/notesSlide" Target="../notesSlides/notesSlide52.xml"/><Relationship Id="rId1" Type="http://schemas.openxmlformats.org/officeDocument/2006/relationships/slideLayout" Target="../slideLayouts/slideLayout4.xml"/><Relationship Id="rId5" Type="http://schemas.openxmlformats.org/officeDocument/2006/relationships/image" Target="../media/image66.emf"/><Relationship Id="rId4" Type="http://schemas.openxmlformats.org/officeDocument/2006/relationships/image" Target="../media/image65.emf"/></Relationships>
</file>

<file path=ppt/slides/_rels/slide7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53.xml"/><Relationship Id="rId1" Type="http://schemas.openxmlformats.org/officeDocument/2006/relationships/slideLayout" Target="../slideLayouts/slideLayout4.xml"/><Relationship Id="rId6" Type="http://schemas.openxmlformats.org/officeDocument/2006/relationships/image" Target="../media/image68.jpeg"/><Relationship Id="rId5" Type="http://schemas.openxmlformats.org/officeDocument/2006/relationships/image" Target="../media/image550.png"/><Relationship Id="rId4" Type="http://schemas.openxmlformats.org/officeDocument/2006/relationships/customXml" Target="../ink/ink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54.xml"/><Relationship Id="rId1" Type="http://schemas.openxmlformats.org/officeDocument/2006/relationships/slideLayout" Target="../slideLayouts/slideLayout4.xml"/><Relationship Id="rId6" Type="http://schemas.microsoft.com/office/2007/relationships/hdphoto" Target="../media/hdphoto1.wdp"/><Relationship Id="rId5" Type="http://schemas.openxmlformats.org/officeDocument/2006/relationships/image" Target="../media/image71.png"/><Relationship Id="rId4" Type="http://schemas.openxmlformats.org/officeDocument/2006/relationships/image" Target="../media/image70.png"/></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4.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Ảnh dự án">
            <a:extLst>
              <a:ext uri="{FF2B5EF4-FFF2-40B4-BE49-F238E27FC236}">
                <a16:creationId xmlns:a16="http://schemas.microsoft.com/office/drawing/2014/main" xmlns="" id="{7A0EAA9A-AED3-4B6F-85CC-050B79D2E9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8915" r="18915"/>
          <a:stretch/>
        </p:blipFill>
        <p:spPr bwMode="auto">
          <a:xfrm>
            <a:off x="0" y="-32835"/>
            <a:ext cx="9140776" cy="6899041"/>
          </a:xfrm>
          <a:prstGeom prst="rect">
            <a:avLst/>
          </a:prstGeom>
          <a:noFill/>
          <a:extLst>
            <a:ext uri="{909E8E84-426E-40DD-AFC4-6F175D3DCCD1}">
              <a14:hiddenFill xmlns:a14="http://schemas.microsoft.com/office/drawing/2010/main">
                <a:solidFill>
                  <a:srgbClr val="FFFFFF"/>
                </a:solidFill>
              </a14:hiddenFill>
            </a:ext>
          </a:extLst>
        </p:spPr>
      </p:pic>
      <p:sp>
        <p:nvSpPr>
          <p:cNvPr id="5" name="White Cover">
            <a:extLst>
              <a:ext uri="{FF2B5EF4-FFF2-40B4-BE49-F238E27FC236}">
                <a16:creationId xmlns:a16="http://schemas.microsoft.com/office/drawing/2014/main" xmlns="" id="{A26BEEA6-E290-4392-9B93-F7FA56EE984D}"/>
              </a:ext>
            </a:extLst>
          </p:cNvPr>
          <p:cNvSpPr/>
          <p:nvPr/>
        </p:nvSpPr>
        <p:spPr>
          <a:xfrm>
            <a:off x="-3224" y="-32835"/>
            <a:ext cx="9144000" cy="6899041"/>
          </a:xfrm>
          <a:prstGeom prst="rect">
            <a:avLst/>
          </a:prstGeom>
          <a:gradFill flip="none" rotWithShape="1">
            <a:gsLst>
              <a:gs pos="0">
                <a:schemeClr val="lt1">
                  <a:hueOff val="0"/>
                  <a:satOff val="0"/>
                  <a:lumOff val="0"/>
                  <a:satMod val="103000"/>
                  <a:lumMod val="102000"/>
                  <a:tint val="94000"/>
                </a:schemeClr>
              </a:gs>
              <a:gs pos="36000">
                <a:schemeClr val="lt1">
                  <a:hueOff val="0"/>
                  <a:satOff val="0"/>
                  <a:lumOff val="0"/>
                  <a:satMod val="110000"/>
                  <a:lumMod val="100000"/>
                  <a:shade val="100000"/>
                </a:schemeClr>
              </a:gs>
              <a:gs pos="100000">
                <a:schemeClr val="bg1">
                  <a:alpha val="6400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Nốt ghẻ">
            <a:extLst>
              <a:ext uri="{FF2B5EF4-FFF2-40B4-BE49-F238E27FC236}">
                <a16:creationId xmlns:a16="http://schemas.microsoft.com/office/drawing/2014/main" xmlns="" id="{8B384D35-9B8E-43D0-BA24-6B3B6BA44D7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224" y="-32835"/>
            <a:ext cx="9140776" cy="6858000"/>
          </a:xfrm>
          <a:prstGeom prst="rect">
            <a:avLst/>
          </a:prstGeom>
        </p:spPr>
      </p:pic>
      <p:sp>
        <p:nvSpPr>
          <p:cNvPr id="27" name="Subtitle">
            <a:extLst>
              <a:ext uri="{FF2B5EF4-FFF2-40B4-BE49-F238E27FC236}">
                <a16:creationId xmlns:a16="http://schemas.microsoft.com/office/drawing/2014/main" xmlns="" id="{B7D8FE80-7859-478A-9E8D-4A44100DC50D}"/>
              </a:ext>
            </a:extLst>
          </p:cNvPr>
          <p:cNvSpPr txBox="1">
            <a:spLocks/>
          </p:cNvSpPr>
          <p:nvPr/>
        </p:nvSpPr>
        <p:spPr>
          <a:xfrm>
            <a:off x="973857" y="4653813"/>
            <a:ext cx="5369735" cy="595115"/>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2800" b="0"/>
              <a:t>Lập kế hoạch dự án</a:t>
            </a:r>
            <a:endParaRPr lang="en-US" sz="2800" b="0" dirty="0"/>
          </a:p>
        </p:txBody>
      </p:sp>
      <p:sp>
        <p:nvSpPr>
          <p:cNvPr id="26" name="Subject">
            <a:extLst>
              <a:ext uri="{FF2B5EF4-FFF2-40B4-BE49-F238E27FC236}">
                <a16:creationId xmlns:a16="http://schemas.microsoft.com/office/drawing/2014/main" xmlns="" id="{8E7005F7-72C1-4C16-8973-B5728FEB5952}"/>
              </a:ext>
            </a:extLst>
          </p:cNvPr>
          <p:cNvSpPr txBox="1">
            <a:spLocks/>
          </p:cNvSpPr>
          <p:nvPr/>
        </p:nvSpPr>
        <p:spPr>
          <a:xfrm>
            <a:off x="228600" y="3698128"/>
            <a:ext cx="7342482" cy="848792"/>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dirty="0" smtClean="0"/>
              <a:t>3. </a:t>
            </a:r>
            <a:r>
              <a:rPr lang="en-US" dirty="0"/>
              <a:t>Project Planning</a:t>
            </a:r>
          </a:p>
        </p:txBody>
      </p:sp>
      <p:sp>
        <p:nvSpPr>
          <p:cNvPr id="4" name="SOICT">
            <a:extLst>
              <a:ext uri="{FF2B5EF4-FFF2-40B4-BE49-F238E27FC236}">
                <a16:creationId xmlns:a16="http://schemas.microsoft.com/office/drawing/2014/main" xmlns="" id="{5B4B8B48-B498-4D9C-8FAC-7D4AD8F590EE}"/>
              </a:ext>
            </a:extLst>
          </p:cNvPr>
          <p:cNvSpPr txBox="1"/>
          <p:nvPr/>
        </p:nvSpPr>
        <p:spPr>
          <a:xfrm>
            <a:off x="1185007" y="1129313"/>
            <a:ext cx="5158586" cy="430887"/>
          </a:xfrm>
          <a:prstGeom prst="rect">
            <a:avLst/>
          </a:prstGeom>
          <a:noFill/>
        </p:spPr>
        <p:txBody>
          <a:bodyPr wrap="square" rtlCol="0">
            <a:spAutoFit/>
          </a:bodyPr>
          <a:lstStyle/>
          <a:p>
            <a:r>
              <a:rPr lang="en-US" sz="1050">
                <a:solidFill>
                  <a:srgbClr val="C00000"/>
                </a:solidFill>
              </a:rPr>
              <a:t>VIỆN CÔNG NGHỆ THÔNG TIN VÀ TRUYỀN THÔNG</a:t>
            </a:r>
          </a:p>
          <a:p>
            <a:r>
              <a:rPr lang="en-US" sz="1050">
                <a:solidFill>
                  <a:srgbClr val="C00000"/>
                </a:solidFill>
              </a:rPr>
              <a:t>SCHOOL OF INFORMATION AND COMMUNICATIONS TECHNOLOGY</a:t>
            </a:r>
          </a:p>
        </p:txBody>
      </p:sp>
      <p:pic>
        <p:nvPicPr>
          <p:cNvPr id="25" name="HUST" descr="Text&#10;&#10;Description automatically generated">
            <a:extLst>
              <a:ext uri="{FF2B5EF4-FFF2-40B4-BE49-F238E27FC236}">
                <a16:creationId xmlns:a16="http://schemas.microsoft.com/office/drawing/2014/main" xmlns="" id="{B6FCAB1D-73F0-4F3C-A2F7-79771D1601E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13012" y="317038"/>
            <a:ext cx="2576374" cy="936215"/>
          </a:xfrm>
          <a:prstGeom prst="rect">
            <a:avLst/>
          </a:prstGeom>
        </p:spPr>
      </p:pic>
    </p:spTree>
    <p:extLst>
      <p:ext uri="{BB962C8B-B14F-4D97-AF65-F5344CB8AC3E}">
        <p14:creationId xmlns:p14="http://schemas.microsoft.com/office/powerpoint/2010/main" val="338964428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Project Planning</a:t>
            </a:r>
          </a:p>
        </p:txBody>
      </p:sp>
      <p:sp>
        <p:nvSpPr>
          <p:cNvPr id="3" name="Text Placeholder 2"/>
          <p:cNvSpPr>
            <a:spLocks noGrp="1"/>
          </p:cNvSpPr>
          <p:nvPr>
            <p:ph type="body" sz="quarter" idx="13"/>
          </p:nvPr>
        </p:nvSpPr>
        <p:spPr/>
        <p:txBody>
          <a:bodyPr/>
          <a:lstStyle/>
          <a:p>
            <a:r>
              <a:rPr lang="en-US" dirty="0"/>
              <a:t>1. </a:t>
            </a:r>
            <a:r>
              <a:rPr lang="en-US" dirty="0" err="1"/>
              <a:t>Giới</a:t>
            </a:r>
            <a:r>
              <a:rPr lang="en-US" dirty="0"/>
              <a:t> </a:t>
            </a:r>
            <a:r>
              <a:rPr lang="en-US" dirty="0" err="1"/>
              <a:t>thiệu</a:t>
            </a:r>
            <a:r>
              <a:rPr lang="en-US" dirty="0"/>
              <a:t> </a:t>
            </a:r>
            <a:r>
              <a:rPr lang="en-US" dirty="0" err="1"/>
              <a:t>về</a:t>
            </a:r>
            <a:r>
              <a:rPr lang="en-US" dirty="0"/>
              <a:t> </a:t>
            </a:r>
            <a:r>
              <a:rPr lang="en-US" dirty="0" err="1"/>
              <a:t>Lập</a:t>
            </a:r>
            <a:r>
              <a:rPr lang="en-US" dirty="0"/>
              <a:t> kế </a:t>
            </a:r>
            <a:r>
              <a:rPr lang="en-US" dirty="0" err="1" smtClean="0"/>
              <a:t>hoạch</a:t>
            </a:r>
            <a:endParaRPr lang="en-US" dirty="0" smtClean="0"/>
          </a:p>
          <a:p>
            <a:r>
              <a:rPr lang="en-US" dirty="0"/>
              <a:t>2. </a:t>
            </a:r>
            <a:r>
              <a:rPr lang="en-US" dirty="0" err="1"/>
              <a:t>Lập</a:t>
            </a:r>
            <a:r>
              <a:rPr lang="en-US" dirty="0"/>
              <a:t> kế </a:t>
            </a:r>
            <a:r>
              <a:rPr lang="en-US" dirty="0" err="1"/>
              <a:t>hoạch</a:t>
            </a:r>
            <a:r>
              <a:rPr lang="en-US" dirty="0"/>
              <a:t> </a:t>
            </a:r>
            <a:r>
              <a:rPr lang="en-US" dirty="0" smtClean="0"/>
              <a:t>QL </a:t>
            </a:r>
            <a:r>
              <a:rPr lang="en-US" dirty="0" err="1" smtClean="0"/>
              <a:t>Tích</a:t>
            </a:r>
            <a:r>
              <a:rPr lang="en-US" dirty="0" smtClean="0"/>
              <a:t> </a:t>
            </a:r>
            <a:r>
              <a:rPr lang="en-US" dirty="0" err="1" smtClean="0"/>
              <a:t>hợp</a:t>
            </a:r>
            <a:endParaRPr lang="en-US" dirty="0" smtClean="0"/>
          </a:p>
          <a:p>
            <a:r>
              <a:rPr lang="en-US" dirty="0"/>
              <a:t>3. </a:t>
            </a:r>
            <a:r>
              <a:rPr lang="en-US" dirty="0" err="1"/>
              <a:t>Lập</a:t>
            </a:r>
            <a:r>
              <a:rPr lang="en-US" dirty="0"/>
              <a:t> kế </a:t>
            </a:r>
            <a:r>
              <a:rPr lang="en-US" dirty="0" err="1"/>
              <a:t>hoạch</a:t>
            </a:r>
            <a:r>
              <a:rPr lang="en-US" dirty="0"/>
              <a:t> QL </a:t>
            </a:r>
            <a:r>
              <a:rPr lang="en-US" dirty="0" err="1" smtClean="0"/>
              <a:t>Phạm</a:t>
            </a:r>
            <a:r>
              <a:rPr lang="en-US" dirty="0" smtClean="0"/>
              <a:t> vi</a:t>
            </a:r>
          </a:p>
          <a:p>
            <a:r>
              <a:rPr lang="en-US" dirty="0"/>
              <a:t>4. </a:t>
            </a:r>
            <a:r>
              <a:rPr lang="en-US" dirty="0" err="1"/>
              <a:t>Lập</a:t>
            </a:r>
            <a:r>
              <a:rPr lang="en-US" dirty="0"/>
              <a:t> kế </a:t>
            </a:r>
            <a:r>
              <a:rPr lang="en-US" dirty="0" err="1"/>
              <a:t>hoạch</a:t>
            </a:r>
            <a:r>
              <a:rPr lang="en-US" dirty="0"/>
              <a:t> </a:t>
            </a:r>
            <a:r>
              <a:rPr lang="en-US" dirty="0" smtClean="0"/>
              <a:t>QL </a:t>
            </a:r>
            <a:r>
              <a:rPr lang="en-US" dirty="0" err="1"/>
              <a:t>Thời</a:t>
            </a:r>
            <a:r>
              <a:rPr lang="en-US" dirty="0"/>
              <a:t> </a:t>
            </a:r>
            <a:r>
              <a:rPr lang="en-US" dirty="0" err="1" smtClean="0"/>
              <a:t>gian</a:t>
            </a:r>
            <a:endParaRPr lang="en-US" dirty="0" smtClean="0"/>
          </a:p>
          <a:p>
            <a:r>
              <a:rPr lang="en-US" dirty="0"/>
              <a:t>5. </a:t>
            </a:r>
            <a:r>
              <a:rPr lang="en-US" dirty="0" err="1"/>
              <a:t>Lập</a:t>
            </a:r>
            <a:r>
              <a:rPr lang="en-US" dirty="0"/>
              <a:t> kế </a:t>
            </a:r>
            <a:r>
              <a:rPr lang="en-US" dirty="0" err="1"/>
              <a:t>hoạch</a:t>
            </a:r>
            <a:r>
              <a:rPr lang="en-US" dirty="0"/>
              <a:t> QL </a:t>
            </a:r>
            <a:r>
              <a:rPr lang="en-US" dirty="0" smtClean="0"/>
              <a:t>Chi </a:t>
            </a:r>
            <a:r>
              <a:rPr lang="en-US" dirty="0" err="1" smtClean="0"/>
              <a:t>phí</a:t>
            </a:r>
            <a:endParaRPr lang="en-US" dirty="0" smtClean="0"/>
          </a:p>
          <a:p>
            <a:r>
              <a:rPr lang="en-US" dirty="0"/>
              <a:t>6. </a:t>
            </a:r>
            <a:r>
              <a:rPr lang="en-US" dirty="0" err="1"/>
              <a:t>Lập</a:t>
            </a:r>
            <a:r>
              <a:rPr lang="en-US" dirty="0"/>
              <a:t> kế </a:t>
            </a:r>
            <a:r>
              <a:rPr lang="en-US" dirty="0" err="1"/>
              <a:t>hoạch</a:t>
            </a:r>
            <a:r>
              <a:rPr lang="en-US" dirty="0"/>
              <a:t> QL </a:t>
            </a:r>
            <a:r>
              <a:rPr lang="en-US" dirty="0" err="1" smtClean="0"/>
              <a:t>Chất</a:t>
            </a:r>
            <a:r>
              <a:rPr lang="en-US" dirty="0" smtClean="0"/>
              <a:t> </a:t>
            </a:r>
            <a:r>
              <a:rPr lang="en-US" dirty="0" err="1" smtClean="0"/>
              <a:t>lượng</a:t>
            </a:r>
            <a:endParaRPr lang="en-US" dirty="0" smtClean="0"/>
          </a:p>
          <a:p>
            <a:r>
              <a:rPr lang="en-US" dirty="0"/>
              <a:t>7. </a:t>
            </a:r>
            <a:r>
              <a:rPr lang="en-US" dirty="0" err="1"/>
              <a:t>Lập</a:t>
            </a:r>
            <a:r>
              <a:rPr lang="en-US" dirty="0"/>
              <a:t> kế </a:t>
            </a:r>
            <a:r>
              <a:rPr lang="en-US" dirty="0" err="1"/>
              <a:t>hoạch</a:t>
            </a:r>
            <a:r>
              <a:rPr lang="en-US" dirty="0"/>
              <a:t> QL </a:t>
            </a:r>
            <a:r>
              <a:rPr lang="en-US" dirty="0" err="1"/>
              <a:t>Nhân</a:t>
            </a:r>
            <a:r>
              <a:rPr lang="en-US" dirty="0"/>
              <a:t> </a:t>
            </a:r>
            <a:r>
              <a:rPr lang="en-US" dirty="0" err="1" smtClean="0"/>
              <a:t>lực</a:t>
            </a:r>
            <a:endParaRPr lang="en-US" dirty="0" smtClean="0"/>
          </a:p>
          <a:p>
            <a:r>
              <a:rPr lang="en-US" dirty="0"/>
              <a:t>8. </a:t>
            </a:r>
            <a:r>
              <a:rPr lang="en-US" dirty="0" err="1"/>
              <a:t>Lập</a:t>
            </a:r>
            <a:r>
              <a:rPr lang="en-US" dirty="0"/>
              <a:t> kế </a:t>
            </a:r>
            <a:r>
              <a:rPr lang="en-US" dirty="0" err="1"/>
              <a:t>hoạch</a:t>
            </a:r>
            <a:r>
              <a:rPr lang="en-US" dirty="0"/>
              <a:t> Giao </a:t>
            </a:r>
            <a:r>
              <a:rPr lang="en-US" dirty="0" err="1"/>
              <a:t>tiếp</a:t>
            </a:r>
            <a:r>
              <a:rPr lang="en-US" dirty="0"/>
              <a:t> /</a:t>
            </a:r>
            <a:r>
              <a:rPr lang="en-US" dirty="0" err="1"/>
              <a:t>Liên</a:t>
            </a:r>
            <a:r>
              <a:rPr lang="en-US" dirty="0"/>
              <a:t> </a:t>
            </a:r>
            <a:r>
              <a:rPr lang="en-US" dirty="0" err="1"/>
              <a:t>lạc</a:t>
            </a:r>
            <a:endParaRPr lang="en-US" dirty="0"/>
          </a:p>
          <a:p>
            <a:r>
              <a:rPr lang="en-US" dirty="0"/>
              <a:t>9. </a:t>
            </a:r>
            <a:r>
              <a:rPr lang="en-US" dirty="0" err="1"/>
              <a:t>Lập</a:t>
            </a:r>
            <a:r>
              <a:rPr lang="en-US" dirty="0"/>
              <a:t> kế </a:t>
            </a:r>
            <a:r>
              <a:rPr lang="en-US" dirty="0" err="1"/>
              <a:t>hoạch</a:t>
            </a:r>
            <a:r>
              <a:rPr lang="en-US" dirty="0"/>
              <a:t> QL </a:t>
            </a:r>
            <a:r>
              <a:rPr lang="en-US" dirty="0" err="1"/>
              <a:t>Rủi</a:t>
            </a:r>
            <a:r>
              <a:rPr lang="en-US" dirty="0"/>
              <a:t> </a:t>
            </a:r>
            <a:r>
              <a:rPr lang="en-US" dirty="0" err="1"/>
              <a:t>ro</a:t>
            </a:r>
            <a:endParaRPr lang="en-US" dirty="0"/>
          </a:p>
          <a:p>
            <a:r>
              <a:rPr lang="en-US" dirty="0"/>
              <a:t>10. </a:t>
            </a:r>
            <a:r>
              <a:rPr lang="en-US" dirty="0" err="1"/>
              <a:t>Lập</a:t>
            </a:r>
            <a:r>
              <a:rPr lang="en-US" dirty="0"/>
              <a:t> kế </a:t>
            </a:r>
            <a:r>
              <a:rPr lang="en-US" dirty="0" err="1"/>
              <a:t>hoạch</a:t>
            </a:r>
            <a:r>
              <a:rPr lang="en-US" dirty="0"/>
              <a:t> </a:t>
            </a:r>
            <a:r>
              <a:rPr lang="en-US" dirty="0" err="1"/>
              <a:t>mua</a:t>
            </a:r>
            <a:r>
              <a:rPr lang="en-US" dirty="0"/>
              <a:t> </a:t>
            </a:r>
            <a:r>
              <a:rPr lang="en-US" dirty="0" err="1"/>
              <a:t>sắm</a:t>
            </a:r>
            <a:endParaRPr lang="en-US" dirty="0"/>
          </a:p>
          <a:p>
            <a:pPr marL="0" indent="0">
              <a:buNone/>
            </a:pPr>
            <a:endParaRPr lang="en-US" dirty="0" smtClean="0"/>
          </a:p>
          <a:p>
            <a:endParaRPr lang="en-US" dirty="0" smtClean="0"/>
          </a:p>
          <a:p>
            <a:endParaRPr lang="en-US" dirty="0"/>
          </a:p>
        </p:txBody>
      </p:sp>
      <p:sp>
        <p:nvSpPr>
          <p:cNvPr id="4" name="Slide Number Placeholder 3"/>
          <p:cNvSpPr>
            <a:spLocks noGrp="1"/>
          </p:cNvSpPr>
          <p:nvPr>
            <p:ph type="sldNum" sz="quarter" idx="12"/>
          </p:nvPr>
        </p:nvSpPr>
        <p:spPr/>
        <p:txBody>
          <a:bodyPr/>
          <a:lstStyle/>
          <a:p>
            <a:fld id="{9EA0BE3B-158A-4EDF-80DC-E394A0D1600F}" type="slidenum">
              <a:rPr lang="en-US" smtClean="0"/>
              <a:pPr/>
              <a:t>2</a:t>
            </a:fld>
            <a:endParaRPr lang="en-US" dirty="0"/>
          </a:p>
        </p:txBody>
      </p:sp>
    </p:spTree>
    <p:extLst>
      <p:ext uri="{BB962C8B-B14F-4D97-AF65-F5344CB8AC3E}">
        <p14:creationId xmlns:p14="http://schemas.microsoft.com/office/powerpoint/2010/main" val="350603218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 </a:t>
            </a:r>
            <a:r>
              <a:rPr lang="en-US" dirty="0" err="1" smtClean="0"/>
              <a:t>Giới</a:t>
            </a:r>
            <a:r>
              <a:rPr lang="en-US" dirty="0" smtClean="0"/>
              <a:t> </a:t>
            </a:r>
            <a:r>
              <a:rPr lang="en-US" dirty="0" err="1" smtClean="0"/>
              <a:t>thiệu</a:t>
            </a:r>
            <a:r>
              <a:rPr lang="en-US" dirty="0" smtClean="0"/>
              <a:t> </a:t>
            </a:r>
            <a:r>
              <a:rPr lang="en-US" dirty="0" err="1" smtClean="0"/>
              <a:t>về</a:t>
            </a:r>
            <a:r>
              <a:rPr lang="en-US" dirty="0" smtClean="0"/>
              <a:t> </a:t>
            </a:r>
            <a:r>
              <a:rPr lang="en-US" dirty="0" err="1" smtClean="0"/>
              <a:t>Lập</a:t>
            </a:r>
            <a:r>
              <a:rPr lang="en-US" dirty="0" smtClean="0"/>
              <a:t> kế </a:t>
            </a:r>
            <a:r>
              <a:rPr lang="en-US" dirty="0" err="1" smtClean="0"/>
              <a:t>hoạch</a:t>
            </a:r>
            <a:endParaRPr lang="en-US" dirty="0"/>
          </a:p>
        </p:txBody>
      </p:sp>
      <p:sp>
        <p:nvSpPr>
          <p:cNvPr id="3" name="Text Placeholder 2"/>
          <p:cNvSpPr>
            <a:spLocks noGrp="1"/>
          </p:cNvSpPr>
          <p:nvPr>
            <p:ph type="body" sz="quarter" idx="13"/>
          </p:nvPr>
        </p:nvSpPr>
        <p:spPr/>
        <p:txBody>
          <a:bodyPr/>
          <a:lstStyle/>
          <a:p>
            <a:endParaRPr lang="en-US"/>
          </a:p>
        </p:txBody>
      </p:sp>
      <p:sp>
        <p:nvSpPr>
          <p:cNvPr id="4" name="Slide Number Placeholder 3"/>
          <p:cNvSpPr>
            <a:spLocks noGrp="1"/>
          </p:cNvSpPr>
          <p:nvPr>
            <p:ph type="sldNum" sz="quarter" idx="12"/>
          </p:nvPr>
        </p:nvSpPr>
        <p:spPr/>
        <p:txBody>
          <a:bodyPr/>
          <a:lstStyle/>
          <a:p>
            <a:fld id="{9EA0BE3B-158A-4EDF-80DC-E394A0D1600F}" type="slidenum">
              <a:rPr lang="en-US" smtClean="0"/>
              <a:pPr/>
              <a:t>3</a:t>
            </a:fld>
            <a:endParaRPr lang="en-US" dirty="0"/>
          </a:p>
        </p:txBody>
      </p:sp>
    </p:spTree>
    <p:extLst>
      <p:ext uri="{BB962C8B-B14F-4D97-AF65-F5344CB8AC3E}">
        <p14:creationId xmlns:p14="http://schemas.microsoft.com/office/powerpoint/2010/main" val="18678988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xmlns="" id="{547328EE-5B3C-4F71-9F7B-79FBFA8AF84E}"/>
              </a:ext>
            </a:extLst>
          </p:cNvPr>
          <p:cNvSpPr>
            <a:spLocks noGrp="1"/>
          </p:cNvSpPr>
          <p:nvPr>
            <p:ph type="sldNum" sz="quarter" idx="12"/>
          </p:nvPr>
        </p:nvSpPr>
        <p:spPr/>
        <p:txBody>
          <a:bodyPr/>
          <a:lstStyle/>
          <a:p>
            <a:fld id="{9EA0BE3B-158A-4EDF-80DC-E394A0D1600F}" type="slidenum">
              <a:rPr lang="en-US" smtClean="0"/>
              <a:pPr/>
              <a:t>4</a:t>
            </a:fld>
            <a:endParaRPr lang="en-US" dirty="0"/>
          </a:p>
        </p:txBody>
      </p:sp>
      <p:sp>
        <p:nvSpPr>
          <p:cNvPr id="41986" name="Rectangle 2"/>
          <p:cNvSpPr>
            <a:spLocks noGrp="1" noChangeArrowheads="1"/>
          </p:cNvSpPr>
          <p:nvPr>
            <p:ph type="title"/>
          </p:nvPr>
        </p:nvSpPr>
        <p:spPr/>
        <p:txBody>
          <a:bodyPr/>
          <a:lstStyle/>
          <a:p>
            <a:pPr eaLnBrk="1" hangingPunct="1"/>
            <a:r>
              <a:rPr lang="en-US" altLang="ja-JP" sz="3200" dirty="0" err="1" smtClean="0"/>
              <a:t>Giới</a:t>
            </a:r>
            <a:r>
              <a:rPr lang="en-US" altLang="ja-JP" sz="3200" dirty="0" smtClean="0"/>
              <a:t> </a:t>
            </a:r>
            <a:r>
              <a:rPr lang="en-US" altLang="ja-JP" sz="3200" dirty="0" err="1" smtClean="0"/>
              <a:t>thiệu</a:t>
            </a:r>
            <a:r>
              <a:rPr lang="en-US" altLang="ja-JP" sz="3200" dirty="0" smtClean="0"/>
              <a:t> </a:t>
            </a:r>
            <a:r>
              <a:rPr lang="en-US" altLang="ja-JP" sz="3200" dirty="0" err="1" smtClean="0"/>
              <a:t>về</a:t>
            </a:r>
            <a:r>
              <a:rPr lang="en-US" altLang="ja-JP" sz="3200" dirty="0" smtClean="0"/>
              <a:t> </a:t>
            </a:r>
            <a:r>
              <a:rPr lang="en-US" altLang="ja-JP" sz="3200" dirty="0" err="1" smtClean="0"/>
              <a:t>Lập</a:t>
            </a:r>
            <a:r>
              <a:rPr lang="en-US" altLang="ja-JP" sz="3200" dirty="0" smtClean="0"/>
              <a:t> </a:t>
            </a:r>
            <a:r>
              <a:rPr lang="en-US" altLang="ja-JP" sz="3200" dirty="0"/>
              <a:t>kế </a:t>
            </a:r>
            <a:r>
              <a:rPr lang="en-US" altLang="ja-JP" sz="3200" dirty="0" err="1"/>
              <a:t>hoạch</a:t>
            </a:r>
            <a:endParaRPr lang="en-US" altLang="ja-JP" sz="3200" dirty="0">
              <a:solidFill>
                <a:schemeClr val="tx1"/>
              </a:solidFill>
            </a:endParaRPr>
          </a:p>
        </p:txBody>
      </p:sp>
      <p:sp>
        <p:nvSpPr>
          <p:cNvPr id="2" name="Text Placeholder 1">
            <a:extLst>
              <a:ext uri="{FF2B5EF4-FFF2-40B4-BE49-F238E27FC236}">
                <a16:creationId xmlns:a16="http://schemas.microsoft.com/office/drawing/2014/main" xmlns="" id="{6A1668DB-E58D-4091-B6FF-4C0364A9F6FA}"/>
              </a:ext>
            </a:extLst>
          </p:cNvPr>
          <p:cNvSpPr>
            <a:spLocks noGrp="1"/>
          </p:cNvSpPr>
          <p:nvPr>
            <p:ph type="body" sz="quarter" idx="13"/>
          </p:nvPr>
        </p:nvSpPr>
        <p:spPr>
          <a:xfrm>
            <a:off x="234950" y="787526"/>
            <a:ext cx="8674100" cy="431674"/>
          </a:xfrm>
        </p:spPr>
        <p:txBody>
          <a:bodyPr/>
          <a:lstStyle/>
          <a:p>
            <a:r>
              <a:rPr lang="en-US" altLang="ja-JP" sz="2400" dirty="0" err="1" smtClean="0">
                <a:solidFill>
                  <a:schemeClr val="tx1"/>
                </a:solidFill>
              </a:rPr>
              <a:t>Tổng</a:t>
            </a:r>
            <a:r>
              <a:rPr lang="en-US" altLang="ja-JP" sz="2400" dirty="0" smtClean="0">
                <a:solidFill>
                  <a:schemeClr val="tx1"/>
                </a:solidFill>
              </a:rPr>
              <a:t> </a:t>
            </a:r>
            <a:r>
              <a:rPr lang="en-US" altLang="ja-JP" sz="2400" dirty="0" err="1">
                <a:solidFill>
                  <a:schemeClr val="tx1"/>
                </a:solidFill>
              </a:rPr>
              <a:t>quan</a:t>
            </a:r>
            <a:endParaRPr lang="en-US" dirty="0"/>
          </a:p>
        </p:txBody>
      </p:sp>
      <p:graphicFrame>
        <p:nvGraphicFramePr>
          <p:cNvPr id="185488" name="Group 144"/>
          <p:cNvGraphicFramePr>
            <a:graphicFrameLocks noGrp="1"/>
          </p:cNvGraphicFramePr>
          <p:nvPr>
            <p:ph type="tbl" idx="4294967295"/>
            <p:extLst>
              <p:ext uri="{D42A27DB-BD31-4B8C-83A1-F6EECF244321}">
                <p14:modId xmlns:p14="http://schemas.microsoft.com/office/powerpoint/2010/main" val="755348758"/>
              </p:ext>
            </p:extLst>
          </p:nvPr>
        </p:nvGraphicFramePr>
        <p:xfrm>
          <a:off x="1936750" y="1205481"/>
          <a:ext cx="4724400" cy="5285237"/>
        </p:xfrm>
        <a:graphic>
          <a:graphicData uri="http://schemas.openxmlformats.org/drawingml/2006/table">
            <a:tbl>
              <a:tblPr/>
              <a:tblGrid>
                <a:gridCol w="1870075">
                  <a:extLst>
                    <a:ext uri="{9D8B030D-6E8A-4147-A177-3AD203B41FA5}">
                      <a16:colId xmlns:a16="http://schemas.microsoft.com/office/drawing/2014/main" xmlns="" val="20000"/>
                    </a:ext>
                  </a:extLst>
                </a:gridCol>
                <a:gridCol w="2854325">
                  <a:extLst>
                    <a:ext uri="{9D8B030D-6E8A-4147-A177-3AD203B41FA5}">
                      <a16:colId xmlns:a16="http://schemas.microsoft.com/office/drawing/2014/main" xmlns="" val="20001"/>
                    </a:ext>
                  </a:extLst>
                </a:gridCol>
              </a:tblGrid>
              <a:tr h="516262">
                <a:tc>
                  <a:txBody>
                    <a:bodyPr/>
                    <a:lstStyle/>
                    <a:p>
                      <a:pPr lvl="0"/>
                      <a:r>
                        <a:rPr lang="en-US" altLang="ja-JP" sz="1400" dirty="0"/>
                        <a:t>1. </a:t>
                      </a:r>
                      <a:r>
                        <a:rPr lang="en-US" altLang="ja-JP" sz="1400" dirty="0" err="1"/>
                        <a:t>Quản</a:t>
                      </a:r>
                      <a:r>
                        <a:rPr lang="en-US" altLang="ja-JP" sz="1400" dirty="0"/>
                        <a:t> </a:t>
                      </a:r>
                      <a:r>
                        <a:rPr lang="en-US" altLang="ja-JP" sz="1400" dirty="0" err="1"/>
                        <a:t>lý</a:t>
                      </a:r>
                      <a:r>
                        <a:rPr lang="en-US" altLang="ja-JP" sz="1400" dirty="0"/>
                        <a:t> </a:t>
                      </a:r>
                      <a:r>
                        <a:rPr lang="en-US" altLang="ja-JP" sz="1400" dirty="0" err="1"/>
                        <a:t>hợp</a:t>
                      </a:r>
                      <a:r>
                        <a:rPr lang="en-US" altLang="ja-JP" sz="1400" dirty="0"/>
                        <a:t> </a:t>
                      </a:r>
                      <a:r>
                        <a:rPr lang="en-US" altLang="ja-JP" sz="1400" dirty="0" err="1"/>
                        <a:t>nhất</a:t>
                      </a:r>
                      <a:endParaRPr lang="en-US" sz="1400" dirty="0"/>
                    </a:p>
                  </a:txBody>
                  <a:tcPr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1" lang="en-US" altLang="ja-JP" sz="1200" b="0" i="0" u="none" strike="noStrike" cap="none" normalizeH="0" baseline="0">
                          <a:ln>
                            <a:noFill/>
                          </a:ln>
                          <a:solidFill>
                            <a:schemeClr val="tx1"/>
                          </a:solidFill>
                          <a:effectLst/>
                          <a:latin typeface="Arial" charset="0"/>
                          <a:ea typeface="ＭＳ Ｐゴシック" pitchFamily="50" charset="-128"/>
                        </a:rPr>
                        <a:t>Kế hoạch quản lý dự án</a:t>
                      </a: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463762">
                <a:tc>
                  <a:txBody>
                    <a:bodyPr/>
                    <a:lstStyle/>
                    <a:p>
                      <a:pPr lvl="0"/>
                      <a:r>
                        <a:rPr lang="en-US" altLang="ja-JP" sz="1400"/>
                        <a:t>2. Quản lý phạm vi</a:t>
                      </a:r>
                      <a:endParaRPr lang="en-US" sz="1400"/>
                    </a:p>
                  </a:txBody>
                  <a:tcPr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1" lang="en-US" altLang="ja-JP" sz="1200" b="0" i="0" u="none" strike="noStrike" cap="none" normalizeH="0" baseline="0">
                          <a:ln>
                            <a:noFill/>
                          </a:ln>
                          <a:solidFill>
                            <a:schemeClr val="tx1"/>
                          </a:solidFill>
                          <a:effectLst/>
                          <a:latin typeface="Arial" charset="0"/>
                          <a:ea typeface="ＭＳ Ｐゴシック" pitchFamily="50" charset="-128"/>
                        </a:rPr>
                        <a:t>Thu thập yêu cầu dự án, Xác định phạm vi, Tạo </a:t>
                      </a:r>
                      <a:r>
                        <a:rPr kumimoji="1" lang="en-US" altLang="ja-JP" sz="1200" b="0" i="0" u="none" strike="noStrike" cap="none" normalizeH="0" baseline="0" dirty="0">
                          <a:ln>
                            <a:noFill/>
                          </a:ln>
                          <a:solidFill>
                            <a:schemeClr val="tx1"/>
                          </a:solidFill>
                          <a:effectLst/>
                          <a:latin typeface="Arial" charset="0"/>
                          <a:ea typeface="ＭＳ Ｐゴシック" pitchFamily="50" charset="-128"/>
                        </a:rPr>
                        <a:t>WBS</a:t>
                      </a: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963510">
                <a:tc>
                  <a:txBody>
                    <a:bodyPr/>
                    <a:lstStyle/>
                    <a:p>
                      <a:pPr lvl="0"/>
                      <a:r>
                        <a:rPr lang="en-US" altLang="ja-JP" sz="1400"/>
                        <a:t>3. Quản lý thời gian</a:t>
                      </a:r>
                      <a:endParaRPr lang="en-US" sz="1400"/>
                    </a:p>
                  </a:txBody>
                  <a:tcPr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1" lang="en-US" altLang="ja-JP" sz="1200" b="0" i="0" u="none" strike="noStrike" cap="none" normalizeH="0" baseline="0" dirty="0" err="1">
                          <a:ln>
                            <a:noFill/>
                          </a:ln>
                          <a:solidFill>
                            <a:schemeClr val="tx1"/>
                          </a:solidFill>
                          <a:effectLst/>
                          <a:latin typeface="Arial" charset="0"/>
                          <a:ea typeface="ＭＳ Ｐゴシック" pitchFamily="50" charset="-128"/>
                        </a:rPr>
                        <a:t>Xác</a:t>
                      </a:r>
                      <a:r>
                        <a:rPr kumimoji="1" lang="en-US" altLang="ja-JP" sz="1200" b="0" i="0" u="none" strike="noStrike" cap="none" normalizeH="0" baseline="0" dirty="0">
                          <a:ln>
                            <a:noFill/>
                          </a:ln>
                          <a:solidFill>
                            <a:schemeClr val="tx1"/>
                          </a:solidFill>
                          <a:effectLst/>
                          <a:latin typeface="Arial" charset="0"/>
                          <a:ea typeface="ＭＳ Ｐゴシック" pitchFamily="50" charset="-128"/>
                        </a:rPr>
                        <a:t> </a:t>
                      </a:r>
                      <a:r>
                        <a:rPr kumimoji="1" lang="en-US" altLang="ja-JP" sz="1200" b="0" i="0" u="none" strike="noStrike" cap="none" normalizeH="0" baseline="0" dirty="0" err="1">
                          <a:ln>
                            <a:noFill/>
                          </a:ln>
                          <a:solidFill>
                            <a:schemeClr val="tx1"/>
                          </a:solidFill>
                          <a:effectLst/>
                          <a:latin typeface="Arial" charset="0"/>
                          <a:ea typeface="ＭＳ Ｐゴシック" pitchFamily="50" charset="-128"/>
                        </a:rPr>
                        <a:t>định</a:t>
                      </a:r>
                      <a:r>
                        <a:rPr kumimoji="1" lang="en-US" altLang="ja-JP" sz="1200" b="0" i="0" u="none" strike="noStrike" cap="none" normalizeH="0" baseline="0" dirty="0">
                          <a:ln>
                            <a:noFill/>
                          </a:ln>
                          <a:solidFill>
                            <a:schemeClr val="tx1"/>
                          </a:solidFill>
                          <a:effectLst/>
                          <a:latin typeface="Arial" charset="0"/>
                          <a:ea typeface="ＭＳ Ｐゴシック" pitchFamily="50" charset="-128"/>
                        </a:rPr>
                        <a:t> các </a:t>
                      </a:r>
                      <a:r>
                        <a:rPr kumimoji="1" lang="en-US" altLang="ja-JP" sz="1200" b="0" i="0" u="none" strike="noStrike" cap="none" normalizeH="0" baseline="0" dirty="0" err="1">
                          <a:ln>
                            <a:noFill/>
                          </a:ln>
                          <a:solidFill>
                            <a:schemeClr val="tx1"/>
                          </a:solidFill>
                          <a:effectLst/>
                          <a:latin typeface="Arial" charset="0"/>
                          <a:ea typeface="ＭＳ Ｐゴシック" pitchFamily="50" charset="-128"/>
                        </a:rPr>
                        <a:t>hoạt</a:t>
                      </a:r>
                      <a:r>
                        <a:rPr kumimoji="1" lang="en-US" altLang="ja-JP" sz="1200" b="0" i="0" u="none" strike="noStrike" cap="none" normalizeH="0" baseline="0" dirty="0">
                          <a:ln>
                            <a:noFill/>
                          </a:ln>
                          <a:solidFill>
                            <a:schemeClr val="tx1"/>
                          </a:solidFill>
                          <a:effectLst/>
                          <a:latin typeface="Arial" charset="0"/>
                          <a:ea typeface="ＭＳ Ｐゴシック" pitchFamily="50" charset="-128"/>
                        </a:rPr>
                        <a:t> </a:t>
                      </a:r>
                      <a:r>
                        <a:rPr kumimoji="1" lang="en-US" altLang="ja-JP" sz="1200" b="0" i="0" u="none" strike="noStrike" cap="none" normalizeH="0" baseline="0" dirty="0" err="1">
                          <a:ln>
                            <a:noFill/>
                          </a:ln>
                          <a:solidFill>
                            <a:schemeClr val="tx1"/>
                          </a:solidFill>
                          <a:effectLst/>
                          <a:latin typeface="Arial" charset="0"/>
                          <a:ea typeface="ＭＳ Ｐゴシック" pitchFamily="50" charset="-128"/>
                        </a:rPr>
                        <a:t>động</a:t>
                      </a:r>
                      <a:r>
                        <a:rPr kumimoji="1" lang="en-US" altLang="ja-JP" sz="1200" b="0" i="0" u="none" strike="noStrike" cap="none" normalizeH="0" baseline="0" dirty="0">
                          <a:ln>
                            <a:noFill/>
                          </a:ln>
                          <a:solidFill>
                            <a:schemeClr val="tx1"/>
                          </a:solidFill>
                          <a:effectLst/>
                          <a:latin typeface="Arial" charset="0"/>
                          <a:ea typeface="ＭＳ Ｐゴシック" pitchFamily="50" charset="-128"/>
                        </a:rPr>
                        <a:t>, Các </a:t>
                      </a:r>
                      <a:r>
                        <a:rPr kumimoji="1" lang="en-US" altLang="ja-JP" sz="1200" b="0" i="0" u="none" strike="noStrike" cap="none" normalizeH="0" baseline="0" dirty="0" err="1">
                          <a:ln>
                            <a:noFill/>
                          </a:ln>
                          <a:solidFill>
                            <a:schemeClr val="tx1"/>
                          </a:solidFill>
                          <a:effectLst/>
                          <a:latin typeface="Arial" charset="0"/>
                          <a:ea typeface="ＭＳ Ｐゴシック" pitchFamily="50" charset="-128"/>
                        </a:rPr>
                        <a:t>hoạt</a:t>
                      </a:r>
                      <a:r>
                        <a:rPr kumimoji="1" lang="en-US" altLang="ja-JP" sz="1200" b="0" i="0" u="none" strike="noStrike" cap="none" normalizeH="0" baseline="0" dirty="0">
                          <a:ln>
                            <a:noFill/>
                          </a:ln>
                          <a:solidFill>
                            <a:schemeClr val="tx1"/>
                          </a:solidFill>
                          <a:effectLst/>
                          <a:latin typeface="Arial" charset="0"/>
                          <a:ea typeface="ＭＳ Ｐゴシック" pitchFamily="50" charset="-128"/>
                        </a:rPr>
                        <a:t> </a:t>
                      </a:r>
                      <a:r>
                        <a:rPr kumimoji="1" lang="en-US" altLang="ja-JP" sz="1200" b="0" i="0" u="none" strike="noStrike" cap="none" normalizeH="0" baseline="0" dirty="0" err="1">
                          <a:ln>
                            <a:noFill/>
                          </a:ln>
                          <a:solidFill>
                            <a:schemeClr val="tx1"/>
                          </a:solidFill>
                          <a:effectLst/>
                          <a:latin typeface="Arial" charset="0"/>
                          <a:ea typeface="ＭＳ Ｐゴシック" pitchFamily="50" charset="-128"/>
                        </a:rPr>
                        <a:t>động</a:t>
                      </a:r>
                      <a:r>
                        <a:rPr kumimoji="1" lang="en-US" altLang="ja-JP" sz="1200" b="0" i="0" u="none" strike="noStrike" cap="none" normalizeH="0" baseline="0" dirty="0">
                          <a:ln>
                            <a:noFill/>
                          </a:ln>
                          <a:solidFill>
                            <a:schemeClr val="tx1"/>
                          </a:solidFill>
                          <a:effectLst/>
                          <a:latin typeface="Arial" charset="0"/>
                          <a:ea typeface="ＭＳ Ｐゴシック" pitchFamily="50" charset="-128"/>
                        </a:rPr>
                        <a:t> tuần </a:t>
                      </a:r>
                      <a:r>
                        <a:rPr kumimoji="1" lang="en-US" altLang="ja-JP" sz="1200" b="0" i="0" u="none" strike="noStrike" cap="none" normalizeH="0" baseline="0" dirty="0" err="1">
                          <a:ln>
                            <a:noFill/>
                          </a:ln>
                          <a:solidFill>
                            <a:schemeClr val="tx1"/>
                          </a:solidFill>
                          <a:effectLst/>
                          <a:latin typeface="Arial" charset="0"/>
                          <a:ea typeface="ＭＳ Ｐゴシック" pitchFamily="50" charset="-128"/>
                        </a:rPr>
                        <a:t>tự</a:t>
                      </a:r>
                      <a:r>
                        <a:rPr kumimoji="1" lang="en-US" altLang="ja-JP" sz="1200" b="0" i="0" u="none" strike="noStrike" cap="none" normalizeH="0" baseline="0" dirty="0">
                          <a:ln>
                            <a:noFill/>
                          </a:ln>
                          <a:solidFill>
                            <a:schemeClr val="tx1"/>
                          </a:solidFill>
                          <a:effectLst/>
                          <a:latin typeface="Arial" charset="0"/>
                          <a:ea typeface="ＭＳ Ｐゴシック" pitchFamily="50" charset="-128"/>
                        </a:rPr>
                        <a:t>, </a:t>
                      </a:r>
                      <a:r>
                        <a:rPr kumimoji="1" lang="vi-VN" altLang="ja-JP" sz="1200" b="0" i="0" u="none" strike="noStrike" cap="none" normalizeH="0" baseline="0" dirty="0">
                          <a:ln>
                            <a:noFill/>
                          </a:ln>
                          <a:solidFill>
                            <a:schemeClr val="tx1"/>
                          </a:solidFill>
                          <a:effectLst/>
                          <a:latin typeface="Arial" charset="0"/>
                          <a:ea typeface="ＭＳ Ｐゴシック" pitchFamily="50" charset="-128"/>
                        </a:rPr>
                        <a:t>Ư</a:t>
                      </a:r>
                      <a:r>
                        <a:rPr kumimoji="1" lang="en-US" altLang="ja-JP" sz="1200" b="0" i="0" u="none" strike="noStrike" cap="none" normalizeH="0" baseline="0" dirty="0" err="1">
                          <a:ln>
                            <a:noFill/>
                          </a:ln>
                          <a:solidFill>
                            <a:schemeClr val="tx1"/>
                          </a:solidFill>
                          <a:effectLst/>
                          <a:latin typeface="Arial" charset="0"/>
                          <a:ea typeface="ＭＳ Ｐゴシック" pitchFamily="50" charset="-128"/>
                        </a:rPr>
                        <a:t>ớc</a:t>
                      </a:r>
                      <a:r>
                        <a:rPr kumimoji="1" lang="en-US" altLang="ja-JP" sz="1200" b="0" i="0" u="none" strike="noStrike" cap="none" normalizeH="0" baseline="0" dirty="0">
                          <a:ln>
                            <a:noFill/>
                          </a:ln>
                          <a:solidFill>
                            <a:schemeClr val="tx1"/>
                          </a:solidFill>
                          <a:effectLst/>
                          <a:latin typeface="Arial" charset="0"/>
                          <a:ea typeface="ＭＳ Ｐゴシック" pitchFamily="50" charset="-128"/>
                        </a:rPr>
                        <a:t> l</a:t>
                      </a:r>
                      <a:r>
                        <a:rPr kumimoji="1" lang="vi-VN" altLang="ja-JP" sz="1200" b="0" i="0" u="none" strike="noStrike" cap="none" normalizeH="0" baseline="0" dirty="0">
                          <a:ln>
                            <a:noFill/>
                          </a:ln>
                          <a:solidFill>
                            <a:schemeClr val="tx1"/>
                          </a:solidFill>
                          <a:effectLst/>
                          <a:latin typeface="Arial" charset="0"/>
                          <a:ea typeface="ＭＳ Ｐゴシック" pitchFamily="50" charset="-128"/>
                        </a:rPr>
                        <a:t>ư</a:t>
                      </a:r>
                      <a:r>
                        <a:rPr kumimoji="1" lang="en-US" altLang="ja-JP" sz="1200" b="0" i="0" u="none" strike="noStrike" cap="none" normalizeH="0" baseline="0" dirty="0" err="1">
                          <a:ln>
                            <a:noFill/>
                          </a:ln>
                          <a:solidFill>
                            <a:schemeClr val="tx1"/>
                          </a:solidFill>
                          <a:effectLst/>
                          <a:latin typeface="Arial" charset="0"/>
                          <a:ea typeface="ＭＳ Ｐゴシック" pitchFamily="50" charset="-128"/>
                        </a:rPr>
                        <a:t>ợng</a:t>
                      </a:r>
                      <a:r>
                        <a:rPr kumimoji="1" lang="en-US" altLang="ja-JP" sz="1200" b="0" i="0" u="none" strike="noStrike" cap="none" normalizeH="0" baseline="0" dirty="0">
                          <a:ln>
                            <a:noFill/>
                          </a:ln>
                          <a:solidFill>
                            <a:schemeClr val="tx1"/>
                          </a:solidFill>
                          <a:effectLst/>
                          <a:latin typeface="Arial" charset="0"/>
                          <a:ea typeface="ＭＳ Ｐゴシック" pitchFamily="50" charset="-128"/>
                        </a:rPr>
                        <a:t> các </a:t>
                      </a:r>
                      <a:r>
                        <a:rPr kumimoji="1" lang="en-US" altLang="ja-JP" sz="1200" b="0" i="0" u="none" strike="noStrike" cap="none" normalizeH="0" baseline="0" dirty="0" err="1">
                          <a:ln>
                            <a:noFill/>
                          </a:ln>
                          <a:solidFill>
                            <a:schemeClr val="tx1"/>
                          </a:solidFill>
                          <a:effectLst/>
                          <a:latin typeface="Arial" charset="0"/>
                          <a:ea typeface="ＭＳ Ｐゴシック" pitchFamily="50" charset="-128"/>
                        </a:rPr>
                        <a:t>nguồn</a:t>
                      </a:r>
                      <a:r>
                        <a:rPr kumimoji="1" lang="en-US" altLang="ja-JP" sz="1200" b="0" i="0" u="none" strike="noStrike" cap="none" normalizeH="0" baseline="0" dirty="0">
                          <a:ln>
                            <a:noFill/>
                          </a:ln>
                          <a:solidFill>
                            <a:schemeClr val="tx1"/>
                          </a:solidFill>
                          <a:effectLst/>
                          <a:latin typeface="Arial" charset="0"/>
                          <a:ea typeface="ＭＳ Ｐゴシック" pitchFamily="50" charset="-128"/>
                        </a:rPr>
                        <a:t> </a:t>
                      </a:r>
                      <a:r>
                        <a:rPr kumimoji="1" lang="en-US" altLang="ja-JP" sz="1200" b="0" i="0" u="none" strike="noStrike" cap="none" normalizeH="0" baseline="0" dirty="0" err="1">
                          <a:ln>
                            <a:noFill/>
                          </a:ln>
                          <a:solidFill>
                            <a:schemeClr val="tx1"/>
                          </a:solidFill>
                          <a:effectLst/>
                          <a:latin typeface="Arial" charset="0"/>
                          <a:ea typeface="ＭＳ Ｐゴシック" pitchFamily="50" charset="-128"/>
                        </a:rPr>
                        <a:t>lực</a:t>
                      </a:r>
                      <a:r>
                        <a:rPr kumimoji="1" lang="en-US" altLang="ja-JP" sz="1200" b="0" i="0" u="none" strike="noStrike" cap="none" normalizeH="0" baseline="0" dirty="0">
                          <a:ln>
                            <a:noFill/>
                          </a:ln>
                          <a:solidFill>
                            <a:schemeClr val="tx1"/>
                          </a:solidFill>
                          <a:effectLst/>
                          <a:latin typeface="Arial" charset="0"/>
                          <a:ea typeface="ＭＳ Ｐゴシック" pitchFamily="50" charset="-128"/>
                        </a:rPr>
                        <a:t> </a:t>
                      </a:r>
                      <a:r>
                        <a:rPr kumimoji="1" lang="en-US" altLang="ja-JP" sz="1200" b="0" i="0" u="none" strike="noStrike" cap="none" normalizeH="0" baseline="0" dirty="0" err="1">
                          <a:ln>
                            <a:noFill/>
                          </a:ln>
                          <a:solidFill>
                            <a:schemeClr val="tx1"/>
                          </a:solidFill>
                          <a:effectLst/>
                          <a:latin typeface="Arial" charset="0"/>
                          <a:ea typeface="ＭＳ Ｐゴシック" pitchFamily="50" charset="-128"/>
                        </a:rPr>
                        <a:t>cho</a:t>
                      </a:r>
                      <a:r>
                        <a:rPr kumimoji="1" lang="en-US" altLang="ja-JP" sz="1200" b="0" i="0" u="none" strike="noStrike" cap="none" normalizeH="0" baseline="0" dirty="0">
                          <a:ln>
                            <a:noFill/>
                          </a:ln>
                          <a:solidFill>
                            <a:schemeClr val="tx1"/>
                          </a:solidFill>
                          <a:effectLst/>
                          <a:latin typeface="Arial" charset="0"/>
                          <a:ea typeface="ＭＳ Ｐゴシック" pitchFamily="50" charset="-128"/>
                        </a:rPr>
                        <a:t> các </a:t>
                      </a:r>
                      <a:r>
                        <a:rPr kumimoji="1" lang="en-US" altLang="ja-JP" sz="1200" b="0" i="0" u="none" strike="noStrike" cap="none" normalizeH="0" baseline="0" dirty="0" err="1">
                          <a:ln>
                            <a:noFill/>
                          </a:ln>
                          <a:solidFill>
                            <a:schemeClr val="tx1"/>
                          </a:solidFill>
                          <a:effectLst/>
                          <a:latin typeface="Arial" charset="0"/>
                          <a:ea typeface="ＭＳ Ｐゴシック" pitchFamily="50" charset="-128"/>
                        </a:rPr>
                        <a:t>hoạt</a:t>
                      </a:r>
                      <a:r>
                        <a:rPr kumimoji="1" lang="en-US" altLang="ja-JP" sz="1200" b="0" i="0" u="none" strike="noStrike" cap="none" normalizeH="0" baseline="0" dirty="0">
                          <a:ln>
                            <a:noFill/>
                          </a:ln>
                          <a:solidFill>
                            <a:schemeClr val="tx1"/>
                          </a:solidFill>
                          <a:effectLst/>
                          <a:latin typeface="Arial" charset="0"/>
                          <a:ea typeface="ＭＳ Ｐゴシック" pitchFamily="50" charset="-128"/>
                        </a:rPr>
                        <a:t> </a:t>
                      </a:r>
                      <a:r>
                        <a:rPr kumimoji="1" lang="en-US" altLang="ja-JP" sz="1200" b="0" i="0" u="none" strike="noStrike" cap="none" normalizeH="0" baseline="0" dirty="0" err="1">
                          <a:ln>
                            <a:noFill/>
                          </a:ln>
                          <a:solidFill>
                            <a:schemeClr val="tx1"/>
                          </a:solidFill>
                          <a:effectLst/>
                          <a:latin typeface="Arial" charset="0"/>
                          <a:ea typeface="ＭＳ Ｐゴシック" pitchFamily="50" charset="-128"/>
                        </a:rPr>
                        <a:t>động</a:t>
                      </a:r>
                      <a:r>
                        <a:rPr kumimoji="1" lang="en-US" altLang="ja-JP" sz="1200" b="0" i="0" u="none" strike="noStrike" cap="none" normalizeH="0" baseline="0" dirty="0">
                          <a:ln>
                            <a:noFill/>
                          </a:ln>
                          <a:solidFill>
                            <a:schemeClr val="tx1"/>
                          </a:solidFill>
                          <a:effectLst/>
                          <a:latin typeface="Arial" charset="0"/>
                          <a:ea typeface="ＭＳ Ｐゴシック" pitchFamily="50" charset="-128"/>
                        </a:rPr>
                        <a:t>, </a:t>
                      </a:r>
                      <a:r>
                        <a:rPr kumimoji="1" lang="vi-VN" altLang="ja-JP" sz="1200" b="0" i="0" u="none" strike="noStrike" cap="none" normalizeH="0" baseline="0" dirty="0">
                          <a:ln>
                            <a:noFill/>
                          </a:ln>
                          <a:solidFill>
                            <a:schemeClr val="tx1"/>
                          </a:solidFill>
                          <a:effectLst/>
                          <a:latin typeface="Arial" charset="0"/>
                          <a:ea typeface="ＭＳ Ｐゴシック" pitchFamily="50" charset="-128"/>
                        </a:rPr>
                        <a:t>Ư</a:t>
                      </a:r>
                      <a:r>
                        <a:rPr kumimoji="1" lang="en-US" altLang="ja-JP" sz="1200" b="0" i="0" u="none" strike="noStrike" cap="none" normalizeH="0" baseline="0" dirty="0" err="1">
                          <a:ln>
                            <a:noFill/>
                          </a:ln>
                          <a:solidFill>
                            <a:schemeClr val="tx1"/>
                          </a:solidFill>
                          <a:effectLst/>
                          <a:latin typeface="Arial" charset="0"/>
                          <a:ea typeface="ＭＳ Ｐゴシック" pitchFamily="50" charset="-128"/>
                        </a:rPr>
                        <a:t>ớc</a:t>
                      </a:r>
                      <a:r>
                        <a:rPr kumimoji="1" lang="en-US" altLang="ja-JP" sz="1200" b="0" i="0" u="none" strike="noStrike" cap="none" normalizeH="0" baseline="0" dirty="0">
                          <a:ln>
                            <a:noFill/>
                          </a:ln>
                          <a:solidFill>
                            <a:schemeClr val="tx1"/>
                          </a:solidFill>
                          <a:effectLst/>
                          <a:latin typeface="Arial" charset="0"/>
                          <a:ea typeface="ＭＳ Ｐゴシック" pitchFamily="50" charset="-128"/>
                        </a:rPr>
                        <a:t> l</a:t>
                      </a:r>
                      <a:r>
                        <a:rPr kumimoji="1" lang="vi-VN" altLang="ja-JP" sz="1200" b="0" i="0" u="none" strike="noStrike" cap="none" normalizeH="0" baseline="0" dirty="0">
                          <a:ln>
                            <a:noFill/>
                          </a:ln>
                          <a:solidFill>
                            <a:schemeClr val="tx1"/>
                          </a:solidFill>
                          <a:effectLst/>
                          <a:latin typeface="Arial" charset="0"/>
                          <a:ea typeface="ＭＳ Ｐゴシック" pitchFamily="50" charset="-128"/>
                        </a:rPr>
                        <a:t>ư</a:t>
                      </a:r>
                      <a:r>
                        <a:rPr kumimoji="1" lang="en-US" altLang="ja-JP" sz="1200" b="0" i="0" u="none" strike="noStrike" cap="none" normalizeH="0" baseline="0" dirty="0" err="1">
                          <a:ln>
                            <a:noFill/>
                          </a:ln>
                          <a:solidFill>
                            <a:schemeClr val="tx1"/>
                          </a:solidFill>
                          <a:effectLst/>
                          <a:latin typeface="Arial" charset="0"/>
                          <a:ea typeface="ＭＳ Ｐゴシック" pitchFamily="50" charset="-128"/>
                        </a:rPr>
                        <a:t>ợng</a:t>
                      </a:r>
                      <a:r>
                        <a:rPr kumimoji="1" lang="en-US" altLang="ja-JP" sz="1200" b="0" i="0" u="none" strike="noStrike" cap="none" normalizeH="0" baseline="0" dirty="0">
                          <a:ln>
                            <a:noFill/>
                          </a:ln>
                          <a:solidFill>
                            <a:schemeClr val="tx1"/>
                          </a:solidFill>
                          <a:effectLst/>
                          <a:latin typeface="Arial" charset="0"/>
                          <a:ea typeface="ＭＳ Ｐゴシック" pitchFamily="50" charset="-128"/>
                        </a:rPr>
                        <a:t> </a:t>
                      </a:r>
                      <a:r>
                        <a:rPr kumimoji="1" lang="en-US" altLang="ja-JP" sz="1200" b="0" i="0" u="none" strike="noStrike" cap="none" normalizeH="0" baseline="0" dirty="0" err="1">
                          <a:ln>
                            <a:noFill/>
                          </a:ln>
                          <a:solidFill>
                            <a:schemeClr val="tx1"/>
                          </a:solidFill>
                          <a:effectLst/>
                          <a:latin typeface="Arial" charset="0"/>
                          <a:ea typeface="ＭＳ Ｐゴシック" pitchFamily="50" charset="-128"/>
                        </a:rPr>
                        <a:t>thời</a:t>
                      </a:r>
                      <a:r>
                        <a:rPr kumimoji="1" lang="en-US" altLang="ja-JP" sz="1200" b="0" i="0" u="none" strike="noStrike" cap="none" normalizeH="0" baseline="0" dirty="0">
                          <a:ln>
                            <a:noFill/>
                          </a:ln>
                          <a:solidFill>
                            <a:schemeClr val="tx1"/>
                          </a:solidFill>
                          <a:effectLst/>
                          <a:latin typeface="Arial" charset="0"/>
                          <a:ea typeface="ＭＳ Ｐゴシック" pitchFamily="50" charset="-128"/>
                        </a:rPr>
                        <a:t> l</a:t>
                      </a:r>
                      <a:r>
                        <a:rPr kumimoji="1" lang="vi-VN" altLang="ja-JP" sz="1200" b="0" i="0" u="none" strike="noStrike" cap="none" normalizeH="0" baseline="0" dirty="0">
                          <a:ln>
                            <a:noFill/>
                          </a:ln>
                          <a:solidFill>
                            <a:schemeClr val="tx1"/>
                          </a:solidFill>
                          <a:effectLst/>
                          <a:latin typeface="Arial" charset="0"/>
                          <a:ea typeface="ＭＳ Ｐゴシック" pitchFamily="50" charset="-128"/>
                        </a:rPr>
                        <a:t>ư</a:t>
                      </a:r>
                      <a:r>
                        <a:rPr kumimoji="1" lang="en-US" altLang="ja-JP" sz="1200" b="0" i="0" u="none" strike="noStrike" cap="none" normalizeH="0" baseline="0" dirty="0" err="1">
                          <a:ln>
                            <a:noFill/>
                          </a:ln>
                          <a:solidFill>
                            <a:schemeClr val="tx1"/>
                          </a:solidFill>
                          <a:effectLst/>
                          <a:latin typeface="Arial" charset="0"/>
                          <a:ea typeface="ＭＳ Ｐゴシック" pitchFamily="50" charset="-128"/>
                        </a:rPr>
                        <a:t>ợng</a:t>
                      </a:r>
                      <a:r>
                        <a:rPr kumimoji="1" lang="en-US" altLang="ja-JP" sz="1200" b="0" i="0" u="none" strike="noStrike" cap="none" normalizeH="0" baseline="0" dirty="0">
                          <a:ln>
                            <a:noFill/>
                          </a:ln>
                          <a:solidFill>
                            <a:schemeClr val="tx1"/>
                          </a:solidFill>
                          <a:effectLst/>
                          <a:latin typeface="Arial" charset="0"/>
                          <a:ea typeface="ＭＳ Ｐゴシック" pitchFamily="50" charset="-128"/>
                        </a:rPr>
                        <a:t> </a:t>
                      </a:r>
                      <a:r>
                        <a:rPr kumimoji="1" lang="en-US" altLang="ja-JP" sz="1200" b="0" i="0" u="none" strike="noStrike" cap="none" normalizeH="0" baseline="0" dirty="0" err="1">
                          <a:ln>
                            <a:noFill/>
                          </a:ln>
                          <a:solidFill>
                            <a:schemeClr val="tx1"/>
                          </a:solidFill>
                          <a:effectLst/>
                          <a:latin typeface="Arial" charset="0"/>
                          <a:ea typeface="ＭＳ Ｐゴシック" pitchFamily="50" charset="-128"/>
                        </a:rPr>
                        <a:t>cho</a:t>
                      </a:r>
                      <a:r>
                        <a:rPr kumimoji="1" lang="en-US" altLang="ja-JP" sz="1200" b="0" i="0" u="none" strike="noStrike" cap="none" normalizeH="0" baseline="0" dirty="0">
                          <a:ln>
                            <a:noFill/>
                          </a:ln>
                          <a:solidFill>
                            <a:schemeClr val="tx1"/>
                          </a:solidFill>
                          <a:effectLst/>
                          <a:latin typeface="Arial" charset="0"/>
                          <a:ea typeface="ＭＳ Ｐゴシック" pitchFamily="50" charset="-128"/>
                        </a:rPr>
                        <a:t> các </a:t>
                      </a:r>
                      <a:r>
                        <a:rPr kumimoji="1" lang="en-US" altLang="ja-JP" sz="1200" b="0" i="0" u="none" strike="noStrike" cap="none" normalizeH="0" baseline="0" dirty="0" err="1">
                          <a:ln>
                            <a:noFill/>
                          </a:ln>
                          <a:solidFill>
                            <a:schemeClr val="tx1"/>
                          </a:solidFill>
                          <a:effectLst/>
                          <a:latin typeface="Arial" charset="0"/>
                          <a:ea typeface="ＭＳ Ｐゴシック" pitchFamily="50" charset="-128"/>
                        </a:rPr>
                        <a:t>hoạt</a:t>
                      </a:r>
                      <a:r>
                        <a:rPr kumimoji="1" lang="en-US" altLang="ja-JP" sz="1200" b="0" i="0" u="none" strike="noStrike" cap="none" normalizeH="0" baseline="0" dirty="0">
                          <a:ln>
                            <a:noFill/>
                          </a:ln>
                          <a:solidFill>
                            <a:schemeClr val="tx1"/>
                          </a:solidFill>
                          <a:effectLst/>
                          <a:latin typeface="Arial" charset="0"/>
                          <a:ea typeface="ＭＳ Ｐゴシック" pitchFamily="50" charset="-128"/>
                        </a:rPr>
                        <a:t> </a:t>
                      </a:r>
                      <a:r>
                        <a:rPr kumimoji="1" lang="en-US" altLang="ja-JP" sz="1200" b="0" i="0" u="none" strike="noStrike" cap="none" normalizeH="0" baseline="0" dirty="0" err="1">
                          <a:ln>
                            <a:noFill/>
                          </a:ln>
                          <a:solidFill>
                            <a:schemeClr val="tx1"/>
                          </a:solidFill>
                          <a:effectLst/>
                          <a:latin typeface="Arial" charset="0"/>
                          <a:ea typeface="ＭＳ Ｐゴシック" pitchFamily="50" charset="-128"/>
                        </a:rPr>
                        <a:t>động</a:t>
                      </a:r>
                      <a:r>
                        <a:rPr kumimoji="1" lang="en-US" altLang="ja-JP" sz="1200" b="0" i="0" u="none" strike="noStrike" cap="none" normalizeH="0" baseline="0" dirty="0">
                          <a:ln>
                            <a:noFill/>
                          </a:ln>
                          <a:solidFill>
                            <a:schemeClr val="tx1"/>
                          </a:solidFill>
                          <a:effectLst/>
                          <a:latin typeface="Arial" charset="0"/>
                          <a:ea typeface="ＭＳ Ｐゴシック" pitchFamily="50" charset="-128"/>
                        </a:rPr>
                        <a:t>, </a:t>
                      </a:r>
                      <a:r>
                        <a:rPr kumimoji="1" lang="en-US" altLang="ja-JP" sz="1200" b="0" i="0" u="none" strike="noStrike" cap="none" normalizeH="0" baseline="0" dirty="0" err="1">
                          <a:ln>
                            <a:noFill/>
                          </a:ln>
                          <a:solidFill>
                            <a:schemeClr val="tx1"/>
                          </a:solidFill>
                          <a:effectLst/>
                          <a:latin typeface="Arial" charset="0"/>
                          <a:ea typeface="ＭＳ Ｐゴシック" pitchFamily="50" charset="-128"/>
                        </a:rPr>
                        <a:t>Xây</a:t>
                      </a:r>
                      <a:r>
                        <a:rPr kumimoji="1" lang="en-US" altLang="ja-JP" sz="1200" b="0" i="0" u="none" strike="noStrike" cap="none" normalizeH="0" baseline="0" dirty="0">
                          <a:ln>
                            <a:noFill/>
                          </a:ln>
                          <a:solidFill>
                            <a:schemeClr val="tx1"/>
                          </a:solidFill>
                          <a:effectLst/>
                          <a:latin typeface="Arial" charset="0"/>
                          <a:ea typeface="ＭＳ Ｐゴシック" pitchFamily="50" charset="-128"/>
                        </a:rPr>
                        <a:t> </a:t>
                      </a:r>
                      <a:r>
                        <a:rPr kumimoji="1" lang="en-US" altLang="ja-JP" sz="1200" b="0" i="0" u="none" strike="noStrike" cap="none" normalizeH="0" baseline="0" dirty="0" err="1">
                          <a:ln>
                            <a:noFill/>
                          </a:ln>
                          <a:solidFill>
                            <a:schemeClr val="tx1"/>
                          </a:solidFill>
                          <a:effectLst/>
                          <a:latin typeface="Arial" charset="0"/>
                          <a:ea typeface="ＭＳ Ｐゴシック" pitchFamily="50" charset="-128"/>
                        </a:rPr>
                        <a:t>dựng</a:t>
                      </a:r>
                      <a:r>
                        <a:rPr kumimoji="1" lang="en-US" altLang="ja-JP" sz="1200" b="0" i="0" u="none" strike="noStrike" cap="none" normalizeH="0" baseline="0" dirty="0">
                          <a:ln>
                            <a:noFill/>
                          </a:ln>
                          <a:solidFill>
                            <a:schemeClr val="tx1"/>
                          </a:solidFill>
                          <a:effectLst/>
                          <a:latin typeface="Arial" charset="0"/>
                          <a:ea typeface="ＭＳ Ｐゴシック" pitchFamily="50" charset="-128"/>
                        </a:rPr>
                        <a:t> </a:t>
                      </a:r>
                      <a:r>
                        <a:rPr kumimoji="1" lang="en-US" altLang="ja-JP" sz="1200" b="0" i="0" u="none" strike="noStrike" cap="none" normalizeH="0" baseline="0" dirty="0" err="1">
                          <a:ln>
                            <a:noFill/>
                          </a:ln>
                          <a:solidFill>
                            <a:schemeClr val="tx1"/>
                          </a:solidFill>
                          <a:effectLst/>
                          <a:latin typeface="Arial" charset="0"/>
                          <a:ea typeface="ＭＳ Ｐゴシック" pitchFamily="50" charset="-128"/>
                        </a:rPr>
                        <a:t>thời</a:t>
                      </a:r>
                      <a:r>
                        <a:rPr kumimoji="1" lang="en-US" altLang="ja-JP" sz="1200" b="0" i="0" u="none" strike="noStrike" cap="none" normalizeH="0" baseline="0" dirty="0">
                          <a:ln>
                            <a:noFill/>
                          </a:ln>
                          <a:solidFill>
                            <a:schemeClr val="tx1"/>
                          </a:solidFill>
                          <a:effectLst/>
                          <a:latin typeface="Arial" charset="0"/>
                          <a:ea typeface="ＭＳ Ｐゴシック" pitchFamily="50" charset="-128"/>
                        </a:rPr>
                        <a:t> </a:t>
                      </a:r>
                      <a:r>
                        <a:rPr kumimoji="1" lang="en-US" altLang="ja-JP" sz="1200" b="0" i="0" u="none" strike="noStrike" cap="none" normalizeH="0" baseline="0" dirty="0" err="1">
                          <a:ln>
                            <a:noFill/>
                          </a:ln>
                          <a:solidFill>
                            <a:schemeClr val="tx1"/>
                          </a:solidFill>
                          <a:effectLst/>
                          <a:latin typeface="Arial" charset="0"/>
                          <a:ea typeface="ＭＳ Ｐゴシック" pitchFamily="50" charset="-128"/>
                        </a:rPr>
                        <a:t>gian</a:t>
                      </a:r>
                      <a:r>
                        <a:rPr kumimoji="1" lang="en-US" altLang="ja-JP" sz="1200" b="0" i="0" u="none" strike="noStrike" cap="none" normalizeH="0" baseline="0" dirty="0">
                          <a:ln>
                            <a:noFill/>
                          </a:ln>
                          <a:solidFill>
                            <a:schemeClr val="tx1"/>
                          </a:solidFill>
                          <a:effectLst/>
                          <a:latin typeface="Arial" charset="0"/>
                          <a:ea typeface="ＭＳ Ｐゴシック" pitchFamily="50" charset="-128"/>
                        </a:rPr>
                        <a:t> </a:t>
                      </a:r>
                      <a:r>
                        <a:rPr kumimoji="1" lang="en-US" altLang="ja-JP" sz="1200" b="0" i="0" u="none" strike="noStrike" cap="none" normalizeH="0" baseline="0" dirty="0" err="1">
                          <a:ln>
                            <a:noFill/>
                          </a:ln>
                          <a:solidFill>
                            <a:schemeClr val="tx1"/>
                          </a:solidFill>
                          <a:effectLst/>
                          <a:latin typeface="Arial" charset="0"/>
                          <a:ea typeface="ＭＳ Ｐゴシック" pitchFamily="50" charset="-128"/>
                        </a:rPr>
                        <a:t>biểu</a:t>
                      </a:r>
                      <a:endParaRPr kumimoji="1" lang="en-US" altLang="ja-JP" sz="1200" b="0" i="0" u="none" strike="noStrike" cap="none" normalizeH="0" baseline="0" dirty="0">
                        <a:ln>
                          <a:noFill/>
                        </a:ln>
                        <a:solidFill>
                          <a:schemeClr val="tx1"/>
                        </a:solidFill>
                        <a:effectLst/>
                        <a:latin typeface="Arial" charset="0"/>
                        <a:ea typeface="ＭＳ Ｐゴシック" pitchFamily="50" charset="-128"/>
                      </a:endParaRP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516262">
                <a:tc>
                  <a:txBody>
                    <a:bodyPr/>
                    <a:lstStyle/>
                    <a:p>
                      <a:pPr lvl="0"/>
                      <a:r>
                        <a:rPr lang="en-US" altLang="ja-JP" sz="1400"/>
                        <a:t>4. Quản lý chi phí</a:t>
                      </a:r>
                      <a:endParaRPr lang="en-US" sz="1400"/>
                    </a:p>
                  </a:txBody>
                  <a:tcPr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1" lang="en-US" altLang="ja-JP" sz="1200" b="0" i="0" u="none" strike="noStrike" cap="none" normalizeH="0" baseline="0">
                          <a:ln>
                            <a:noFill/>
                          </a:ln>
                          <a:solidFill>
                            <a:schemeClr val="tx1"/>
                          </a:solidFill>
                          <a:effectLst/>
                          <a:latin typeface="Arial" charset="0"/>
                          <a:ea typeface="ＭＳ Ｐゴシック" pitchFamily="50" charset="-128"/>
                        </a:rPr>
                        <a:t>Ước l</a:t>
                      </a:r>
                      <a:r>
                        <a:rPr kumimoji="1" lang="vi-VN" altLang="ja-JP" sz="1200" b="0" i="0" u="none" strike="noStrike" cap="none" normalizeH="0" baseline="0">
                          <a:ln>
                            <a:noFill/>
                          </a:ln>
                          <a:solidFill>
                            <a:schemeClr val="tx1"/>
                          </a:solidFill>
                          <a:effectLst/>
                          <a:latin typeface="Arial" charset="0"/>
                          <a:ea typeface="ＭＳ Ｐゴシック" pitchFamily="50" charset="-128"/>
                        </a:rPr>
                        <a:t>ư</a:t>
                      </a:r>
                      <a:r>
                        <a:rPr kumimoji="1" lang="en-US" altLang="ja-JP" sz="1200" b="0" i="0" u="none" strike="noStrike" cap="none" normalizeH="0" baseline="0">
                          <a:ln>
                            <a:noFill/>
                          </a:ln>
                          <a:solidFill>
                            <a:schemeClr val="tx1"/>
                          </a:solidFill>
                          <a:effectLst/>
                          <a:latin typeface="Arial" charset="0"/>
                          <a:ea typeface="ＭＳ Ｐゴシック" pitchFamily="50" charset="-128"/>
                        </a:rPr>
                        <a:t>ợng chi phí,</a:t>
                      </a:r>
                    </a:p>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1" lang="en-US" altLang="ja-JP" sz="1200" b="0" i="0" u="none" strike="noStrike" cap="none" normalizeH="0" baseline="0">
                          <a:ln>
                            <a:noFill/>
                          </a:ln>
                          <a:solidFill>
                            <a:schemeClr val="tx1"/>
                          </a:solidFill>
                          <a:effectLst/>
                          <a:latin typeface="Arial" charset="0"/>
                          <a:ea typeface="ＭＳ Ｐゴシック" pitchFamily="50" charset="-128"/>
                        </a:rPr>
                        <a:t>Xác định ngân sách</a:t>
                      </a: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374801">
                <a:tc>
                  <a:txBody>
                    <a:bodyPr/>
                    <a:lstStyle/>
                    <a:p>
                      <a:pPr lvl="0"/>
                      <a:r>
                        <a:rPr lang="en-US" altLang="ja-JP" sz="1400"/>
                        <a:t>5. Quản lý chất lượng</a:t>
                      </a:r>
                      <a:endParaRPr lang="en-US" sz="1400"/>
                    </a:p>
                  </a:txBody>
                  <a:tcPr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1" lang="en-US" altLang="ja-JP" sz="1200" b="0" i="0" u="none" strike="noStrike" cap="none" normalizeH="0" baseline="0">
                          <a:ln>
                            <a:noFill/>
                          </a:ln>
                          <a:solidFill>
                            <a:schemeClr val="tx1"/>
                          </a:solidFill>
                          <a:effectLst/>
                          <a:latin typeface="Arial" charset="0"/>
                          <a:ea typeface="ＭＳ Ｐゴシック" pitchFamily="50" charset="-128"/>
                        </a:rPr>
                        <a:t>Kế hoạch chất l</a:t>
                      </a:r>
                      <a:r>
                        <a:rPr kumimoji="1" lang="vi-VN" altLang="ja-JP" sz="1200" b="0" i="0" u="none" strike="noStrike" cap="none" normalizeH="0" baseline="0">
                          <a:ln>
                            <a:noFill/>
                          </a:ln>
                          <a:solidFill>
                            <a:schemeClr val="tx1"/>
                          </a:solidFill>
                          <a:effectLst/>
                          <a:latin typeface="Arial" charset="0"/>
                          <a:ea typeface="ＭＳ Ｐゴシック" pitchFamily="50" charset="-128"/>
                        </a:rPr>
                        <a:t>ư</a:t>
                      </a:r>
                      <a:r>
                        <a:rPr kumimoji="1" lang="en-US" altLang="ja-JP" sz="1200" b="0" i="0" u="none" strike="noStrike" cap="none" normalizeH="0" baseline="0">
                          <a:ln>
                            <a:noFill/>
                          </a:ln>
                          <a:solidFill>
                            <a:schemeClr val="tx1"/>
                          </a:solidFill>
                          <a:effectLst/>
                          <a:latin typeface="Arial" charset="0"/>
                          <a:ea typeface="ＭＳ Ｐゴシック" pitchFamily="50" charset="-128"/>
                        </a:rPr>
                        <a:t>ợng</a:t>
                      </a: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r h="516262">
                <a:tc>
                  <a:txBody>
                    <a:bodyPr/>
                    <a:lstStyle/>
                    <a:p>
                      <a:pPr lvl="0"/>
                      <a:r>
                        <a:rPr lang="en-US" altLang="ja-JP" sz="1400"/>
                        <a:t>6. Quản lý nhân sự</a:t>
                      </a:r>
                      <a:endParaRPr lang="en-US" sz="1400"/>
                    </a:p>
                  </a:txBody>
                  <a:tcPr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1" lang="en-US" altLang="ja-JP" sz="1200" b="0" i="0" u="none" strike="noStrike" cap="none" normalizeH="0" baseline="0">
                          <a:ln>
                            <a:noFill/>
                          </a:ln>
                          <a:solidFill>
                            <a:schemeClr val="tx1"/>
                          </a:solidFill>
                          <a:effectLst/>
                          <a:latin typeface="Arial" charset="0"/>
                          <a:ea typeface="ＭＳ Ｐゴシック" pitchFamily="50" charset="-128"/>
                        </a:rPr>
                        <a:t>Kế hoạch nguồn lực</a:t>
                      </a: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516262">
                <a:tc>
                  <a:txBody>
                    <a:bodyPr/>
                    <a:lstStyle/>
                    <a:p>
                      <a:pPr lvl="0"/>
                      <a:r>
                        <a:rPr lang="en-US" altLang="ja-JP" sz="1400"/>
                        <a:t>7. Quản lý giao tiếp</a:t>
                      </a:r>
                      <a:endParaRPr lang="en-US" sz="1400"/>
                    </a:p>
                  </a:txBody>
                  <a:tcPr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1" lang="en-US" altLang="ja-JP" sz="1200" b="0" i="0" u="none" strike="noStrike" cap="none" normalizeH="0" baseline="0">
                          <a:ln>
                            <a:noFill/>
                          </a:ln>
                          <a:solidFill>
                            <a:schemeClr val="tx1"/>
                          </a:solidFill>
                          <a:effectLst/>
                          <a:latin typeface="Arial" charset="0"/>
                          <a:ea typeface="ＭＳ Ｐゴシック" pitchFamily="50" charset="-128"/>
                        </a:rPr>
                        <a:t>Kế hoạch giao tiếp</a:t>
                      </a: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6"/>
                  </a:ext>
                </a:extLst>
              </a:tr>
              <a:tr h="823363">
                <a:tc>
                  <a:txBody>
                    <a:bodyPr/>
                    <a:lstStyle/>
                    <a:p>
                      <a:pPr lvl="0"/>
                      <a:r>
                        <a:rPr lang="en-US" altLang="ja-JP" sz="1400"/>
                        <a:t>8. Quản lý rủi ro</a:t>
                      </a:r>
                      <a:endParaRPr lang="en-US" sz="1400"/>
                    </a:p>
                  </a:txBody>
                  <a:tcPr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1" lang="en-US" altLang="ja-JP" sz="1200" b="0" i="0" u="none" strike="noStrike" cap="none" normalizeH="0" baseline="0">
                          <a:ln>
                            <a:noFill/>
                          </a:ln>
                          <a:solidFill>
                            <a:schemeClr val="tx1"/>
                          </a:solidFill>
                          <a:effectLst/>
                          <a:latin typeface="Arial" charset="0"/>
                          <a:ea typeface="ＭＳ Ｐゴシック" pitchFamily="50" charset="-128"/>
                        </a:rPr>
                        <a:t>Kế hoạch quản lý rủi ro, Xác định các rủi ro, Xác định số l</a:t>
                      </a:r>
                      <a:r>
                        <a:rPr kumimoji="1" lang="vi-VN" altLang="ja-JP" sz="1200" b="0" i="0" u="none" strike="noStrike" cap="none" normalizeH="0" baseline="0">
                          <a:ln>
                            <a:noFill/>
                          </a:ln>
                          <a:solidFill>
                            <a:schemeClr val="tx1"/>
                          </a:solidFill>
                          <a:effectLst/>
                          <a:latin typeface="Arial" charset="0"/>
                          <a:ea typeface="ＭＳ Ｐゴシック" pitchFamily="50" charset="-128"/>
                        </a:rPr>
                        <a:t>ư</a:t>
                      </a:r>
                      <a:r>
                        <a:rPr kumimoji="1" lang="en-US" altLang="ja-JP" sz="1200" b="0" i="0" u="none" strike="noStrike" cap="none" normalizeH="0" baseline="0">
                          <a:ln>
                            <a:noFill/>
                          </a:ln>
                          <a:solidFill>
                            <a:schemeClr val="tx1"/>
                          </a:solidFill>
                          <a:effectLst/>
                          <a:latin typeface="Arial" charset="0"/>
                          <a:ea typeface="ＭＳ Ｐゴシック" pitchFamily="50" charset="-128"/>
                        </a:rPr>
                        <a:t>ợng/mức ảnh h</a:t>
                      </a:r>
                      <a:r>
                        <a:rPr kumimoji="1" lang="vi-VN" altLang="ja-JP" sz="1200" b="0" i="0" u="none" strike="noStrike" cap="none" normalizeH="0" baseline="0">
                          <a:ln>
                            <a:noFill/>
                          </a:ln>
                          <a:solidFill>
                            <a:schemeClr val="tx1"/>
                          </a:solidFill>
                          <a:effectLst/>
                          <a:latin typeface="Arial" charset="0"/>
                          <a:ea typeface="ＭＳ Ｐゴシック" pitchFamily="50" charset="-128"/>
                        </a:rPr>
                        <a:t>ư</a:t>
                      </a:r>
                      <a:r>
                        <a:rPr kumimoji="1" lang="en-US" altLang="ja-JP" sz="1200" b="0" i="0" u="none" strike="noStrike" cap="none" normalizeH="0" baseline="0">
                          <a:ln>
                            <a:noFill/>
                          </a:ln>
                          <a:solidFill>
                            <a:schemeClr val="tx1"/>
                          </a:solidFill>
                          <a:effectLst/>
                          <a:latin typeface="Arial" charset="0"/>
                          <a:ea typeface="ＭＳ Ｐゴシック" pitchFamily="50" charset="-128"/>
                        </a:rPr>
                        <a:t>ởng của rủi ro </a:t>
                      </a:r>
                    </a:p>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1" lang="en-US" altLang="ja-JP" sz="1200" b="0" i="0" u="none" strike="noStrike" cap="none" normalizeH="0" baseline="0">
                          <a:ln>
                            <a:noFill/>
                          </a:ln>
                          <a:solidFill>
                            <a:schemeClr val="tx1"/>
                          </a:solidFill>
                          <a:effectLst/>
                          <a:latin typeface="Arial" charset="0"/>
                          <a:ea typeface="ＭＳ Ｐゴシック" pitchFamily="50" charset="-128"/>
                        </a:rPr>
                        <a:t>Kế hoạch xử lý rủi ro</a:t>
                      </a: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r h="516262">
                <a:tc>
                  <a:txBody>
                    <a:bodyPr/>
                    <a:lstStyle/>
                    <a:p>
                      <a:pPr lvl="0"/>
                      <a:r>
                        <a:rPr lang="en-US" altLang="ja-JP" sz="1400"/>
                        <a:t>9. Quản lý mua sắm</a:t>
                      </a:r>
                      <a:endParaRPr lang="en-US" sz="1400"/>
                    </a:p>
                  </a:txBody>
                  <a:tcPr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1" lang="en-US" altLang="ja-JP" sz="1200" b="0" i="0" u="none" strike="noStrike" cap="none" normalizeH="0" baseline="0" dirty="0">
                          <a:ln>
                            <a:noFill/>
                          </a:ln>
                          <a:solidFill>
                            <a:schemeClr val="tx1"/>
                          </a:solidFill>
                          <a:effectLst/>
                          <a:latin typeface="Arial" charset="0"/>
                          <a:ea typeface="ＭＳ Ｐゴシック" pitchFamily="50" charset="-128"/>
                        </a:rPr>
                        <a:t>Kế </a:t>
                      </a:r>
                      <a:r>
                        <a:rPr kumimoji="1" lang="en-US" altLang="ja-JP" sz="1200" b="0" i="0" u="none" strike="noStrike" cap="none" normalizeH="0" baseline="0" dirty="0" err="1">
                          <a:ln>
                            <a:noFill/>
                          </a:ln>
                          <a:solidFill>
                            <a:schemeClr val="tx1"/>
                          </a:solidFill>
                          <a:effectLst/>
                          <a:latin typeface="Arial" charset="0"/>
                          <a:ea typeface="ＭＳ Ｐゴシック" pitchFamily="50" charset="-128"/>
                        </a:rPr>
                        <a:t>hoạch</a:t>
                      </a:r>
                      <a:r>
                        <a:rPr kumimoji="1" lang="en-US" altLang="ja-JP" sz="1200" b="0" i="0" u="none" strike="noStrike" cap="none" normalizeH="0" baseline="0" dirty="0">
                          <a:ln>
                            <a:noFill/>
                          </a:ln>
                          <a:solidFill>
                            <a:schemeClr val="tx1"/>
                          </a:solidFill>
                          <a:effectLst/>
                          <a:latin typeface="Arial" charset="0"/>
                          <a:ea typeface="ＭＳ Ｐゴシック" pitchFamily="50" charset="-128"/>
                        </a:rPr>
                        <a:t> </a:t>
                      </a:r>
                      <a:r>
                        <a:rPr kumimoji="1" lang="en-US" altLang="ja-JP" sz="1200" b="0" i="0" u="none" strike="noStrike" cap="none" normalizeH="0" baseline="0" dirty="0" err="1">
                          <a:ln>
                            <a:noFill/>
                          </a:ln>
                          <a:solidFill>
                            <a:schemeClr val="tx1"/>
                          </a:solidFill>
                          <a:effectLst/>
                          <a:latin typeface="Arial" charset="0"/>
                          <a:ea typeface="ＭＳ Ｐゴシック" pitchFamily="50" charset="-128"/>
                        </a:rPr>
                        <a:t>mua</a:t>
                      </a:r>
                      <a:r>
                        <a:rPr kumimoji="1" lang="en-US" altLang="ja-JP" sz="1200" b="0" i="0" u="none" strike="noStrike" cap="none" normalizeH="0" baseline="0" dirty="0">
                          <a:ln>
                            <a:noFill/>
                          </a:ln>
                          <a:solidFill>
                            <a:schemeClr val="tx1"/>
                          </a:solidFill>
                          <a:effectLst/>
                          <a:latin typeface="Arial" charset="0"/>
                          <a:ea typeface="ＭＳ Ｐゴシック" pitchFamily="50" charset="-128"/>
                        </a:rPr>
                        <a:t> </a:t>
                      </a:r>
                      <a:r>
                        <a:rPr kumimoji="1" lang="en-US" altLang="ja-JP" sz="1200" b="0" i="0" u="none" strike="noStrike" cap="none" normalizeH="0" baseline="0" dirty="0" err="1">
                          <a:ln>
                            <a:noFill/>
                          </a:ln>
                          <a:solidFill>
                            <a:schemeClr val="tx1"/>
                          </a:solidFill>
                          <a:effectLst/>
                          <a:latin typeface="Arial" charset="0"/>
                          <a:ea typeface="ＭＳ Ｐゴシック" pitchFamily="50" charset="-128"/>
                        </a:rPr>
                        <a:t>sắm</a:t>
                      </a:r>
                      <a:endParaRPr kumimoji="1" lang="en-US" altLang="ja-JP" sz="1200" b="0" i="0" u="none" strike="noStrike" cap="none" normalizeH="0" baseline="0" dirty="0">
                        <a:ln>
                          <a:noFill/>
                        </a:ln>
                        <a:solidFill>
                          <a:schemeClr val="tx1"/>
                        </a:solidFill>
                        <a:effectLst/>
                        <a:latin typeface="Arial" charset="0"/>
                        <a:ea typeface="ＭＳ Ｐゴシック" pitchFamily="50" charset="-128"/>
                      </a:endParaRP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8"/>
                  </a:ext>
                </a:extLst>
              </a:tr>
            </a:tbl>
          </a:graphicData>
        </a:graphic>
      </p:graphicFrame>
      <p:sp>
        <p:nvSpPr>
          <p:cNvPr id="41987" name="AutoShape 4"/>
          <p:cNvSpPr>
            <a:spLocks noChangeArrowheads="1"/>
          </p:cNvSpPr>
          <p:nvPr/>
        </p:nvSpPr>
        <p:spPr bwMode="auto">
          <a:xfrm>
            <a:off x="234950" y="1371600"/>
            <a:ext cx="1447800" cy="1981200"/>
          </a:xfrm>
          <a:prstGeom prst="foldedCorner">
            <a:avLst>
              <a:gd name="adj" fmla="val 12500"/>
            </a:avLst>
          </a:prstGeom>
          <a:solidFill>
            <a:schemeClr val="bg1"/>
          </a:solidFill>
          <a:ln w="9525">
            <a:solidFill>
              <a:schemeClr val="tx1"/>
            </a:solidFill>
            <a:round/>
            <a:headEnd/>
            <a:tailEnd/>
          </a:ln>
        </p:spPr>
        <p:txBody>
          <a:bodyPr wrap="none" anchor="ctr"/>
          <a:lstStyle/>
          <a:p>
            <a:pPr>
              <a:buFont typeface="Wingdings" pitchFamily="2" charset="2"/>
              <a:buNone/>
            </a:pPr>
            <a:r>
              <a:rPr lang="en-US" altLang="ja-JP" sz="1400" u="sng"/>
              <a:t>Tuyên ngôn</a:t>
            </a:r>
            <a:br>
              <a:rPr lang="en-US" altLang="ja-JP" sz="1400" u="sng"/>
            </a:br>
            <a:endParaRPr lang="en-US" altLang="ja-JP" sz="1400" u="sng"/>
          </a:p>
          <a:p>
            <a:pPr>
              <a:buFontTx/>
              <a:buChar char="-"/>
            </a:pPr>
            <a:r>
              <a:rPr lang="en-US" altLang="ja-JP" sz="1400"/>
              <a:t> Goal</a:t>
            </a:r>
          </a:p>
          <a:p>
            <a:pPr>
              <a:buFontTx/>
              <a:buChar char="-"/>
            </a:pPr>
            <a:r>
              <a:rPr lang="en-US" altLang="ja-JP" sz="1400"/>
              <a:t> Phạm vi</a:t>
            </a:r>
          </a:p>
          <a:p>
            <a:pPr>
              <a:buFontTx/>
              <a:buChar char="-"/>
            </a:pPr>
            <a:r>
              <a:rPr lang="en-US" altLang="ja-JP" sz="1400"/>
              <a:t> Thời điểm</a:t>
            </a:r>
            <a:br>
              <a:rPr lang="en-US" altLang="ja-JP" sz="1400"/>
            </a:br>
            <a:r>
              <a:rPr lang="en-US" altLang="ja-JP" sz="1400"/>
              <a:t>  bàn giao</a:t>
            </a:r>
          </a:p>
          <a:p>
            <a:pPr>
              <a:buFontTx/>
              <a:buChar char="-"/>
            </a:pPr>
            <a:r>
              <a:rPr lang="en-US" altLang="ja-JP" sz="1400"/>
              <a:t> Ngân sách</a:t>
            </a:r>
          </a:p>
          <a:p>
            <a:r>
              <a:rPr lang="en-US" altLang="ja-JP" sz="1400"/>
              <a:t>- Chất l</a:t>
            </a:r>
            <a:r>
              <a:rPr lang="vi-VN" altLang="ja-JP" sz="1400"/>
              <a:t>ư</a:t>
            </a:r>
            <a:r>
              <a:rPr lang="en-US" altLang="ja-JP" sz="1400"/>
              <a:t>ợng</a:t>
            </a:r>
          </a:p>
        </p:txBody>
      </p:sp>
      <p:sp>
        <p:nvSpPr>
          <p:cNvPr id="42020" name="AutoShape 142"/>
          <p:cNvSpPr>
            <a:spLocks noChangeArrowheads="1"/>
          </p:cNvSpPr>
          <p:nvPr/>
        </p:nvSpPr>
        <p:spPr bwMode="auto">
          <a:xfrm flipV="1">
            <a:off x="1143000" y="3352800"/>
            <a:ext cx="609600" cy="762000"/>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chemeClr val="accent1"/>
          </a:solidFill>
          <a:ln w="9525">
            <a:solidFill>
              <a:schemeClr val="tx1"/>
            </a:solidFill>
            <a:miter lim="800000"/>
            <a:headEnd/>
            <a:tailEnd/>
          </a:ln>
        </p:spPr>
        <p:txBody>
          <a:bodyPr wrap="none" anchor="ctr"/>
          <a:lstStyle/>
          <a:p>
            <a:endParaRPr lang="en-US"/>
          </a:p>
        </p:txBody>
      </p:sp>
      <p:sp>
        <p:nvSpPr>
          <p:cNvPr id="42021" name="AutoShape 143"/>
          <p:cNvSpPr>
            <a:spLocks noChangeArrowheads="1"/>
          </p:cNvSpPr>
          <p:nvPr/>
        </p:nvSpPr>
        <p:spPr bwMode="auto">
          <a:xfrm>
            <a:off x="7239000" y="2971800"/>
            <a:ext cx="1524000" cy="1828800"/>
          </a:xfrm>
          <a:prstGeom prst="foldedCorner">
            <a:avLst>
              <a:gd name="adj" fmla="val 26667"/>
            </a:avLst>
          </a:prstGeom>
          <a:solidFill>
            <a:schemeClr val="bg1"/>
          </a:solidFill>
          <a:ln w="9525">
            <a:solidFill>
              <a:schemeClr val="tx1"/>
            </a:solidFill>
            <a:round/>
            <a:headEnd/>
            <a:tailEnd/>
          </a:ln>
        </p:spPr>
        <p:txBody>
          <a:bodyPr wrap="none" anchor="ctr"/>
          <a:lstStyle/>
          <a:p>
            <a:pPr algn="ctr"/>
            <a:r>
              <a:rPr lang="en-US" altLang="ja-JP" sz="1600" b="1" u="sng"/>
              <a:t>Bản kế hoạch</a:t>
            </a:r>
          </a:p>
          <a:p>
            <a:pPr algn="ctr"/>
            <a:endParaRPr lang="en-US" altLang="ja-JP" sz="1600" b="1" u="sng"/>
          </a:p>
          <a:p>
            <a:pPr algn="ctr"/>
            <a:endParaRPr lang="en-US" altLang="ja-JP" sz="1600" b="1" u="sng"/>
          </a:p>
          <a:p>
            <a:pPr algn="ctr"/>
            <a:endParaRPr lang="en-US" altLang="ja-JP" sz="1600" b="1" u="sng"/>
          </a:p>
        </p:txBody>
      </p:sp>
      <p:sp>
        <p:nvSpPr>
          <p:cNvPr id="42022" name="AutoShape 40"/>
          <p:cNvSpPr>
            <a:spLocks/>
          </p:cNvSpPr>
          <p:nvPr/>
        </p:nvSpPr>
        <p:spPr bwMode="auto">
          <a:xfrm>
            <a:off x="6858000" y="1295400"/>
            <a:ext cx="152400" cy="5105400"/>
          </a:xfrm>
          <a:prstGeom prst="rightBrace">
            <a:avLst>
              <a:gd name="adj1" fmla="val 279167"/>
              <a:gd name="adj2" fmla="val 50000"/>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ja-JP"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xmlns="" id="{0793FB7E-E6BE-405E-906F-536DC74F90A4}"/>
              </a:ext>
            </a:extLst>
          </p:cNvPr>
          <p:cNvSpPr/>
          <p:nvPr/>
        </p:nvSpPr>
        <p:spPr>
          <a:xfrm>
            <a:off x="1752600" y="1752601"/>
            <a:ext cx="1371600" cy="32766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a:extLst>
              <a:ext uri="{FF2B5EF4-FFF2-40B4-BE49-F238E27FC236}">
                <a16:creationId xmlns:a16="http://schemas.microsoft.com/office/drawing/2014/main" xmlns="" id="{EC192893-1556-4604-8D5B-BEEAC79A41D6}"/>
              </a:ext>
            </a:extLst>
          </p:cNvPr>
          <p:cNvSpPr>
            <a:spLocks noGrp="1"/>
          </p:cNvSpPr>
          <p:nvPr>
            <p:ph type="sldNum" sz="quarter" idx="12"/>
          </p:nvPr>
        </p:nvSpPr>
        <p:spPr/>
        <p:txBody>
          <a:bodyPr/>
          <a:lstStyle/>
          <a:p>
            <a:fld id="{9EA0BE3B-158A-4EDF-80DC-E394A0D1600F}" type="slidenum">
              <a:rPr lang="en-US" smtClean="0"/>
              <a:pPr/>
              <a:t>5</a:t>
            </a:fld>
            <a:endParaRPr lang="en-US" dirty="0"/>
          </a:p>
        </p:txBody>
      </p:sp>
      <p:sp>
        <p:nvSpPr>
          <p:cNvPr id="43010" name="Rectangle 2"/>
          <p:cNvSpPr>
            <a:spLocks noGrp="1" noChangeArrowheads="1"/>
          </p:cNvSpPr>
          <p:nvPr>
            <p:ph type="title"/>
          </p:nvPr>
        </p:nvSpPr>
        <p:spPr/>
        <p:txBody>
          <a:bodyPr/>
          <a:lstStyle/>
          <a:p>
            <a:r>
              <a:rPr lang="en-US" altLang="ja-JP" sz="3200" dirty="0" err="1" smtClean="0"/>
              <a:t>Tầm</a:t>
            </a:r>
            <a:r>
              <a:rPr lang="en-US" altLang="ja-JP" sz="3200" dirty="0" smtClean="0"/>
              <a:t> </a:t>
            </a:r>
            <a:r>
              <a:rPr lang="en-US" altLang="ja-JP" sz="3200" dirty="0" err="1"/>
              <a:t>quan</a:t>
            </a:r>
            <a:r>
              <a:rPr lang="en-US" altLang="ja-JP" sz="3200" dirty="0"/>
              <a:t> </a:t>
            </a:r>
            <a:r>
              <a:rPr lang="en-US" altLang="ja-JP" sz="3200" dirty="0" err="1"/>
              <a:t>trọng</a:t>
            </a:r>
            <a:r>
              <a:rPr lang="en-US" altLang="ja-JP" sz="3200" dirty="0"/>
              <a:t> của việc </a:t>
            </a:r>
            <a:r>
              <a:rPr lang="en-US" altLang="ja-JP" sz="3200" dirty="0" err="1"/>
              <a:t>lập</a:t>
            </a:r>
            <a:r>
              <a:rPr lang="en-US" altLang="ja-JP" sz="3200" dirty="0"/>
              <a:t> kế </a:t>
            </a:r>
            <a:r>
              <a:rPr lang="en-US" altLang="ja-JP" sz="3200" dirty="0" err="1"/>
              <a:t>hoạch</a:t>
            </a:r>
            <a:r>
              <a:rPr lang="en-US" altLang="ja-JP" sz="3200" dirty="0"/>
              <a:t> (1)</a:t>
            </a:r>
          </a:p>
        </p:txBody>
      </p:sp>
      <p:sp>
        <p:nvSpPr>
          <p:cNvPr id="4" name="Text Placeholder 3">
            <a:extLst>
              <a:ext uri="{FF2B5EF4-FFF2-40B4-BE49-F238E27FC236}">
                <a16:creationId xmlns:a16="http://schemas.microsoft.com/office/drawing/2014/main" xmlns="" id="{151B3CE1-8A49-4FE9-BCDE-EA404E66E2AA}"/>
              </a:ext>
            </a:extLst>
          </p:cNvPr>
          <p:cNvSpPr>
            <a:spLocks noGrp="1"/>
          </p:cNvSpPr>
          <p:nvPr>
            <p:ph type="body" sz="quarter" idx="13"/>
          </p:nvPr>
        </p:nvSpPr>
        <p:spPr>
          <a:xfrm>
            <a:off x="234950" y="963168"/>
            <a:ext cx="8674100" cy="451739"/>
          </a:xfrm>
        </p:spPr>
        <p:txBody>
          <a:bodyPr/>
          <a:lstStyle/>
          <a:p>
            <a:r>
              <a:rPr lang="en-US" altLang="ja-JP" sz="1800"/>
              <a:t>Mối quan hệ giữa </a:t>
            </a:r>
            <a:r>
              <a:rPr lang="en-US" altLang="ja-JP" sz="1800" b="1"/>
              <a:t>chi phí lập kế hoạch</a:t>
            </a:r>
            <a:r>
              <a:rPr lang="en-US" altLang="ja-JP" sz="1800"/>
              <a:t> và </a:t>
            </a:r>
            <a:r>
              <a:rPr lang="en-US" altLang="ja-JP" sz="1800" b="1"/>
              <a:t>chi phí phát sinh</a:t>
            </a:r>
            <a:r>
              <a:rPr lang="en-US" altLang="ja-JP" sz="1800"/>
              <a:t> với 31 dự án ở NASA</a:t>
            </a:r>
          </a:p>
          <a:p>
            <a:endParaRPr lang="en-US" sz="1800"/>
          </a:p>
        </p:txBody>
      </p:sp>
      <p:sp>
        <p:nvSpPr>
          <p:cNvPr id="43011" name="Text Box 8"/>
          <p:cNvSpPr txBox="1">
            <a:spLocks noChangeArrowheads="1"/>
          </p:cNvSpPr>
          <p:nvPr/>
        </p:nvSpPr>
        <p:spPr bwMode="auto">
          <a:xfrm rot="-5400000">
            <a:off x="204787" y="3738563"/>
            <a:ext cx="1724025" cy="304800"/>
          </a:xfrm>
          <a:prstGeom prst="rect">
            <a:avLst/>
          </a:prstGeom>
          <a:noFill/>
          <a:ln>
            <a:noFill/>
          </a:ln>
          <a:effectLst>
            <a:prstShdw prst="shdw13" dist="53882" dir="13500000">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r>
              <a:rPr lang="en-US" altLang="ja-JP" sz="1400"/>
              <a:t>Excessive Cost (%)</a:t>
            </a:r>
          </a:p>
        </p:txBody>
      </p:sp>
      <p:sp>
        <p:nvSpPr>
          <p:cNvPr id="43012" name="Text Box 10"/>
          <p:cNvSpPr txBox="1">
            <a:spLocks noChangeArrowheads="1"/>
          </p:cNvSpPr>
          <p:nvPr/>
        </p:nvSpPr>
        <p:spPr bwMode="auto">
          <a:xfrm>
            <a:off x="3186113" y="6028253"/>
            <a:ext cx="4738687" cy="457200"/>
          </a:xfrm>
          <a:prstGeom prst="rect">
            <a:avLst/>
          </a:prstGeom>
          <a:noFill/>
          <a:ln>
            <a:noFill/>
          </a:ln>
          <a:effectLst>
            <a:prstShdw prst="shdw13" dist="53882" dir="13500000">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r>
              <a:rPr lang="en-US" altLang="ja-JP" sz="1200" i="1"/>
              <a:t>Gred Githens, “Financial Models, Right Questions, Good Decisions”</a:t>
            </a:r>
            <a:br>
              <a:rPr lang="en-US" altLang="ja-JP" sz="1200" i="1"/>
            </a:br>
            <a:r>
              <a:rPr lang="en-US" altLang="ja-JP" sz="1200" i="1"/>
              <a:t>PM Network July 1998 Volime 12, Number7</a:t>
            </a:r>
          </a:p>
        </p:txBody>
      </p:sp>
      <p:pic>
        <p:nvPicPr>
          <p:cNvPr id="43013" name="Picture 11"/>
          <p:cNvPicPr>
            <a:picLocks noChangeAspect="1" noChangeArrowheads="1"/>
          </p:cNvPicPr>
          <p:nvPr/>
        </p:nvPicPr>
        <p:blipFill rotWithShape="1">
          <a:blip r:embed="rId3" cstate="email">
            <a:clrChange>
              <a:clrFrom>
                <a:srgbClr val="FFFFFF"/>
              </a:clrFrom>
              <a:clrTo>
                <a:srgbClr val="FFFFFF">
                  <a:alpha val="0"/>
                </a:srgbClr>
              </a:clrTo>
            </a:clrChange>
            <a:extLst>
              <a:ext uri="{28A0092B-C50C-407E-A947-70E740481C1C}">
                <a14:useLocalDpi xmlns:a14="http://schemas.microsoft.com/office/drawing/2010/main"/>
              </a:ext>
            </a:extLst>
          </a:blip>
          <a:srcRect b="4707"/>
          <a:stretch/>
        </p:blipFill>
        <p:spPr bwMode="auto">
          <a:xfrm>
            <a:off x="1295400" y="1600200"/>
            <a:ext cx="6629400" cy="4266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4" name="Text Box 9"/>
          <p:cNvSpPr txBox="1">
            <a:spLocks noChangeArrowheads="1"/>
          </p:cNvSpPr>
          <p:nvPr/>
        </p:nvSpPr>
        <p:spPr bwMode="auto">
          <a:xfrm>
            <a:off x="4038600" y="5484911"/>
            <a:ext cx="2145139" cy="307777"/>
          </a:xfrm>
          <a:prstGeom prst="rect">
            <a:avLst/>
          </a:prstGeom>
          <a:noFill/>
          <a:ln>
            <a:noFill/>
          </a:ln>
          <a:effectLst>
            <a:prstShdw prst="shdw13" dist="53882" dir="13500000">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r>
              <a:rPr lang="en-US" altLang="ja-JP" sz="1400"/>
              <a:t>Chi phí lập kế hoạch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034" name="Object 4"/>
          <p:cNvGraphicFramePr>
            <a:graphicFrameLocks noChangeAspect="1"/>
          </p:cNvGraphicFramePr>
          <p:nvPr>
            <p:extLst>
              <p:ext uri="{D42A27DB-BD31-4B8C-83A1-F6EECF244321}">
                <p14:modId xmlns:p14="http://schemas.microsoft.com/office/powerpoint/2010/main" val="2737343869"/>
              </p:ext>
            </p:extLst>
          </p:nvPr>
        </p:nvGraphicFramePr>
        <p:xfrm>
          <a:off x="685800" y="1143000"/>
          <a:ext cx="7772400" cy="5181600"/>
        </p:xfrm>
        <a:graphic>
          <a:graphicData uri="http://schemas.openxmlformats.org/presentationml/2006/ole">
            <mc:AlternateContent xmlns:mc="http://schemas.openxmlformats.org/markup-compatibility/2006">
              <mc:Choice xmlns:v="urn:schemas-microsoft-com:vml" Requires="v">
                <p:oleObj spid="_x0000_s1044" name="Chart" r:id="rId4" imgW="6096000" imgH="4067011" progId="MSGraph.Chart.8">
                  <p:embed followColorScheme="full"/>
                </p:oleObj>
              </mc:Choice>
              <mc:Fallback>
                <p:oleObj name="Chart" r:id="rId4" imgW="6096000" imgH="4067011" progId="MSGraph.Chart.8">
                  <p:embed followColorScheme="full"/>
                  <p:pic>
                    <p:nvPicPr>
                      <p:cNvPr id="44034" name="Object 4"/>
                      <p:cNvPicPr>
                        <a:picLocks noChangeAspect="1" noChangeArrowheads="1"/>
                      </p:cNvPicPr>
                      <p:nvPr/>
                    </p:nvPicPr>
                    <p:blipFill>
                      <a:blip r:embed="rId5"/>
                      <a:srcRect/>
                      <a:stretch>
                        <a:fillRect/>
                      </a:stretch>
                    </p:blipFill>
                    <p:spPr bwMode="auto">
                      <a:xfrm>
                        <a:off x="685800" y="1143000"/>
                        <a:ext cx="77724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Slide Number Placeholder 2">
            <a:extLst>
              <a:ext uri="{FF2B5EF4-FFF2-40B4-BE49-F238E27FC236}">
                <a16:creationId xmlns:a16="http://schemas.microsoft.com/office/drawing/2014/main" xmlns="" id="{F8003842-17FF-4450-97E3-42C5003C4AA7}"/>
              </a:ext>
            </a:extLst>
          </p:cNvPr>
          <p:cNvSpPr>
            <a:spLocks noGrp="1"/>
          </p:cNvSpPr>
          <p:nvPr>
            <p:ph type="sldNum" sz="quarter" idx="12"/>
          </p:nvPr>
        </p:nvSpPr>
        <p:spPr/>
        <p:txBody>
          <a:bodyPr/>
          <a:lstStyle/>
          <a:p>
            <a:fld id="{9EA0BE3B-158A-4EDF-80DC-E394A0D1600F}" type="slidenum">
              <a:rPr lang="en-US" smtClean="0"/>
              <a:pPr/>
              <a:t>6</a:t>
            </a:fld>
            <a:endParaRPr lang="en-US" dirty="0"/>
          </a:p>
        </p:txBody>
      </p:sp>
      <p:sp>
        <p:nvSpPr>
          <p:cNvPr id="44035" name="Rectangle 7"/>
          <p:cNvSpPr>
            <a:spLocks noGrp="1" noChangeArrowheads="1"/>
          </p:cNvSpPr>
          <p:nvPr>
            <p:ph type="title"/>
          </p:nvPr>
        </p:nvSpPr>
        <p:spPr/>
        <p:txBody>
          <a:bodyPr/>
          <a:lstStyle/>
          <a:p>
            <a:r>
              <a:rPr lang="en-US" altLang="ja-JP" sz="3200" dirty="0" err="1" smtClean="0"/>
              <a:t>Tầm</a:t>
            </a:r>
            <a:r>
              <a:rPr lang="en-US" altLang="ja-JP" sz="3200" dirty="0" smtClean="0"/>
              <a:t> </a:t>
            </a:r>
            <a:r>
              <a:rPr lang="en-US" altLang="ja-JP" sz="3200" dirty="0" err="1"/>
              <a:t>quan</a:t>
            </a:r>
            <a:r>
              <a:rPr lang="en-US" altLang="ja-JP" sz="3200" dirty="0"/>
              <a:t> </a:t>
            </a:r>
            <a:r>
              <a:rPr lang="en-US" altLang="ja-JP" sz="3200" dirty="0" err="1"/>
              <a:t>trọng</a:t>
            </a:r>
            <a:r>
              <a:rPr lang="en-US" altLang="ja-JP" sz="3200" dirty="0"/>
              <a:t> của việc </a:t>
            </a:r>
            <a:r>
              <a:rPr lang="en-US" altLang="ja-JP" sz="3200" dirty="0" err="1"/>
              <a:t>lập</a:t>
            </a:r>
            <a:r>
              <a:rPr lang="en-US" altLang="ja-JP" sz="3200" dirty="0"/>
              <a:t> kế </a:t>
            </a:r>
            <a:r>
              <a:rPr lang="en-US" altLang="ja-JP" sz="3200" dirty="0" err="1"/>
              <a:t>hoạch</a:t>
            </a:r>
            <a:r>
              <a:rPr lang="en-US" altLang="ja-JP" sz="3200" dirty="0"/>
              <a:t> (2)</a:t>
            </a:r>
          </a:p>
        </p:txBody>
      </p:sp>
      <p:sp>
        <p:nvSpPr>
          <p:cNvPr id="44036" name="Text Box 8"/>
          <p:cNvSpPr txBox="1">
            <a:spLocks noChangeArrowheads="1"/>
          </p:cNvSpPr>
          <p:nvPr/>
        </p:nvSpPr>
        <p:spPr bwMode="auto">
          <a:xfrm>
            <a:off x="3886200" y="6096000"/>
            <a:ext cx="4738687" cy="457200"/>
          </a:xfrm>
          <a:prstGeom prst="rect">
            <a:avLst/>
          </a:prstGeom>
          <a:noFill/>
          <a:ln>
            <a:noFill/>
          </a:ln>
          <a:effectLst>
            <a:prstShdw prst="shdw13" dist="53882" dir="13500000">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r>
              <a:rPr lang="en-US" altLang="ja-JP" sz="1200" i="1"/>
              <a:t>Gred Githens, “Financial Models, Right Questions, Good Decisions”</a:t>
            </a:r>
            <a:br>
              <a:rPr lang="en-US" altLang="ja-JP" sz="1200" i="1"/>
            </a:br>
            <a:r>
              <a:rPr lang="en-US" altLang="ja-JP" sz="1200" i="1"/>
              <a:t>PM Network July 1998 Volime 12, Number7</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xmlns="" id="{D004DF04-ACA9-40E1-8D73-5A7DC5B53993}"/>
              </a:ext>
            </a:extLst>
          </p:cNvPr>
          <p:cNvSpPr>
            <a:spLocks noGrp="1"/>
          </p:cNvSpPr>
          <p:nvPr>
            <p:ph type="sldNum" sz="quarter" idx="12"/>
          </p:nvPr>
        </p:nvSpPr>
        <p:spPr/>
        <p:txBody>
          <a:bodyPr/>
          <a:lstStyle/>
          <a:p>
            <a:fld id="{9EA0BE3B-158A-4EDF-80DC-E394A0D1600F}" type="slidenum">
              <a:rPr lang="en-US" smtClean="0"/>
              <a:pPr/>
              <a:t>7</a:t>
            </a:fld>
            <a:endParaRPr lang="en-US" dirty="0"/>
          </a:p>
        </p:txBody>
      </p:sp>
      <p:sp>
        <p:nvSpPr>
          <p:cNvPr id="45058" name="Rectangle 2"/>
          <p:cNvSpPr>
            <a:spLocks noGrp="1" noChangeArrowheads="1"/>
          </p:cNvSpPr>
          <p:nvPr>
            <p:ph type="title"/>
          </p:nvPr>
        </p:nvSpPr>
        <p:spPr/>
        <p:txBody>
          <a:bodyPr/>
          <a:lstStyle/>
          <a:p>
            <a:pPr eaLnBrk="1" hangingPunct="1"/>
            <a:r>
              <a:rPr lang="en-US" altLang="ja-JP" sz="3200" dirty="0" err="1" smtClean="0"/>
              <a:t>Xây</a:t>
            </a:r>
            <a:r>
              <a:rPr lang="en-US" altLang="ja-JP" sz="3200" dirty="0" smtClean="0"/>
              <a:t> </a:t>
            </a:r>
            <a:r>
              <a:rPr lang="en-US" altLang="ja-JP" sz="3200" dirty="0" err="1"/>
              <a:t>dựng</a:t>
            </a:r>
            <a:r>
              <a:rPr lang="en-US" altLang="ja-JP" sz="3200" dirty="0"/>
              <a:t> Kế </a:t>
            </a:r>
            <a:r>
              <a:rPr lang="en-US" altLang="ja-JP" sz="3200" dirty="0" err="1"/>
              <a:t>hoạch</a:t>
            </a:r>
            <a:r>
              <a:rPr lang="en-US" altLang="ja-JP" sz="3200" dirty="0"/>
              <a:t> </a:t>
            </a:r>
            <a:r>
              <a:rPr lang="en-US" altLang="ja-JP" sz="3200" dirty="0" err="1"/>
              <a:t>quản</a:t>
            </a:r>
            <a:r>
              <a:rPr lang="en-US" altLang="ja-JP" sz="3200" dirty="0"/>
              <a:t> </a:t>
            </a:r>
            <a:r>
              <a:rPr lang="en-US" altLang="ja-JP" sz="3200" dirty="0" err="1"/>
              <a:t>lý</a:t>
            </a:r>
            <a:r>
              <a:rPr lang="en-US" altLang="ja-JP" sz="3200" dirty="0"/>
              <a:t>  </a:t>
            </a:r>
            <a:r>
              <a:rPr lang="en-US" altLang="ja-JP" sz="3200" dirty="0" err="1"/>
              <a:t>dự</a:t>
            </a:r>
            <a:r>
              <a:rPr lang="en-US" altLang="ja-JP" sz="3200" dirty="0"/>
              <a:t> án</a:t>
            </a:r>
          </a:p>
        </p:txBody>
      </p:sp>
      <p:sp>
        <p:nvSpPr>
          <p:cNvPr id="45059" name="Rectangle 3"/>
          <p:cNvSpPr>
            <a:spLocks noGrp="1" noChangeArrowheads="1"/>
          </p:cNvSpPr>
          <p:nvPr>
            <p:ph type="body" sz="quarter" idx="13"/>
          </p:nvPr>
        </p:nvSpPr>
        <p:spPr>
          <a:xfrm>
            <a:off x="234950" y="963168"/>
            <a:ext cx="8674100" cy="3837432"/>
          </a:xfrm>
        </p:spPr>
        <p:txBody>
          <a:bodyPr/>
          <a:lstStyle/>
          <a:p>
            <a:pPr eaLnBrk="1" hangingPunct="1">
              <a:buClr>
                <a:schemeClr val="tx1"/>
              </a:buClr>
              <a:buFont typeface="Wingdings" pitchFamily="2" charset="2"/>
              <a:buChar char="Ø"/>
            </a:pPr>
            <a:r>
              <a:rPr lang="en-US" altLang="ja-JP"/>
              <a:t>Khẳng định sự cần thiết tạo ra kế hoạch quản lý dự án</a:t>
            </a:r>
          </a:p>
          <a:p>
            <a:pPr eaLnBrk="1" hangingPunct="1">
              <a:buClr>
                <a:schemeClr val="tx1"/>
              </a:buClr>
              <a:buFont typeface="Wingdings" pitchFamily="2" charset="2"/>
              <a:buChar char="Ø"/>
            </a:pPr>
            <a:r>
              <a:rPr lang="en-US" altLang="ja-JP" b="1"/>
              <a:t> Cần </a:t>
            </a:r>
            <a:r>
              <a:rPr lang="en-US" altLang="ja-JP" b="1">
                <a:solidFill>
                  <a:srgbClr val="C00000"/>
                </a:solidFill>
              </a:rPr>
              <a:t>có kế hoạch </a:t>
            </a:r>
            <a:r>
              <a:rPr lang="en-US" altLang="ja-JP"/>
              <a:t>để </a:t>
            </a:r>
            <a:r>
              <a:rPr lang="en-US" altLang="ja-JP" b="1">
                <a:solidFill>
                  <a:srgbClr val="C00000"/>
                </a:solidFill>
              </a:rPr>
              <a:t>xây dựng kế hoạch </a:t>
            </a:r>
            <a:r>
              <a:rPr lang="en-US" altLang="ja-JP"/>
              <a:t>dự án</a:t>
            </a:r>
          </a:p>
          <a:p>
            <a:pPr lvl="1" eaLnBrk="1" hangingPunct="1">
              <a:buClr>
                <a:schemeClr val="tx1"/>
              </a:buClr>
              <a:buFont typeface="Wingdings" pitchFamily="2" charset="2"/>
              <a:buChar char="ü"/>
            </a:pPr>
            <a:r>
              <a:rPr lang="en-US" altLang="ja-JP" sz="2400"/>
              <a:t>Quản lý thay đổi</a:t>
            </a:r>
          </a:p>
          <a:p>
            <a:pPr lvl="1" eaLnBrk="1" hangingPunct="1">
              <a:buClr>
                <a:schemeClr val="tx1"/>
              </a:buClr>
              <a:buFont typeface="Wingdings" pitchFamily="2" charset="2"/>
              <a:buChar char="ü"/>
            </a:pPr>
            <a:r>
              <a:rPr lang="en-US" altLang="ja-JP" sz="2400"/>
              <a:t>Quản lý cấu hình/phiên bản</a:t>
            </a:r>
          </a:p>
          <a:p>
            <a:pPr lvl="1" eaLnBrk="1" hangingPunct="1">
              <a:buClr>
                <a:schemeClr val="tx1"/>
              </a:buClr>
              <a:buFont typeface="Wingdings" pitchFamily="2" charset="2"/>
              <a:buChar char="ü"/>
            </a:pPr>
            <a:r>
              <a:rPr lang="en-US" altLang="ja-JP" sz="2400"/>
              <a:t>Quản lý các nhận xét (review) về nội dung, mở rộng và thời gian xử lý các phát sinh và ra quyết định</a:t>
            </a:r>
          </a:p>
          <a:p>
            <a:pPr eaLnBrk="1" hangingPunct="1">
              <a:buClr>
                <a:schemeClr val="tx1"/>
              </a:buClr>
              <a:buFont typeface="Wingdings" pitchFamily="2" charset="2"/>
              <a:buChar char="Ø"/>
            </a:pPr>
            <a:r>
              <a:rPr lang="en-US" altLang="ja-JP"/>
              <a:t>Giải pháp: hãy trả lời các câu hỏi</a:t>
            </a:r>
          </a:p>
          <a:p>
            <a:pPr lvl="1">
              <a:buClr>
                <a:schemeClr val="tx1"/>
              </a:buClr>
              <a:buFont typeface="Wingdings" pitchFamily="2" charset="2"/>
              <a:buChar char="Ø"/>
            </a:pPr>
            <a:r>
              <a:rPr lang="en-US" altLang="ja-JP"/>
              <a:t>Bạn sẽ tự mình lập tất cả kế hoạch của dự án?</a:t>
            </a:r>
          </a:p>
          <a:p>
            <a:pPr lvl="1">
              <a:buClr>
                <a:schemeClr val="tx1"/>
              </a:buClr>
              <a:buFont typeface="Wingdings" pitchFamily="2" charset="2"/>
              <a:buChar char="Ø"/>
            </a:pPr>
            <a:r>
              <a:rPr lang="en-US" altLang="ja-JP"/>
              <a:t>Tham khảo ý kiến thành viên và sửa kế hoạch bằng cách nào?</a:t>
            </a:r>
          </a:p>
          <a:p>
            <a:pPr lvl="1">
              <a:buClr>
                <a:schemeClr val="tx1"/>
              </a:buClr>
              <a:buFont typeface="Wingdings" pitchFamily="2" charset="2"/>
              <a:buChar char="Ø"/>
            </a:pPr>
            <a:r>
              <a:rPr lang="en-US" altLang="ja-JP"/>
              <a:t>Định kỳ kiểm tra tiến độ thực hiện theo chu kì 1 ngày, 1 tuần?</a:t>
            </a:r>
          </a:p>
          <a:p>
            <a:pPr lvl="1">
              <a:buClr>
                <a:schemeClr val="tx1"/>
              </a:buClr>
              <a:buFont typeface="Wingdings" pitchFamily="2" charset="2"/>
              <a:buChar char="Ø"/>
            </a:pPr>
            <a:r>
              <a:rPr lang="en-US" altLang="ja-JP"/>
              <a:t>Có bao nhiêu người cần báo cáo?</a:t>
            </a:r>
          </a:p>
          <a:p>
            <a:pPr marL="457200" lvl="1" indent="0" eaLnBrk="1" hangingPunct="1">
              <a:buClr>
                <a:schemeClr val="tx1"/>
              </a:buClr>
              <a:buNone/>
            </a:pPr>
            <a:endParaRPr lang="en-US" altLang="ja-JP" sz="2400"/>
          </a:p>
        </p:txBody>
      </p:sp>
      <p:sp>
        <p:nvSpPr>
          <p:cNvPr id="2" name="TextBox 1">
            <a:extLst>
              <a:ext uri="{FF2B5EF4-FFF2-40B4-BE49-F238E27FC236}">
                <a16:creationId xmlns:a16="http://schemas.microsoft.com/office/drawing/2014/main" xmlns="" id="{91EA1C31-9A6F-4CF1-AB34-BA9D944E0188}"/>
              </a:ext>
            </a:extLst>
          </p:cNvPr>
          <p:cNvSpPr txBox="1"/>
          <p:nvPr/>
        </p:nvSpPr>
        <p:spPr>
          <a:xfrm>
            <a:off x="685800" y="6019800"/>
            <a:ext cx="6165470" cy="369332"/>
          </a:xfrm>
          <a:prstGeom prst="rect">
            <a:avLst/>
          </a:prstGeom>
          <a:noFill/>
        </p:spPr>
        <p:txBody>
          <a:bodyPr wrap="none" rtlCol="0">
            <a:spAutoFit/>
          </a:bodyPr>
          <a:lstStyle/>
          <a:p>
            <a:r>
              <a:rPr lang="en-US" i="1"/>
              <a:t>Fun: “Chúng tôi quyết tâm biến quyết tâm thành hiện thực”</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48640" y="1384935"/>
            <a:ext cx="126492" cy="134112"/>
          </a:xfrm>
          <a:prstGeom prst="rect">
            <a:avLst/>
          </a:prstGeom>
        </p:spPr>
      </p:pic>
      <p:pic>
        <p:nvPicPr>
          <p:cNvPr id="3" name="object 3"/>
          <p:cNvPicPr/>
          <p:nvPr/>
        </p:nvPicPr>
        <p:blipFill>
          <a:blip r:embed="rId2" cstate="print"/>
          <a:stretch>
            <a:fillRect/>
          </a:stretch>
        </p:blipFill>
        <p:spPr>
          <a:xfrm>
            <a:off x="548640" y="1918335"/>
            <a:ext cx="126492" cy="134112"/>
          </a:xfrm>
          <a:prstGeom prst="rect">
            <a:avLst/>
          </a:prstGeom>
        </p:spPr>
      </p:pic>
      <p:pic>
        <p:nvPicPr>
          <p:cNvPr id="4" name="object 4"/>
          <p:cNvPicPr/>
          <p:nvPr/>
        </p:nvPicPr>
        <p:blipFill>
          <a:blip r:embed="rId2" cstate="print"/>
          <a:stretch>
            <a:fillRect/>
          </a:stretch>
        </p:blipFill>
        <p:spPr>
          <a:xfrm>
            <a:off x="1005839" y="2901314"/>
            <a:ext cx="114300" cy="115824"/>
          </a:xfrm>
          <a:prstGeom prst="rect">
            <a:avLst/>
          </a:prstGeom>
        </p:spPr>
      </p:pic>
      <p:pic>
        <p:nvPicPr>
          <p:cNvPr id="5" name="object 5"/>
          <p:cNvPicPr/>
          <p:nvPr/>
        </p:nvPicPr>
        <p:blipFill>
          <a:blip r:embed="rId2" cstate="print"/>
          <a:stretch>
            <a:fillRect/>
          </a:stretch>
        </p:blipFill>
        <p:spPr>
          <a:xfrm>
            <a:off x="1005839" y="3175635"/>
            <a:ext cx="114300" cy="115824"/>
          </a:xfrm>
          <a:prstGeom prst="rect">
            <a:avLst/>
          </a:prstGeom>
        </p:spPr>
      </p:pic>
      <p:pic>
        <p:nvPicPr>
          <p:cNvPr id="6" name="object 6"/>
          <p:cNvPicPr/>
          <p:nvPr/>
        </p:nvPicPr>
        <p:blipFill>
          <a:blip r:embed="rId2" cstate="print"/>
          <a:stretch>
            <a:fillRect/>
          </a:stretch>
        </p:blipFill>
        <p:spPr>
          <a:xfrm>
            <a:off x="1005839" y="3449954"/>
            <a:ext cx="114300" cy="115824"/>
          </a:xfrm>
          <a:prstGeom prst="rect">
            <a:avLst/>
          </a:prstGeom>
        </p:spPr>
      </p:pic>
      <p:pic>
        <p:nvPicPr>
          <p:cNvPr id="7" name="object 7"/>
          <p:cNvPicPr/>
          <p:nvPr/>
        </p:nvPicPr>
        <p:blipFill>
          <a:blip r:embed="rId2" cstate="print"/>
          <a:stretch>
            <a:fillRect/>
          </a:stretch>
        </p:blipFill>
        <p:spPr>
          <a:xfrm>
            <a:off x="1005839" y="3724275"/>
            <a:ext cx="114300" cy="115824"/>
          </a:xfrm>
          <a:prstGeom prst="rect">
            <a:avLst/>
          </a:prstGeom>
        </p:spPr>
      </p:pic>
      <p:pic>
        <p:nvPicPr>
          <p:cNvPr id="8" name="object 8"/>
          <p:cNvPicPr/>
          <p:nvPr/>
        </p:nvPicPr>
        <p:blipFill>
          <a:blip r:embed="rId2" cstate="print"/>
          <a:stretch>
            <a:fillRect/>
          </a:stretch>
        </p:blipFill>
        <p:spPr>
          <a:xfrm>
            <a:off x="1005839" y="3998595"/>
            <a:ext cx="114300" cy="115824"/>
          </a:xfrm>
          <a:prstGeom prst="rect">
            <a:avLst/>
          </a:prstGeom>
        </p:spPr>
      </p:pic>
      <p:sp>
        <p:nvSpPr>
          <p:cNvPr id="9" name="object 9"/>
          <p:cNvSpPr txBox="1"/>
          <p:nvPr/>
        </p:nvSpPr>
        <p:spPr>
          <a:xfrm>
            <a:off x="879144" y="1314703"/>
            <a:ext cx="2469515" cy="3241675"/>
          </a:xfrm>
          <a:prstGeom prst="rect">
            <a:avLst/>
          </a:prstGeom>
        </p:spPr>
        <p:txBody>
          <a:bodyPr vert="horz" wrap="square" lIns="0" tIns="12700" rIns="0" bIns="0" rtlCol="0">
            <a:spAutoFit/>
          </a:bodyPr>
          <a:lstStyle/>
          <a:p>
            <a:pPr marL="12700" marR="33020">
              <a:lnSpc>
                <a:spcPct val="100000"/>
              </a:lnSpc>
              <a:spcBef>
                <a:spcPts val="100"/>
              </a:spcBef>
            </a:pPr>
            <a:r>
              <a:rPr sz="1500" dirty="0">
                <a:latin typeface="Arial"/>
                <a:cs typeface="Arial"/>
              </a:rPr>
              <a:t>Key</a:t>
            </a:r>
            <a:r>
              <a:rPr sz="1500" spc="-35" dirty="0">
                <a:latin typeface="Arial"/>
                <a:cs typeface="Arial"/>
              </a:rPr>
              <a:t> </a:t>
            </a:r>
            <a:r>
              <a:rPr sz="1500" dirty="0">
                <a:latin typeface="Arial"/>
                <a:cs typeface="Arial"/>
              </a:rPr>
              <a:t>deliverable output</a:t>
            </a:r>
            <a:r>
              <a:rPr sz="1500" spc="-35" dirty="0">
                <a:latin typeface="Arial"/>
                <a:cs typeface="Arial"/>
              </a:rPr>
              <a:t> </a:t>
            </a:r>
            <a:r>
              <a:rPr sz="1500" dirty="0">
                <a:latin typeface="Arial"/>
                <a:cs typeface="Arial"/>
              </a:rPr>
              <a:t>of</a:t>
            </a:r>
            <a:r>
              <a:rPr sz="1500" spc="-10" dirty="0">
                <a:latin typeface="Arial"/>
                <a:cs typeface="Arial"/>
              </a:rPr>
              <a:t> </a:t>
            </a:r>
            <a:r>
              <a:rPr sz="1500" spc="-25" dirty="0">
                <a:latin typeface="Arial"/>
                <a:cs typeface="Arial"/>
              </a:rPr>
              <a:t>the </a:t>
            </a:r>
            <a:r>
              <a:rPr sz="1500" dirty="0">
                <a:latin typeface="Arial"/>
                <a:cs typeface="Arial"/>
              </a:rPr>
              <a:t>project</a:t>
            </a:r>
            <a:r>
              <a:rPr sz="1500" spc="-45" dirty="0">
                <a:latin typeface="Arial"/>
                <a:cs typeface="Arial"/>
              </a:rPr>
              <a:t> </a:t>
            </a:r>
            <a:r>
              <a:rPr sz="1500" dirty="0">
                <a:latin typeface="Arial"/>
                <a:cs typeface="Arial"/>
              </a:rPr>
              <a:t>planning </a:t>
            </a:r>
            <a:r>
              <a:rPr sz="1500" spc="-10" dirty="0">
                <a:latin typeface="Arial"/>
                <a:cs typeface="Arial"/>
              </a:rPr>
              <a:t>phase</a:t>
            </a:r>
            <a:endParaRPr sz="1500">
              <a:latin typeface="Arial"/>
              <a:cs typeface="Arial"/>
            </a:endParaRPr>
          </a:p>
          <a:p>
            <a:pPr marL="12700" marR="5080">
              <a:lnSpc>
                <a:spcPct val="100000"/>
              </a:lnSpc>
              <a:spcBef>
                <a:spcPts val="600"/>
              </a:spcBef>
            </a:pPr>
            <a:r>
              <a:rPr sz="1500" dirty="0">
                <a:latin typeface="Arial"/>
                <a:cs typeface="Arial"/>
              </a:rPr>
              <a:t>Include</a:t>
            </a:r>
            <a:r>
              <a:rPr sz="1500" spc="-35" dirty="0">
                <a:latin typeface="Arial"/>
                <a:cs typeface="Arial"/>
              </a:rPr>
              <a:t> </a:t>
            </a:r>
            <a:r>
              <a:rPr sz="1500" dirty="0">
                <a:latin typeface="Arial"/>
                <a:cs typeface="Arial"/>
              </a:rPr>
              <a:t>specific</a:t>
            </a:r>
            <a:r>
              <a:rPr sz="1500" spc="-30" dirty="0">
                <a:latin typeface="Arial"/>
                <a:cs typeface="Arial"/>
              </a:rPr>
              <a:t> </a:t>
            </a:r>
            <a:r>
              <a:rPr sz="1500" spc="-10" dirty="0">
                <a:latin typeface="Arial"/>
                <a:cs typeface="Arial"/>
              </a:rPr>
              <a:t>information </a:t>
            </a:r>
            <a:r>
              <a:rPr sz="1500" dirty="0">
                <a:latin typeface="Arial"/>
                <a:cs typeface="Arial"/>
              </a:rPr>
              <a:t>on</a:t>
            </a:r>
            <a:r>
              <a:rPr sz="1500" spc="-30" dirty="0">
                <a:latin typeface="Arial"/>
                <a:cs typeface="Arial"/>
              </a:rPr>
              <a:t> </a:t>
            </a:r>
            <a:r>
              <a:rPr sz="1500" dirty="0">
                <a:latin typeface="Arial"/>
                <a:cs typeface="Arial"/>
              </a:rPr>
              <a:t>the</a:t>
            </a:r>
            <a:r>
              <a:rPr sz="1500" spc="-25" dirty="0">
                <a:latin typeface="Arial"/>
                <a:cs typeface="Arial"/>
              </a:rPr>
              <a:t> </a:t>
            </a:r>
            <a:r>
              <a:rPr sz="1500" dirty="0">
                <a:latin typeface="Arial"/>
                <a:cs typeface="Arial"/>
              </a:rPr>
              <a:t>individual</a:t>
            </a:r>
            <a:r>
              <a:rPr sz="1500" spc="10" dirty="0">
                <a:latin typeface="Arial"/>
                <a:cs typeface="Arial"/>
              </a:rPr>
              <a:t> </a:t>
            </a:r>
            <a:r>
              <a:rPr sz="1500" spc="-10" dirty="0">
                <a:latin typeface="Arial"/>
                <a:cs typeface="Arial"/>
              </a:rPr>
              <a:t>project </a:t>
            </a:r>
            <a:r>
              <a:rPr sz="1500" dirty="0">
                <a:latin typeface="Arial"/>
                <a:cs typeface="Arial"/>
              </a:rPr>
              <a:t>activities</a:t>
            </a:r>
            <a:r>
              <a:rPr sz="1500" spc="-25" dirty="0">
                <a:latin typeface="Arial"/>
                <a:cs typeface="Arial"/>
              </a:rPr>
              <a:t> </a:t>
            </a:r>
            <a:r>
              <a:rPr sz="1500" dirty="0">
                <a:latin typeface="Arial"/>
                <a:cs typeface="Arial"/>
              </a:rPr>
              <a:t>and</a:t>
            </a:r>
            <a:r>
              <a:rPr sz="1500" spc="-25" dirty="0">
                <a:latin typeface="Arial"/>
                <a:cs typeface="Arial"/>
              </a:rPr>
              <a:t> </a:t>
            </a:r>
            <a:r>
              <a:rPr sz="1500" dirty="0">
                <a:latin typeface="Arial"/>
                <a:cs typeface="Arial"/>
              </a:rPr>
              <a:t>tasks</a:t>
            </a:r>
            <a:r>
              <a:rPr sz="1500" spc="-35" dirty="0">
                <a:latin typeface="Arial"/>
                <a:cs typeface="Arial"/>
              </a:rPr>
              <a:t> </a:t>
            </a:r>
            <a:r>
              <a:rPr sz="1500" dirty="0">
                <a:latin typeface="Arial"/>
                <a:cs typeface="Arial"/>
              </a:rPr>
              <a:t>that</a:t>
            </a:r>
            <a:r>
              <a:rPr sz="1500" spc="-20" dirty="0">
                <a:latin typeface="Arial"/>
                <a:cs typeface="Arial"/>
              </a:rPr>
              <a:t> need </a:t>
            </a:r>
            <a:r>
              <a:rPr sz="1500" dirty="0">
                <a:latin typeface="Arial"/>
                <a:cs typeface="Arial"/>
              </a:rPr>
              <a:t>to</a:t>
            </a:r>
            <a:r>
              <a:rPr sz="1500" spc="-25" dirty="0">
                <a:latin typeface="Arial"/>
                <a:cs typeface="Arial"/>
              </a:rPr>
              <a:t> </a:t>
            </a:r>
            <a:r>
              <a:rPr sz="1500" dirty="0">
                <a:latin typeface="Arial"/>
                <a:cs typeface="Arial"/>
              </a:rPr>
              <a:t>be</a:t>
            </a:r>
            <a:r>
              <a:rPr sz="1500" spc="-20" dirty="0">
                <a:latin typeface="Arial"/>
                <a:cs typeface="Arial"/>
              </a:rPr>
              <a:t> </a:t>
            </a:r>
            <a:r>
              <a:rPr sz="1500" spc="-10" dirty="0">
                <a:latin typeface="Arial"/>
                <a:cs typeface="Arial"/>
              </a:rPr>
              <a:t>performed:</a:t>
            </a:r>
            <a:endParaRPr sz="1500">
              <a:latin typeface="Arial"/>
              <a:cs typeface="Arial"/>
            </a:endParaRPr>
          </a:p>
          <a:p>
            <a:pPr marL="413384" marR="56515">
              <a:lnSpc>
                <a:spcPts val="2160"/>
              </a:lnSpc>
              <a:spcBef>
                <a:spcPts val="170"/>
              </a:spcBef>
            </a:pPr>
            <a:r>
              <a:rPr sz="1300" dirty="0">
                <a:latin typeface="Arial"/>
                <a:cs typeface="Arial"/>
              </a:rPr>
              <a:t>why</a:t>
            </a:r>
            <a:r>
              <a:rPr sz="1300" spc="-25" dirty="0">
                <a:latin typeface="Arial"/>
                <a:cs typeface="Arial"/>
              </a:rPr>
              <a:t> </a:t>
            </a:r>
            <a:r>
              <a:rPr sz="1300" dirty="0">
                <a:latin typeface="Arial"/>
                <a:cs typeface="Arial"/>
              </a:rPr>
              <a:t>they</a:t>
            </a:r>
            <a:r>
              <a:rPr sz="1300" spc="-25" dirty="0">
                <a:latin typeface="Arial"/>
                <a:cs typeface="Arial"/>
              </a:rPr>
              <a:t> </a:t>
            </a:r>
            <a:r>
              <a:rPr sz="1300" dirty="0">
                <a:latin typeface="Arial"/>
                <a:cs typeface="Arial"/>
              </a:rPr>
              <a:t>need</a:t>
            </a:r>
            <a:r>
              <a:rPr sz="1300" spc="-15" dirty="0">
                <a:latin typeface="Arial"/>
                <a:cs typeface="Arial"/>
              </a:rPr>
              <a:t> </a:t>
            </a:r>
            <a:r>
              <a:rPr sz="1300" dirty="0">
                <a:latin typeface="Arial"/>
                <a:cs typeface="Arial"/>
              </a:rPr>
              <a:t>to</a:t>
            </a:r>
            <a:r>
              <a:rPr sz="1300" spc="-20" dirty="0">
                <a:latin typeface="Arial"/>
                <a:cs typeface="Arial"/>
              </a:rPr>
              <a:t> </a:t>
            </a:r>
            <a:r>
              <a:rPr sz="1300" dirty="0">
                <a:latin typeface="Arial"/>
                <a:cs typeface="Arial"/>
              </a:rPr>
              <a:t>be</a:t>
            </a:r>
            <a:r>
              <a:rPr sz="1300" spc="-25" dirty="0">
                <a:latin typeface="Arial"/>
                <a:cs typeface="Arial"/>
              </a:rPr>
              <a:t> </a:t>
            </a:r>
            <a:r>
              <a:rPr sz="1300" spc="-20" dirty="0">
                <a:latin typeface="Arial"/>
                <a:cs typeface="Arial"/>
              </a:rPr>
              <a:t>done </a:t>
            </a:r>
            <a:r>
              <a:rPr sz="1300" dirty="0">
                <a:latin typeface="Arial"/>
                <a:cs typeface="Arial"/>
              </a:rPr>
              <a:t>when</a:t>
            </a:r>
            <a:r>
              <a:rPr sz="1300" spc="-25" dirty="0">
                <a:latin typeface="Arial"/>
                <a:cs typeface="Arial"/>
              </a:rPr>
              <a:t> </a:t>
            </a:r>
            <a:r>
              <a:rPr sz="1300" dirty="0">
                <a:latin typeface="Arial"/>
                <a:cs typeface="Arial"/>
              </a:rPr>
              <a:t>they</a:t>
            </a:r>
            <a:r>
              <a:rPr sz="1300" spc="-30" dirty="0">
                <a:latin typeface="Arial"/>
                <a:cs typeface="Arial"/>
              </a:rPr>
              <a:t> </a:t>
            </a:r>
            <a:r>
              <a:rPr sz="1300" dirty="0">
                <a:latin typeface="Arial"/>
                <a:cs typeface="Arial"/>
              </a:rPr>
              <a:t>will</a:t>
            </a:r>
            <a:r>
              <a:rPr sz="1300" spc="-30" dirty="0">
                <a:latin typeface="Arial"/>
                <a:cs typeface="Arial"/>
              </a:rPr>
              <a:t> </a:t>
            </a:r>
            <a:r>
              <a:rPr sz="1300" dirty="0">
                <a:latin typeface="Arial"/>
                <a:cs typeface="Arial"/>
              </a:rPr>
              <a:t>be</a:t>
            </a:r>
            <a:r>
              <a:rPr sz="1300" spc="-30" dirty="0">
                <a:latin typeface="Arial"/>
                <a:cs typeface="Arial"/>
              </a:rPr>
              <a:t> </a:t>
            </a:r>
            <a:r>
              <a:rPr sz="1300" dirty="0">
                <a:latin typeface="Arial"/>
                <a:cs typeface="Arial"/>
              </a:rPr>
              <a:t>done</a:t>
            </a:r>
            <a:r>
              <a:rPr sz="1300" spc="-25" dirty="0">
                <a:latin typeface="Arial"/>
                <a:cs typeface="Arial"/>
              </a:rPr>
              <a:t> and </a:t>
            </a:r>
            <a:r>
              <a:rPr sz="1300" dirty="0">
                <a:latin typeface="Arial"/>
                <a:cs typeface="Arial"/>
              </a:rPr>
              <a:t>who</a:t>
            </a:r>
            <a:r>
              <a:rPr sz="1300" spc="-35" dirty="0">
                <a:latin typeface="Arial"/>
                <a:cs typeface="Arial"/>
              </a:rPr>
              <a:t> </a:t>
            </a:r>
            <a:r>
              <a:rPr sz="1300" dirty="0">
                <a:latin typeface="Arial"/>
                <a:cs typeface="Arial"/>
              </a:rPr>
              <a:t>will</a:t>
            </a:r>
            <a:r>
              <a:rPr sz="1300" spc="-25" dirty="0">
                <a:latin typeface="Arial"/>
                <a:cs typeface="Arial"/>
              </a:rPr>
              <a:t> </a:t>
            </a:r>
            <a:r>
              <a:rPr sz="1300" dirty="0">
                <a:latin typeface="Arial"/>
                <a:cs typeface="Arial"/>
              </a:rPr>
              <a:t>do</a:t>
            </a:r>
            <a:r>
              <a:rPr sz="1300" spc="-30" dirty="0">
                <a:latin typeface="Arial"/>
                <a:cs typeface="Arial"/>
              </a:rPr>
              <a:t> </a:t>
            </a:r>
            <a:r>
              <a:rPr sz="1300" spc="-20" dirty="0">
                <a:latin typeface="Arial"/>
                <a:cs typeface="Arial"/>
              </a:rPr>
              <a:t>them</a:t>
            </a:r>
            <a:endParaRPr sz="1300">
              <a:latin typeface="Arial"/>
              <a:cs typeface="Arial"/>
            </a:endParaRPr>
          </a:p>
          <a:p>
            <a:pPr marL="413384">
              <a:lnSpc>
                <a:spcPct val="100000"/>
              </a:lnSpc>
              <a:spcBef>
                <a:spcPts val="425"/>
              </a:spcBef>
            </a:pPr>
            <a:r>
              <a:rPr sz="1300" dirty="0">
                <a:latin typeface="Arial"/>
                <a:cs typeface="Arial"/>
              </a:rPr>
              <a:t>what</a:t>
            </a:r>
            <a:r>
              <a:rPr sz="1300" spc="-40" dirty="0">
                <a:latin typeface="Arial"/>
                <a:cs typeface="Arial"/>
              </a:rPr>
              <a:t> </a:t>
            </a:r>
            <a:r>
              <a:rPr sz="1300" dirty="0">
                <a:latin typeface="Arial"/>
                <a:cs typeface="Arial"/>
              </a:rPr>
              <a:t>resources</a:t>
            </a:r>
            <a:r>
              <a:rPr sz="1300" spc="-10" dirty="0">
                <a:latin typeface="Arial"/>
                <a:cs typeface="Arial"/>
              </a:rPr>
              <a:t> </a:t>
            </a:r>
            <a:r>
              <a:rPr sz="1300" dirty="0">
                <a:latin typeface="Arial"/>
                <a:cs typeface="Arial"/>
              </a:rPr>
              <a:t>are</a:t>
            </a:r>
            <a:r>
              <a:rPr sz="1300" spc="-40" dirty="0">
                <a:latin typeface="Arial"/>
                <a:cs typeface="Arial"/>
              </a:rPr>
              <a:t> </a:t>
            </a:r>
            <a:r>
              <a:rPr sz="1300" spc="-10" dirty="0">
                <a:latin typeface="Arial"/>
                <a:cs typeface="Arial"/>
              </a:rPr>
              <a:t>needed</a:t>
            </a:r>
            <a:endParaRPr sz="1300">
              <a:latin typeface="Arial"/>
              <a:cs typeface="Arial"/>
            </a:endParaRPr>
          </a:p>
          <a:p>
            <a:pPr marL="413384" marR="26034">
              <a:lnSpc>
                <a:spcPct val="100000"/>
              </a:lnSpc>
              <a:spcBef>
                <a:spcPts val="600"/>
              </a:spcBef>
            </a:pPr>
            <a:r>
              <a:rPr sz="1300" dirty="0">
                <a:latin typeface="Arial"/>
                <a:cs typeface="Arial"/>
              </a:rPr>
              <a:t>what</a:t>
            </a:r>
            <a:r>
              <a:rPr sz="1300" spc="-30" dirty="0">
                <a:latin typeface="Arial"/>
                <a:cs typeface="Arial"/>
              </a:rPr>
              <a:t> </a:t>
            </a:r>
            <a:r>
              <a:rPr sz="1300" dirty="0">
                <a:latin typeface="Arial"/>
                <a:cs typeface="Arial"/>
              </a:rPr>
              <a:t>criteria</a:t>
            </a:r>
            <a:r>
              <a:rPr sz="1300" spc="-5" dirty="0">
                <a:latin typeface="Arial"/>
                <a:cs typeface="Arial"/>
              </a:rPr>
              <a:t> </a:t>
            </a:r>
            <a:r>
              <a:rPr sz="1300" dirty="0">
                <a:latin typeface="Arial"/>
                <a:cs typeface="Arial"/>
              </a:rPr>
              <a:t>must</a:t>
            </a:r>
            <a:r>
              <a:rPr sz="1300" spc="-25" dirty="0">
                <a:latin typeface="Arial"/>
                <a:cs typeface="Arial"/>
              </a:rPr>
              <a:t> </a:t>
            </a:r>
            <a:r>
              <a:rPr sz="1300" dirty="0">
                <a:latin typeface="Arial"/>
                <a:cs typeface="Arial"/>
              </a:rPr>
              <a:t>be</a:t>
            </a:r>
            <a:r>
              <a:rPr sz="1300" spc="-25" dirty="0">
                <a:latin typeface="Arial"/>
                <a:cs typeface="Arial"/>
              </a:rPr>
              <a:t> </a:t>
            </a:r>
            <a:r>
              <a:rPr sz="1300" dirty="0">
                <a:latin typeface="Arial"/>
                <a:cs typeface="Arial"/>
              </a:rPr>
              <a:t>met</a:t>
            </a:r>
            <a:r>
              <a:rPr sz="1300" spc="-15" dirty="0">
                <a:latin typeface="Arial"/>
                <a:cs typeface="Arial"/>
              </a:rPr>
              <a:t> </a:t>
            </a:r>
            <a:r>
              <a:rPr sz="1300" spc="-25" dirty="0">
                <a:latin typeface="Arial"/>
                <a:cs typeface="Arial"/>
              </a:rPr>
              <a:t>in </a:t>
            </a:r>
            <a:r>
              <a:rPr sz="1300" dirty="0">
                <a:latin typeface="Arial"/>
                <a:cs typeface="Arial"/>
              </a:rPr>
              <a:t>order</a:t>
            </a:r>
            <a:r>
              <a:rPr sz="1300" spc="-30" dirty="0">
                <a:latin typeface="Arial"/>
                <a:cs typeface="Arial"/>
              </a:rPr>
              <a:t> </a:t>
            </a:r>
            <a:r>
              <a:rPr sz="1300" dirty="0">
                <a:latin typeface="Arial"/>
                <a:cs typeface="Arial"/>
              </a:rPr>
              <a:t>for</a:t>
            </a:r>
            <a:r>
              <a:rPr sz="1300" spc="-15" dirty="0">
                <a:latin typeface="Arial"/>
                <a:cs typeface="Arial"/>
              </a:rPr>
              <a:t> </a:t>
            </a:r>
            <a:r>
              <a:rPr sz="1300" dirty="0">
                <a:latin typeface="Arial"/>
                <a:cs typeface="Arial"/>
              </a:rPr>
              <a:t>the</a:t>
            </a:r>
            <a:r>
              <a:rPr sz="1300" spc="-25" dirty="0">
                <a:latin typeface="Arial"/>
                <a:cs typeface="Arial"/>
              </a:rPr>
              <a:t> </a:t>
            </a:r>
            <a:r>
              <a:rPr sz="1300" dirty="0">
                <a:latin typeface="Arial"/>
                <a:cs typeface="Arial"/>
              </a:rPr>
              <a:t>project</a:t>
            </a:r>
            <a:r>
              <a:rPr sz="1300" spc="-20" dirty="0">
                <a:latin typeface="Arial"/>
                <a:cs typeface="Arial"/>
              </a:rPr>
              <a:t> </a:t>
            </a:r>
            <a:r>
              <a:rPr sz="1300" dirty="0">
                <a:latin typeface="Arial"/>
                <a:cs typeface="Arial"/>
              </a:rPr>
              <a:t>to</a:t>
            </a:r>
            <a:r>
              <a:rPr sz="1300" spc="-25" dirty="0">
                <a:latin typeface="Arial"/>
                <a:cs typeface="Arial"/>
              </a:rPr>
              <a:t> be </a:t>
            </a:r>
            <a:r>
              <a:rPr sz="1300" dirty="0">
                <a:latin typeface="Arial"/>
                <a:cs typeface="Arial"/>
              </a:rPr>
              <a:t>considered</a:t>
            </a:r>
            <a:r>
              <a:rPr sz="1300" spc="-50" dirty="0">
                <a:latin typeface="Arial"/>
                <a:cs typeface="Arial"/>
              </a:rPr>
              <a:t> </a:t>
            </a:r>
            <a:r>
              <a:rPr sz="1300" spc="-10" dirty="0">
                <a:latin typeface="Arial"/>
                <a:cs typeface="Arial"/>
              </a:rPr>
              <a:t>successful.</a:t>
            </a:r>
            <a:endParaRPr sz="1300">
              <a:latin typeface="Arial"/>
              <a:cs typeface="Arial"/>
            </a:endParaRPr>
          </a:p>
        </p:txBody>
      </p:sp>
      <p:sp>
        <p:nvSpPr>
          <p:cNvPr id="10" name="object 10"/>
          <p:cNvSpPr txBox="1">
            <a:spLocks noGrp="1"/>
          </p:cNvSpPr>
          <p:nvPr>
            <p:ph type="title"/>
          </p:nvPr>
        </p:nvSpPr>
        <p:spPr>
          <a:xfrm>
            <a:off x="535940" y="-117221"/>
            <a:ext cx="8072119" cy="998349"/>
          </a:xfrm>
          <a:prstGeom prst="rect">
            <a:avLst/>
          </a:prstGeom>
        </p:spPr>
        <p:txBody>
          <a:bodyPr vert="horz" wrap="square" lIns="0" tIns="501014" rIns="0" bIns="0" rtlCol="0">
            <a:spAutoFit/>
          </a:bodyPr>
          <a:lstStyle/>
          <a:p>
            <a:pPr marL="12700">
              <a:lnSpc>
                <a:spcPct val="100000"/>
              </a:lnSpc>
              <a:spcBef>
                <a:spcPts val="105"/>
              </a:spcBef>
            </a:pPr>
            <a:r>
              <a:rPr dirty="0"/>
              <a:t>Project</a:t>
            </a:r>
            <a:r>
              <a:rPr spc="-65" dirty="0"/>
              <a:t> </a:t>
            </a:r>
            <a:r>
              <a:rPr dirty="0"/>
              <a:t>management</a:t>
            </a:r>
            <a:r>
              <a:rPr spc="-65" dirty="0"/>
              <a:t> </a:t>
            </a:r>
            <a:r>
              <a:rPr spc="-20" dirty="0" smtClean="0"/>
              <a:t>plan</a:t>
            </a:r>
            <a:r>
              <a:rPr lang="en-US" spc="-20" dirty="0" smtClean="0"/>
              <a:t> (e)</a:t>
            </a:r>
            <a:endParaRPr spc="-20" dirty="0"/>
          </a:p>
        </p:txBody>
      </p:sp>
      <p:grpSp>
        <p:nvGrpSpPr>
          <p:cNvPr id="11" name="object 11"/>
          <p:cNvGrpSpPr/>
          <p:nvPr/>
        </p:nvGrpSpPr>
        <p:grpSpPr>
          <a:xfrm>
            <a:off x="3702050" y="1984375"/>
            <a:ext cx="2545715" cy="565785"/>
            <a:chOff x="3702050" y="1984375"/>
            <a:chExt cx="2545715" cy="565785"/>
          </a:xfrm>
        </p:grpSpPr>
        <p:sp>
          <p:nvSpPr>
            <p:cNvPr id="12" name="object 12"/>
            <p:cNvSpPr/>
            <p:nvPr/>
          </p:nvSpPr>
          <p:spPr>
            <a:xfrm>
              <a:off x="3714750" y="1997075"/>
              <a:ext cx="2520315" cy="540385"/>
            </a:xfrm>
            <a:custGeom>
              <a:avLst/>
              <a:gdLst/>
              <a:ahLst/>
              <a:cxnLst/>
              <a:rect l="l" t="t" r="r" b="b"/>
              <a:pathLst>
                <a:path w="2520315" h="540385">
                  <a:moveTo>
                    <a:pt x="2430017" y="0"/>
                  </a:moveTo>
                  <a:lnTo>
                    <a:pt x="90042" y="0"/>
                  </a:lnTo>
                  <a:lnTo>
                    <a:pt x="54971" y="7068"/>
                  </a:lnTo>
                  <a:lnTo>
                    <a:pt x="26352" y="26352"/>
                  </a:lnTo>
                  <a:lnTo>
                    <a:pt x="7068" y="54971"/>
                  </a:lnTo>
                  <a:lnTo>
                    <a:pt x="0" y="90042"/>
                  </a:lnTo>
                  <a:lnTo>
                    <a:pt x="0" y="449961"/>
                  </a:lnTo>
                  <a:lnTo>
                    <a:pt x="7068" y="485032"/>
                  </a:lnTo>
                  <a:lnTo>
                    <a:pt x="26352" y="513651"/>
                  </a:lnTo>
                  <a:lnTo>
                    <a:pt x="54971" y="532935"/>
                  </a:lnTo>
                  <a:lnTo>
                    <a:pt x="90042" y="540003"/>
                  </a:lnTo>
                  <a:lnTo>
                    <a:pt x="2430017" y="540003"/>
                  </a:lnTo>
                  <a:lnTo>
                    <a:pt x="2465016" y="532935"/>
                  </a:lnTo>
                  <a:lnTo>
                    <a:pt x="2493597" y="513651"/>
                  </a:lnTo>
                  <a:lnTo>
                    <a:pt x="2512867" y="485032"/>
                  </a:lnTo>
                  <a:lnTo>
                    <a:pt x="2519934" y="449961"/>
                  </a:lnTo>
                  <a:lnTo>
                    <a:pt x="2519934" y="90042"/>
                  </a:lnTo>
                  <a:lnTo>
                    <a:pt x="2512867" y="54971"/>
                  </a:lnTo>
                  <a:lnTo>
                    <a:pt x="2493597" y="26352"/>
                  </a:lnTo>
                  <a:lnTo>
                    <a:pt x="2465016" y="7068"/>
                  </a:lnTo>
                  <a:lnTo>
                    <a:pt x="2430017" y="0"/>
                  </a:lnTo>
                  <a:close/>
                </a:path>
              </a:pathLst>
            </a:custGeom>
            <a:solidFill>
              <a:srgbClr val="FAFA85"/>
            </a:solidFill>
          </p:spPr>
          <p:txBody>
            <a:bodyPr wrap="square" lIns="0" tIns="0" rIns="0" bIns="0" rtlCol="0"/>
            <a:lstStyle/>
            <a:p>
              <a:endParaRPr/>
            </a:p>
          </p:txBody>
        </p:sp>
        <p:sp>
          <p:nvSpPr>
            <p:cNvPr id="13" name="object 13"/>
            <p:cNvSpPr/>
            <p:nvPr/>
          </p:nvSpPr>
          <p:spPr>
            <a:xfrm>
              <a:off x="3714750" y="1997075"/>
              <a:ext cx="2520315" cy="540385"/>
            </a:xfrm>
            <a:custGeom>
              <a:avLst/>
              <a:gdLst/>
              <a:ahLst/>
              <a:cxnLst/>
              <a:rect l="l" t="t" r="r" b="b"/>
              <a:pathLst>
                <a:path w="2520315" h="540385">
                  <a:moveTo>
                    <a:pt x="0" y="90042"/>
                  </a:moveTo>
                  <a:lnTo>
                    <a:pt x="7068" y="54971"/>
                  </a:lnTo>
                  <a:lnTo>
                    <a:pt x="26352" y="26352"/>
                  </a:lnTo>
                  <a:lnTo>
                    <a:pt x="54971" y="7068"/>
                  </a:lnTo>
                  <a:lnTo>
                    <a:pt x="90042" y="0"/>
                  </a:lnTo>
                  <a:lnTo>
                    <a:pt x="2430017" y="0"/>
                  </a:lnTo>
                  <a:lnTo>
                    <a:pt x="2465016" y="7068"/>
                  </a:lnTo>
                  <a:lnTo>
                    <a:pt x="2493597" y="26352"/>
                  </a:lnTo>
                  <a:lnTo>
                    <a:pt x="2512867" y="54971"/>
                  </a:lnTo>
                  <a:lnTo>
                    <a:pt x="2519934" y="90042"/>
                  </a:lnTo>
                  <a:lnTo>
                    <a:pt x="2519934" y="449961"/>
                  </a:lnTo>
                  <a:lnTo>
                    <a:pt x="2512867" y="485032"/>
                  </a:lnTo>
                  <a:lnTo>
                    <a:pt x="2493597" y="513651"/>
                  </a:lnTo>
                  <a:lnTo>
                    <a:pt x="2465016" y="532935"/>
                  </a:lnTo>
                  <a:lnTo>
                    <a:pt x="2430017" y="540003"/>
                  </a:lnTo>
                  <a:lnTo>
                    <a:pt x="90042" y="540003"/>
                  </a:lnTo>
                  <a:lnTo>
                    <a:pt x="54971" y="532935"/>
                  </a:lnTo>
                  <a:lnTo>
                    <a:pt x="26352" y="513651"/>
                  </a:lnTo>
                  <a:lnTo>
                    <a:pt x="7068" y="485032"/>
                  </a:lnTo>
                  <a:lnTo>
                    <a:pt x="0" y="449961"/>
                  </a:lnTo>
                  <a:lnTo>
                    <a:pt x="0" y="90042"/>
                  </a:lnTo>
                  <a:close/>
                </a:path>
              </a:pathLst>
            </a:custGeom>
            <a:ln w="25399">
              <a:solidFill>
                <a:srgbClr val="BA6025"/>
              </a:solidFill>
            </a:ln>
          </p:spPr>
          <p:txBody>
            <a:bodyPr wrap="square" lIns="0" tIns="0" rIns="0" bIns="0" rtlCol="0"/>
            <a:lstStyle/>
            <a:p>
              <a:endParaRPr/>
            </a:p>
          </p:txBody>
        </p:sp>
      </p:grpSp>
      <p:sp>
        <p:nvSpPr>
          <p:cNvPr id="14" name="object 14"/>
          <p:cNvSpPr txBox="1"/>
          <p:nvPr/>
        </p:nvSpPr>
        <p:spPr>
          <a:xfrm>
            <a:off x="4088129" y="2102358"/>
            <a:ext cx="1773555"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Calibri"/>
                <a:cs typeface="Calibri"/>
              </a:rPr>
              <a:t>Project</a:t>
            </a:r>
            <a:r>
              <a:rPr sz="1800" b="1" spc="-45" dirty="0">
                <a:latin typeface="Calibri"/>
                <a:cs typeface="Calibri"/>
              </a:rPr>
              <a:t> </a:t>
            </a:r>
            <a:r>
              <a:rPr sz="1800" b="1" dirty="0">
                <a:latin typeface="Calibri"/>
                <a:cs typeface="Calibri"/>
              </a:rPr>
              <a:t>Scope</a:t>
            </a:r>
            <a:r>
              <a:rPr sz="1800" b="1" spc="-40" dirty="0">
                <a:latin typeface="Calibri"/>
                <a:cs typeface="Calibri"/>
              </a:rPr>
              <a:t> </a:t>
            </a:r>
            <a:r>
              <a:rPr sz="1800" b="1" spc="-20" dirty="0">
                <a:latin typeface="Calibri"/>
                <a:cs typeface="Calibri"/>
              </a:rPr>
              <a:t>Plan</a:t>
            </a:r>
            <a:endParaRPr sz="1800">
              <a:latin typeface="Calibri"/>
              <a:cs typeface="Calibri"/>
            </a:endParaRPr>
          </a:p>
        </p:txBody>
      </p:sp>
      <p:grpSp>
        <p:nvGrpSpPr>
          <p:cNvPr id="15" name="object 15"/>
          <p:cNvGrpSpPr/>
          <p:nvPr/>
        </p:nvGrpSpPr>
        <p:grpSpPr>
          <a:xfrm>
            <a:off x="3702050" y="2552700"/>
            <a:ext cx="2545715" cy="565785"/>
            <a:chOff x="3702050" y="2552700"/>
            <a:chExt cx="2545715" cy="565785"/>
          </a:xfrm>
        </p:grpSpPr>
        <p:sp>
          <p:nvSpPr>
            <p:cNvPr id="16" name="object 16"/>
            <p:cNvSpPr/>
            <p:nvPr/>
          </p:nvSpPr>
          <p:spPr>
            <a:xfrm>
              <a:off x="3714750" y="2565400"/>
              <a:ext cx="2520315" cy="540385"/>
            </a:xfrm>
            <a:custGeom>
              <a:avLst/>
              <a:gdLst/>
              <a:ahLst/>
              <a:cxnLst/>
              <a:rect l="l" t="t" r="r" b="b"/>
              <a:pathLst>
                <a:path w="2520315" h="540385">
                  <a:moveTo>
                    <a:pt x="2430017" y="0"/>
                  </a:moveTo>
                  <a:lnTo>
                    <a:pt x="90042" y="0"/>
                  </a:lnTo>
                  <a:lnTo>
                    <a:pt x="54971" y="7068"/>
                  </a:lnTo>
                  <a:lnTo>
                    <a:pt x="26352" y="26352"/>
                  </a:lnTo>
                  <a:lnTo>
                    <a:pt x="7068" y="54971"/>
                  </a:lnTo>
                  <a:lnTo>
                    <a:pt x="0" y="90042"/>
                  </a:lnTo>
                  <a:lnTo>
                    <a:pt x="0" y="449961"/>
                  </a:lnTo>
                  <a:lnTo>
                    <a:pt x="7068" y="485032"/>
                  </a:lnTo>
                  <a:lnTo>
                    <a:pt x="26352" y="513651"/>
                  </a:lnTo>
                  <a:lnTo>
                    <a:pt x="54971" y="532935"/>
                  </a:lnTo>
                  <a:lnTo>
                    <a:pt x="90042" y="540003"/>
                  </a:lnTo>
                  <a:lnTo>
                    <a:pt x="2430017" y="540003"/>
                  </a:lnTo>
                  <a:lnTo>
                    <a:pt x="2465016" y="532935"/>
                  </a:lnTo>
                  <a:lnTo>
                    <a:pt x="2493597" y="513651"/>
                  </a:lnTo>
                  <a:lnTo>
                    <a:pt x="2512867" y="485032"/>
                  </a:lnTo>
                  <a:lnTo>
                    <a:pt x="2519934" y="449961"/>
                  </a:lnTo>
                  <a:lnTo>
                    <a:pt x="2519934" y="90042"/>
                  </a:lnTo>
                  <a:lnTo>
                    <a:pt x="2512867" y="54971"/>
                  </a:lnTo>
                  <a:lnTo>
                    <a:pt x="2493597" y="26352"/>
                  </a:lnTo>
                  <a:lnTo>
                    <a:pt x="2465016" y="7068"/>
                  </a:lnTo>
                  <a:lnTo>
                    <a:pt x="2430017" y="0"/>
                  </a:lnTo>
                  <a:close/>
                </a:path>
              </a:pathLst>
            </a:custGeom>
            <a:solidFill>
              <a:srgbClr val="FAFA85"/>
            </a:solidFill>
          </p:spPr>
          <p:txBody>
            <a:bodyPr wrap="square" lIns="0" tIns="0" rIns="0" bIns="0" rtlCol="0"/>
            <a:lstStyle/>
            <a:p>
              <a:endParaRPr/>
            </a:p>
          </p:txBody>
        </p:sp>
        <p:sp>
          <p:nvSpPr>
            <p:cNvPr id="17" name="object 17"/>
            <p:cNvSpPr/>
            <p:nvPr/>
          </p:nvSpPr>
          <p:spPr>
            <a:xfrm>
              <a:off x="3714750" y="2565400"/>
              <a:ext cx="2520315" cy="540385"/>
            </a:xfrm>
            <a:custGeom>
              <a:avLst/>
              <a:gdLst/>
              <a:ahLst/>
              <a:cxnLst/>
              <a:rect l="l" t="t" r="r" b="b"/>
              <a:pathLst>
                <a:path w="2520315" h="540385">
                  <a:moveTo>
                    <a:pt x="0" y="90042"/>
                  </a:moveTo>
                  <a:lnTo>
                    <a:pt x="7068" y="54971"/>
                  </a:lnTo>
                  <a:lnTo>
                    <a:pt x="26352" y="26352"/>
                  </a:lnTo>
                  <a:lnTo>
                    <a:pt x="54971" y="7068"/>
                  </a:lnTo>
                  <a:lnTo>
                    <a:pt x="90042" y="0"/>
                  </a:lnTo>
                  <a:lnTo>
                    <a:pt x="2430017" y="0"/>
                  </a:lnTo>
                  <a:lnTo>
                    <a:pt x="2465016" y="7068"/>
                  </a:lnTo>
                  <a:lnTo>
                    <a:pt x="2493597" y="26352"/>
                  </a:lnTo>
                  <a:lnTo>
                    <a:pt x="2512867" y="54971"/>
                  </a:lnTo>
                  <a:lnTo>
                    <a:pt x="2519934" y="90042"/>
                  </a:lnTo>
                  <a:lnTo>
                    <a:pt x="2519934" y="449961"/>
                  </a:lnTo>
                  <a:lnTo>
                    <a:pt x="2512867" y="485032"/>
                  </a:lnTo>
                  <a:lnTo>
                    <a:pt x="2493597" y="513651"/>
                  </a:lnTo>
                  <a:lnTo>
                    <a:pt x="2465016" y="532935"/>
                  </a:lnTo>
                  <a:lnTo>
                    <a:pt x="2430017" y="540003"/>
                  </a:lnTo>
                  <a:lnTo>
                    <a:pt x="90042" y="540003"/>
                  </a:lnTo>
                  <a:lnTo>
                    <a:pt x="54971" y="532935"/>
                  </a:lnTo>
                  <a:lnTo>
                    <a:pt x="26352" y="513651"/>
                  </a:lnTo>
                  <a:lnTo>
                    <a:pt x="7068" y="485032"/>
                  </a:lnTo>
                  <a:lnTo>
                    <a:pt x="0" y="449961"/>
                  </a:lnTo>
                  <a:lnTo>
                    <a:pt x="0" y="90042"/>
                  </a:lnTo>
                  <a:close/>
                </a:path>
              </a:pathLst>
            </a:custGeom>
            <a:ln w="25399">
              <a:solidFill>
                <a:srgbClr val="BA6025"/>
              </a:solidFill>
            </a:ln>
          </p:spPr>
          <p:txBody>
            <a:bodyPr wrap="square" lIns="0" tIns="0" rIns="0" bIns="0" rtlCol="0"/>
            <a:lstStyle/>
            <a:p>
              <a:endParaRPr/>
            </a:p>
          </p:txBody>
        </p:sp>
      </p:grpSp>
      <p:sp>
        <p:nvSpPr>
          <p:cNvPr id="18" name="object 18"/>
          <p:cNvSpPr txBox="1"/>
          <p:nvPr/>
        </p:nvSpPr>
        <p:spPr>
          <a:xfrm>
            <a:off x="3850385" y="2533650"/>
            <a:ext cx="2251075" cy="574675"/>
          </a:xfrm>
          <a:prstGeom prst="rect">
            <a:avLst/>
          </a:prstGeom>
        </p:spPr>
        <p:txBody>
          <a:bodyPr vert="horz" wrap="square" lIns="0" tIns="12700" rIns="0" bIns="0" rtlCol="0">
            <a:spAutoFit/>
          </a:bodyPr>
          <a:lstStyle/>
          <a:p>
            <a:pPr algn="ctr">
              <a:lnSpc>
                <a:spcPct val="100000"/>
              </a:lnSpc>
              <a:spcBef>
                <a:spcPts val="100"/>
              </a:spcBef>
            </a:pPr>
            <a:r>
              <a:rPr sz="1800" b="1" dirty="0">
                <a:latin typeface="Calibri"/>
                <a:cs typeface="Calibri"/>
              </a:rPr>
              <a:t>Project</a:t>
            </a:r>
            <a:r>
              <a:rPr sz="1800" b="1" spc="-60" dirty="0">
                <a:latin typeface="Calibri"/>
                <a:cs typeface="Calibri"/>
              </a:rPr>
              <a:t> </a:t>
            </a:r>
            <a:r>
              <a:rPr sz="1800" b="1" spc="-10" dirty="0">
                <a:latin typeface="Calibri"/>
                <a:cs typeface="Calibri"/>
              </a:rPr>
              <a:t>Communication</a:t>
            </a:r>
            <a:endParaRPr sz="1800">
              <a:latin typeface="Calibri"/>
              <a:cs typeface="Calibri"/>
            </a:endParaRPr>
          </a:p>
          <a:p>
            <a:pPr algn="ctr">
              <a:lnSpc>
                <a:spcPct val="100000"/>
              </a:lnSpc>
            </a:pPr>
            <a:r>
              <a:rPr sz="1800" b="1" spc="-20" dirty="0">
                <a:latin typeface="Calibri"/>
                <a:cs typeface="Calibri"/>
              </a:rPr>
              <a:t>Plan</a:t>
            </a:r>
            <a:endParaRPr sz="1800">
              <a:latin typeface="Calibri"/>
              <a:cs typeface="Calibri"/>
            </a:endParaRPr>
          </a:p>
        </p:txBody>
      </p:sp>
      <p:grpSp>
        <p:nvGrpSpPr>
          <p:cNvPr id="19" name="object 19"/>
          <p:cNvGrpSpPr/>
          <p:nvPr/>
        </p:nvGrpSpPr>
        <p:grpSpPr>
          <a:xfrm>
            <a:off x="3702050" y="3121025"/>
            <a:ext cx="2545715" cy="565785"/>
            <a:chOff x="3702050" y="3121025"/>
            <a:chExt cx="2545715" cy="565785"/>
          </a:xfrm>
        </p:grpSpPr>
        <p:sp>
          <p:nvSpPr>
            <p:cNvPr id="20" name="object 20"/>
            <p:cNvSpPr/>
            <p:nvPr/>
          </p:nvSpPr>
          <p:spPr>
            <a:xfrm>
              <a:off x="3714750" y="3133725"/>
              <a:ext cx="2520315" cy="540385"/>
            </a:xfrm>
            <a:custGeom>
              <a:avLst/>
              <a:gdLst/>
              <a:ahLst/>
              <a:cxnLst/>
              <a:rect l="l" t="t" r="r" b="b"/>
              <a:pathLst>
                <a:path w="2520315" h="540385">
                  <a:moveTo>
                    <a:pt x="2430017" y="0"/>
                  </a:moveTo>
                  <a:lnTo>
                    <a:pt x="90042" y="0"/>
                  </a:lnTo>
                  <a:lnTo>
                    <a:pt x="54971" y="7068"/>
                  </a:lnTo>
                  <a:lnTo>
                    <a:pt x="26352" y="26352"/>
                  </a:lnTo>
                  <a:lnTo>
                    <a:pt x="7068" y="54971"/>
                  </a:lnTo>
                  <a:lnTo>
                    <a:pt x="0" y="90042"/>
                  </a:lnTo>
                  <a:lnTo>
                    <a:pt x="0" y="449961"/>
                  </a:lnTo>
                  <a:lnTo>
                    <a:pt x="7068" y="485032"/>
                  </a:lnTo>
                  <a:lnTo>
                    <a:pt x="26352" y="513651"/>
                  </a:lnTo>
                  <a:lnTo>
                    <a:pt x="54971" y="532935"/>
                  </a:lnTo>
                  <a:lnTo>
                    <a:pt x="90042" y="540004"/>
                  </a:lnTo>
                  <a:lnTo>
                    <a:pt x="2430017" y="540004"/>
                  </a:lnTo>
                  <a:lnTo>
                    <a:pt x="2465016" y="532935"/>
                  </a:lnTo>
                  <a:lnTo>
                    <a:pt x="2493597" y="513651"/>
                  </a:lnTo>
                  <a:lnTo>
                    <a:pt x="2512867" y="485032"/>
                  </a:lnTo>
                  <a:lnTo>
                    <a:pt x="2519934" y="449961"/>
                  </a:lnTo>
                  <a:lnTo>
                    <a:pt x="2519934" y="90042"/>
                  </a:lnTo>
                  <a:lnTo>
                    <a:pt x="2512867" y="54971"/>
                  </a:lnTo>
                  <a:lnTo>
                    <a:pt x="2493597" y="26352"/>
                  </a:lnTo>
                  <a:lnTo>
                    <a:pt x="2465016" y="7068"/>
                  </a:lnTo>
                  <a:lnTo>
                    <a:pt x="2430017" y="0"/>
                  </a:lnTo>
                  <a:close/>
                </a:path>
              </a:pathLst>
            </a:custGeom>
            <a:solidFill>
              <a:srgbClr val="FAFA85"/>
            </a:solidFill>
          </p:spPr>
          <p:txBody>
            <a:bodyPr wrap="square" lIns="0" tIns="0" rIns="0" bIns="0" rtlCol="0"/>
            <a:lstStyle/>
            <a:p>
              <a:endParaRPr/>
            </a:p>
          </p:txBody>
        </p:sp>
        <p:sp>
          <p:nvSpPr>
            <p:cNvPr id="21" name="object 21"/>
            <p:cNvSpPr/>
            <p:nvPr/>
          </p:nvSpPr>
          <p:spPr>
            <a:xfrm>
              <a:off x="3714750" y="3133725"/>
              <a:ext cx="2520315" cy="540385"/>
            </a:xfrm>
            <a:custGeom>
              <a:avLst/>
              <a:gdLst/>
              <a:ahLst/>
              <a:cxnLst/>
              <a:rect l="l" t="t" r="r" b="b"/>
              <a:pathLst>
                <a:path w="2520315" h="540385">
                  <a:moveTo>
                    <a:pt x="0" y="90042"/>
                  </a:moveTo>
                  <a:lnTo>
                    <a:pt x="7068" y="54971"/>
                  </a:lnTo>
                  <a:lnTo>
                    <a:pt x="26352" y="26352"/>
                  </a:lnTo>
                  <a:lnTo>
                    <a:pt x="54971" y="7068"/>
                  </a:lnTo>
                  <a:lnTo>
                    <a:pt x="90042" y="0"/>
                  </a:lnTo>
                  <a:lnTo>
                    <a:pt x="2430017" y="0"/>
                  </a:lnTo>
                  <a:lnTo>
                    <a:pt x="2465016" y="7068"/>
                  </a:lnTo>
                  <a:lnTo>
                    <a:pt x="2493597" y="26352"/>
                  </a:lnTo>
                  <a:lnTo>
                    <a:pt x="2512867" y="54971"/>
                  </a:lnTo>
                  <a:lnTo>
                    <a:pt x="2519934" y="90042"/>
                  </a:lnTo>
                  <a:lnTo>
                    <a:pt x="2519934" y="449961"/>
                  </a:lnTo>
                  <a:lnTo>
                    <a:pt x="2512867" y="485032"/>
                  </a:lnTo>
                  <a:lnTo>
                    <a:pt x="2493597" y="513651"/>
                  </a:lnTo>
                  <a:lnTo>
                    <a:pt x="2465016" y="532935"/>
                  </a:lnTo>
                  <a:lnTo>
                    <a:pt x="2430017" y="540004"/>
                  </a:lnTo>
                  <a:lnTo>
                    <a:pt x="90042" y="540004"/>
                  </a:lnTo>
                  <a:lnTo>
                    <a:pt x="54971" y="532935"/>
                  </a:lnTo>
                  <a:lnTo>
                    <a:pt x="26352" y="513651"/>
                  </a:lnTo>
                  <a:lnTo>
                    <a:pt x="7068" y="485032"/>
                  </a:lnTo>
                  <a:lnTo>
                    <a:pt x="0" y="449961"/>
                  </a:lnTo>
                  <a:lnTo>
                    <a:pt x="0" y="90042"/>
                  </a:lnTo>
                  <a:close/>
                </a:path>
              </a:pathLst>
            </a:custGeom>
            <a:ln w="25400">
              <a:solidFill>
                <a:srgbClr val="BA6025"/>
              </a:solidFill>
            </a:ln>
          </p:spPr>
          <p:txBody>
            <a:bodyPr wrap="square" lIns="0" tIns="0" rIns="0" bIns="0" rtlCol="0"/>
            <a:lstStyle/>
            <a:p>
              <a:endParaRPr/>
            </a:p>
          </p:txBody>
        </p:sp>
      </p:grpSp>
      <p:sp>
        <p:nvSpPr>
          <p:cNvPr id="22" name="object 22"/>
          <p:cNvSpPr txBox="1"/>
          <p:nvPr/>
        </p:nvSpPr>
        <p:spPr>
          <a:xfrm>
            <a:off x="4162805" y="3239261"/>
            <a:ext cx="1622425"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Calibri"/>
                <a:cs typeface="Calibri"/>
              </a:rPr>
              <a:t>Project</a:t>
            </a:r>
            <a:r>
              <a:rPr sz="1800" b="1" spc="-60" dirty="0">
                <a:latin typeface="Calibri"/>
                <a:cs typeface="Calibri"/>
              </a:rPr>
              <a:t> </a:t>
            </a:r>
            <a:r>
              <a:rPr sz="1800" b="1" dirty="0">
                <a:latin typeface="Calibri"/>
                <a:cs typeface="Calibri"/>
              </a:rPr>
              <a:t>Cost</a:t>
            </a:r>
            <a:r>
              <a:rPr sz="1800" b="1" spc="-35" dirty="0">
                <a:latin typeface="Calibri"/>
                <a:cs typeface="Calibri"/>
              </a:rPr>
              <a:t> </a:t>
            </a:r>
            <a:r>
              <a:rPr sz="1800" b="1" spc="-20" dirty="0">
                <a:latin typeface="Calibri"/>
                <a:cs typeface="Calibri"/>
              </a:rPr>
              <a:t>Plan</a:t>
            </a:r>
            <a:endParaRPr sz="1800">
              <a:latin typeface="Calibri"/>
              <a:cs typeface="Calibri"/>
            </a:endParaRPr>
          </a:p>
        </p:txBody>
      </p:sp>
      <p:grpSp>
        <p:nvGrpSpPr>
          <p:cNvPr id="23" name="object 23"/>
          <p:cNvGrpSpPr/>
          <p:nvPr/>
        </p:nvGrpSpPr>
        <p:grpSpPr>
          <a:xfrm>
            <a:off x="3702050" y="3689350"/>
            <a:ext cx="2545715" cy="565785"/>
            <a:chOff x="3702050" y="3689350"/>
            <a:chExt cx="2545715" cy="565785"/>
          </a:xfrm>
        </p:grpSpPr>
        <p:sp>
          <p:nvSpPr>
            <p:cNvPr id="24" name="object 24"/>
            <p:cNvSpPr/>
            <p:nvPr/>
          </p:nvSpPr>
          <p:spPr>
            <a:xfrm>
              <a:off x="3714750" y="3702050"/>
              <a:ext cx="2520315" cy="540385"/>
            </a:xfrm>
            <a:custGeom>
              <a:avLst/>
              <a:gdLst/>
              <a:ahLst/>
              <a:cxnLst/>
              <a:rect l="l" t="t" r="r" b="b"/>
              <a:pathLst>
                <a:path w="2520315" h="540385">
                  <a:moveTo>
                    <a:pt x="2430017" y="0"/>
                  </a:moveTo>
                  <a:lnTo>
                    <a:pt x="90042" y="0"/>
                  </a:lnTo>
                  <a:lnTo>
                    <a:pt x="54971" y="7068"/>
                  </a:lnTo>
                  <a:lnTo>
                    <a:pt x="26352" y="26352"/>
                  </a:lnTo>
                  <a:lnTo>
                    <a:pt x="7068" y="54971"/>
                  </a:lnTo>
                  <a:lnTo>
                    <a:pt x="0" y="90043"/>
                  </a:lnTo>
                  <a:lnTo>
                    <a:pt x="0" y="449961"/>
                  </a:lnTo>
                  <a:lnTo>
                    <a:pt x="7068" y="485032"/>
                  </a:lnTo>
                  <a:lnTo>
                    <a:pt x="26352" y="513651"/>
                  </a:lnTo>
                  <a:lnTo>
                    <a:pt x="54971" y="532935"/>
                  </a:lnTo>
                  <a:lnTo>
                    <a:pt x="90042" y="540004"/>
                  </a:lnTo>
                  <a:lnTo>
                    <a:pt x="2430017" y="540004"/>
                  </a:lnTo>
                  <a:lnTo>
                    <a:pt x="2465016" y="532935"/>
                  </a:lnTo>
                  <a:lnTo>
                    <a:pt x="2493597" y="513651"/>
                  </a:lnTo>
                  <a:lnTo>
                    <a:pt x="2512867" y="485032"/>
                  </a:lnTo>
                  <a:lnTo>
                    <a:pt x="2519934" y="449961"/>
                  </a:lnTo>
                  <a:lnTo>
                    <a:pt x="2519934" y="90043"/>
                  </a:lnTo>
                  <a:lnTo>
                    <a:pt x="2512867" y="54971"/>
                  </a:lnTo>
                  <a:lnTo>
                    <a:pt x="2493597" y="26352"/>
                  </a:lnTo>
                  <a:lnTo>
                    <a:pt x="2465016" y="7068"/>
                  </a:lnTo>
                  <a:lnTo>
                    <a:pt x="2430017" y="0"/>
                  </a:lnTo>
                  <a:close/>
                </a:path>
              </a:pathLst>
            </a:custGeom>
            <a:solidFill>
              <a:srgbClr val="FAFA85"/>
            </a:solidFill>
          </p:spPr>
          <p:txBody>
            <a:bodyPr wrap="square" lIns="0" tIns="0" rIns="0" bIns="0" rtlCol="0"/>
            <a:lstStyle/>
            <a:p>
              <a:endParaRPr/>
            </a:p>
          </p:txBody>
        </p:sp>
        <p:sp>
          <p:nvSpPr>
            <p:cNvPr id="25" name="object 25"/>
            <p:cNvSpPr/>
            <p:nvPr/>
          </p:nvSpPr>
          <p:spPr>
            <a:xfrm>
              <a:off x="3714750" y="3702050"/>
              <a:ext cx="2520315" cy="540385"/>
            </a:xfrm>
            <a:custGeom>
              <a:avLst/>
              <a:gdLst/>
              <a:ahLst/>
              <a:cxnLst/>
              <a:rect l="l" t="t" r="r" b="b"/>
              <a:pathLst>
                <a:path w="2520315" h="540385">
                  <a:moveTo>
                    <a:pt x="0" y="90043"/>
                  </a:moveTo>
                  <a:lnTo>
                    <a:pt x="7068" y="54971"/>
                  </a:lnTo>
                  <a:lnTo>
                    <a:pt x="26352" y="26352"/>
                  </a:lnTo>
                  <a:lnTo>
                    <a:pt x="54971" y="7068"/>
                  </a:lnTo>
                  <a:lnTo>
                    <a:pt x="90042" y="0"/>
                  </a:lnTo>
                  <a:lnTo>
                    <a:pt x="2430017" y="0"/>
                  </a:lnTo>
                  <a:lnTo>
                    <a:pt x="2465016" y="7068"/>
                  </a:lnTo>
                  <a:lnTo>
                    <a:pt x="2493597" y="26352"/>
                  </a:lnTo>
                  <a:lnTo>
                    <a:pt x="2512867" y="54971"/>
                  </a:lnTo>
                  <a:lnTo>
                    <a:pt x="2519934" y="90043"/>
                  </a:lnTo>
                  <a:lnTo>
                    <a:pt x="2519934" y="449961"/>
                  </a:lnTo>
                  <a:lnTo>
                    <a:pt x="2512867" y="485032"/>
                  </a:lnTo>
                  <a:lnTo>
                    <a:pt x="2493597" y="513651"/>
                  </a:lnTo>
                  <a:lnTo>
                    <a:pt x="2465016" y="532935"/>
                  </a:lnTo>
                  <a:lnTo>
                    <a:pt x="2430017" y="540004"/>
                  </a:lnTo>
                  <a:lnTo>
                    <a:pt x="90042" y="540004"/>
                  </a:lnTo>
                  <a:lnTo>
                    <a:pt x="54971" y="532935"/>
                  </a:lnTo>
                  <a:lnTo>
                    <a:pt x="26352" y="513651"/>
                  </a:lnTo>
                  <a:lnTo>
                    <a:pt x="7068" y="485032"/>
                  </a:lnTo>
                  <a:lnTo>
                    <a:pt x="0" y="449961"/>
                  </a:lnTo>
                  <a:lnTo>
                    <a:pt x="0" y="90043"/>
                  </a:lnTo>
                  <a:close/>
                </a:path>
              </a:pathLst>
            </a:custGeom>
            <a:ln w="25400">
              <a:solidFill>
                <a:srgbClr val="BA6025"/>
              </a:solidFill>
            </a:ln>
          </p:spPr>
          <p:txBody>
            <a:bodyPr wrap="square" lIns="0" tIns="0" rIns="0" bIns="0" rtlCol="0"/>
            <a:lstStyle/>
            <a:p>
              <a:endParaRPr/>
            </a:p>
          </p:txBody>
        </p:sp>
      </p:grpSp>
      <p:sp>
        <p:nvSpPr>
          <p:cNvPr id="26" name="object 26"/>
          <p:cNvSpPr txBox="1"/>
          <p:nvPr/>
        </p:nvSpPr>
        <p:spPr>
          <a:xfrm>
            <a:off x="4133850" y="3807714"/>
            <a:ext cx="1680845"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Calibri"/>
                <a:cs typeface="Calibri"/>
              </a:rPr>
              <a:t>Project</a:t>
            </a:r>
            <a:r>
              <a:rPr sz="1800" b="1" spc="-50" dirty="0">
                <a:latin typeface="Calibri"/>
                <a:cs typeface="Calibri"/>
              </a:rPr>
              <a:t> </a:t>
            </a:r>
            <a:r>
              <a:rPr sz="1800" b="1" dirty="0">
                <a:latin typeface="Calibri"/>
                <a:cs typeface="Calibri"/>
              </a:rPr>
              <a:t>Time</a:t>
            </a:r>
            <a:r>
              <a:rPr sz="1800" b="1" spc="-35" dirty="0">
                <a:latin typeface="Calibri"/>
                <a:cs typeface="Calibri"/>
              </a:rPr>
              <a:t> </a:t>
            </a:r>
            <a:r>
              <a:rPr sz="1800" b="1" spc="-20" dirty="0">
                <a:latin typeface="Calibri"/>
                <a:cs typeface="Calibri"/>
              </a:rPr>
              <a:t>Plan</a:t>
            </a:r>
            <a:endParaRPr sz="1800">
              <a:latin typeface="Calibri"/>
              <a:cs typeface="Calibri"/>
            </a:endParaRPr>
          </a:p>
        </p:txBody>
      </p:sp>
      <p:grpSp>
        <p:nvGrpSpPr>
          <p:cNvPr id="27" name="object 27"/>
          <p:cNvGrpSpPr/>
          <p:nvPr/>
        </p:nvGrpSpPr>
        <p:grpSpPr>
          <a:xfrm>
            <a:off x="3702050" y="4257675"/>
            <a:ext cx="2545715" cy="565785"/>
            <a:chOff x="3702050" y="4257675"/>
            <a:chExt cx="2545715" cy="565785"/>
          </a:xfrm>
        </p:grpSpPr>
        <p:sp>
          <p:nvSpPr>
            <p:cNvPr id="28" name="object 28"/>
            <p:cNvSpPr/>
            <p:nvPr/>
          </p:nvSpPr>
          <p:spPr>
            <a:xfrm>
              <a:off x="3714750" y="4270375"/>
              <a:ext cx="2520315" cy="540385"/>
            </a:xfrm>
            <a:custGeom>
              <a:avLst/>
              <a:gdLst/>
              <a:ahLst/>
              <a:cxnLst/>
              <a:rect l="l" t="t" r="r" b="b"/>
              <a:pathLst>
                <a:path w="2520315" h="540385">
                  <a:moveTo>
                    <a:pt x="2430017" y="0"/>
                  </a:moveTo>
                  <a:lnTo>
                    <a:pt x="90042" y="0"/>
                  </a:lnTo>
                  <a:lnTo>
                    <a:pt x="54971" y="7068"/>
                  </a:lnTo>
                  <a:lnTo>
                    <a:pt x="26352" y="26352"/>
                  </a:lnTo>
                  <a:lnTo>
                    <a:pt x="7068" y="54971"/>
                  </a:lnTo>
                  <a:lnTo>
                    <a:pt x="0" y="90043"/>
                  </a:lnTo>
                  <a:lnTo>
                    <a:pt x="0" y="449961"/>
                  </a:lnTo>
                  <a:lnTo>
                    <a:pt x="7068" y="485032"/>
                  </a:lnTo>
                  <a:lnTo>
                    <a:pt x="26352" y="513651"/>
                  </a:lnTo>
                  <a:lnTo>
                    <a:pt x="54971" y="532935"/>
                  </a:lnTo>
                  <a:lnTo>
                    <a:pt x="90042" y="540004"/>
                  </a:lnTo>
                  <a:lnTo>
                    <a:pt x="2430017" y="540004"/>
                  </a:lnTo>
                  <a:lnTo>
                    <a:pt x="2465016" y="532935"/>
                  </a:lnTo>
                  <a:lnTo>
                    <a:pt x="2493597" y="513651"/>
                  </a:lnTo>
                  <a:lnTo>
                    <a:pt x="2512867" y="485032"/>
                  </a:lnTo>
                  <a:lnTo>
                    <a:pt x="2519934" y="449961"/>
                  </a:lnTo>
                  <a:lnTo>
                    <a:pt x="2519934" y="90043"/>
                  </a:lnTo>
                  <a:lnTo>
                    <a:pt x="2512867" y="54971"/>
                  </a:lnTo>
                  <a:lnTo>
                    <a:pt x="2493597" y="26352"/>
                  </a:lnTo>
                  <a:lnTo>
                    <a:pt x="2465016" y="7068"/>
                  </a:lnTo>
                  <a:lnTo>
                    <a:pt x="2430017" y="0"/>
                  </a:lnTo>
                  <a:close/>
                </a:path>
              </a:pathLst>
            </a:custGeom>
            <a:solidFill>
              <a:srgbClr val="FAFA85"/>
            </a:solidFill>
          </p:spPr>
          <p:txBody>
            <a:bodyPr wrap="square" lIns="0" tIns="0" rIns="0" bIns="0" rtlCol="0"/>
            <a:lstStyle/>
            <a:p>
              <a:endParaRPr/>
            </a:p>
          </p:txBody>
        </p:sp>
        <p:sp>
          <p:nvSpPr>
            <p:cNvPr id="29" name="object 29"/>
            <p:cNvSpPr/>
            <p:nvPr/>
          </p:nvSpPr>
          <p:spPr>
            <a:xfrm>
              <a:off x="3714750" y="4270375"/>
              <a:ext cx="2520315" cy="540385"/>
            </a:xfrm>
            <a:custGeom>
              <a:avLst/>
              <a:gdLst/>
              <a:ahLst/>
              <a:cxnLst/>
              <a:rect l="l" t="t" r="r" b="b"/>
              <a:pathLst>
                <a:path w="2520315" h="540385">
                  <a:moveTo>
                    <a:pt x="0" y="90043"/>
                  </a:moveTo>
                  <a:lnTo>
                    <a:pt x="7068" y="54971"/>
                  </a:lnTo>
                  <a:lnTo>
                    <a:pt x="26352" y="26352"/>
                  </a:lnTo>
                  <a:lnTo>
                    <a:pt x="54971" y="7068"/>
                  </a:lnTo>
                  <a:lnTo>
                    <a:pt x="90042" y="0"/>
                  </a:lnTo>
                  <a:lnTo>
                    <a:pt x="2430017" y="0"/>
                  </a:lnTo>
                  <a:lnTo>
                    <a:pt x="2465016" y="7068"/>
                  </a:lnTo>
                  <a:lnTo>
                    <a:pt x="2493597" y="26352"/>
                  </a:lnTo>
                  <a:lnTo>
                    <a:pt x="2512867" y="54971"/>
                  </a:lnTo>
                  <a:lnTo>
                    <a:pt x="2519934" y="90043"/>
                  </a:lnTo>
                  <a:lnTo>
                    <a:pt x="2519934" y="449961"/>
                  </a:lnTo>
                  <a:lnTo>
                    <a:pt x="2512867" y="485032"/>
                  </a:lnTo>
                  <a:lnTo>
                    <a:pt x="2493597" y="513651"/>
                  </a:lnTo>
                  <a:lnTo>
                    <a:pt x="2465016" y="532935"/>
                  </a:lnTo>
                  <a:lnTo>
                    <a:pt x="2430017" y="540004"/>
                  </a:lnTo>
                  <a:lnTo>
                    <a:pt x="90042" y="540004"/>
                  </a:lnTo>
                  <a:lnTo>
                    <a:pt x="54971" y="532935"/>
                  </a:lnTo>
                  <a:lnTo>
                    <a:pt x="26352" y="513651"/>
                  </a:lnTo>
                  <a:lnTo>
                    <a:pt x="7068" y="485032"/>
                  </a:lnTo>
                  <a:lnTo>
                    <a:pt x="0" y="449961"/>
                  </a:lnTo>
                  <a:lnTo>
                    <a:pt x="0" y="90043"/>
                  </a:lnTo>
                  <a:close/>
                </a:path>
              </a:pathLst>
            </a:custGeom>
            <a:ln w="25400">
              <a:solidFill>
                <a:srgbClr val="BA6025"/>
              </a:solidFill>
            </a:ln>
          </p:spPr>
          <p:txBody>
            <a:bodyPr wrap="square" lIns="0" tIns="0" rIns="0" bIns="0" rtlCol="0"/>
            <a:lstStyle/>
            <a:p>
              <a:endParaRPr/>
            </a:p>
          </p:txBody>
        </p:sp>
      </p:grpSp>
      <p:sp>
        <p:nvSpPr>
          <p:cNvPr id="30" name="object 30"/>
          <p:cNvSpPr txBox="1"/>
          <p:nvPr/>
        </p:nvSpPr>
        <p:spPr>
          <a:xfrm>
            <a:off x="4022597" y="4376166"/>
            <a:ext cx="1903095"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Calibri"/>
                <a:cs typeface="Calibri"/>
              </a:rPr>
              <a:t>Project</a:t>
            </a:r>
            <a:r>
              <a:rPr sz="1800" b="1" spc="-45" dirty="0">
                <a:latin typeface="Calibri"/>
                <a:cs typeface="Calibri"/>
              </a:rPr>
              <a:t> </a:t>
            </a:r>
            <a:r>
              <a:rPr sz="1800" b="1" dirty="0">
                <a:latin typeface="Calibri"/>
                <a:cs typeface="Calibri"/>
              </a:rPr>
              <a:t>Quality</a:t>
            </a:r>
            <a:r>
              <a:rPr sz="1800" b="1" spc="-25" dirty="0">
                <a:latin typeface="Calibri"/>
                <a:cs typeface="Calibri"/>
              </a:rPr>
              <a:t> </a:t>
            </a:r>
            <a:r>
              <a:rPr sz="1800" b="1" spc="-20" dirty="0">
                <a:latin typeface="Calibri"/>
                <a:cs typeface="Calibri"/>
              </a:rPr>
              <a:t>Plan</a:t>
            </a:r>
            <a:endParaRPr sz="1800">
              <a:latin typeface="Calibri"/>
              <a:cs typeface="Calibri"/>
            </a:endParaRPr>
          </a:p>
        </p:txBody>
      </p:sp>
      <p:grpSp>
        <p:nvGrpSpPr>
          <p:cNvPr id="31" name="object 31"/>
          <p:cNvGrpSpPr/>
          <p:nvPr/>
        </p:nvGrpSpPr>
        <p:grpSpPr>
          <a:xfrm>
            <a:off x="3702050" y="4826000"/>
            <a:ext cx="2545715" cy="565785"/>
            <a:chOff x="3702050" y="4826000"/>
            <a:chExt cx="2545715" cy="565785"/>
          </a:xfrm>
        </p:grpSpPr>
        <p:sp>
          <p:nvSpPr>
            <p:cNvPr id="32" name="object 32"/>
            <p:cNvSpPr/>
            <p:nvPr/>
          </p:nvSpPr>
          <p:spPr>
            <a:xfrm>
              <a:off x="3714750" y="4838700"/>
              <a:ext cx="2520315" cy="540385"/>
            </a:xfrm>
            <a:custGeom>
              <a:avLst/>
              <a:gdLst/>
              <a:ahLst/>
              <a:cxnLst/>
              <a:rect l="l" t="t" r="r" b="b"/>
              <a:pathLst>
                <a:path w="2520315" h="540385">
                  <a:moveTo>
                    <a:pt x="2430017" y="0"/>
                  </a:moveTo>
                  <a:lnTo>
                    <a:pt x="90042" y="0"/>
                  </a:lnTo>
                  <a:lnTo>
                    <a:pt x="54971" y="7068"/>
                  </a:lnTo>
                  <a:lnTo>
                    <a:pt x="26352" y="26352"/>
                  </a:lnTo>
                  <a:lnTo>
                    <a:pt x="7068" y="54971"/>
                  </a:lnTo>
                  <a:lnTo>
                    <a:pt x="0" y="90043"/>
                  </a:lnTo>
                  <a:lnTo>
                    <a:pt x="0" y="449961"/>
                  </a:lnTo>
                  <a:lnTo>
                    <a:pt x="7068" y="485032"/>
                  </a:lnTo>
                  <a:lnTo>
                    <a:pt x="26352" y="513651"/>
                  </a:lnTo>
                  <a:lnTo>
                    <a:pt x="54971" y="532935"/>
                  </a:lnTo>
                  <a:lnTo>
                    <a:pt x="90042" y="540004"/>
                  </a:lnTo>
                  <a:lnTo>
                    <a:pt x="2430017" y="540004"/>
                  </a:lnTo>
                  <a:lnTo>
                    <a:pt x="2465016" y="532935"/>
                  </a:lnTo>
                  <a:lnTo>
                    <a:pt x="2493597" y="513651"/>
                  </a:lnTo>
                  <a:lnTo>
                    <a:pt x="2512867" y="485032"/>
                  </a:lnTo>
                  <a:lnTo>
                    <a:pt x="2519934" y="449961"/>
                  </a:lnTo>
                  <a:lnTo>
                    <a:pt x="2519934" y="90043"/>
                  </a:lnTo>
                  <a:lnTo>
                    <a:pt x="2512867" y="54971"/>
                  </a:lnTo>
                  <a:lnTo>
                    <a:pt x="2493597" y="26352"/>
                  </a:lnTo>
                  <a:lnTo>
                    <a:pt x="2465016" y="7068"/>
                  </a:lnTo>
                  <a:lnTo>
                    <a:pt x="2430017" y="0"/>
                  </a:lnTo>
                  <a:close/>
                </a:path>
              </a:pathLst>
            </a:custGeom>
            <a:solidFill>
              <a:srgbClr val="FAFA85"/>
            </a:solidFill>
          </p:spPr>
          <p:txBody>
            <a:bodyPr wrap="square" lIns="0" tIns="0" rIns="0" bIns="0" rtlCol="0"/>
            <a:lstStyle/>
            <a:p>
              <a:endParaRPr/>
            </a:p>
          </p:txBody>
        </p:sp>
        <p:sp>
          <p:nvSpPr>
            <p:cNvPr id="33" name="object 33"/>
            <p:cNvSpPr/>
            <p:nvPr/>
          </p:nvSpPr>
          <p:spPr>
            <a:xfrm>
              <a:off x="3714750" y="4838700"/>
              <a:ext cx="2520315" cy="540385"/>
            </a:xfrm>
            <a:custGeom>
              <a:avLst/>
              <a:gdLst/>
              <a:ahLst/>
              <a:cxnLst/>
              <a:rect l="l" t="t" r="r" b="b"/>
              <a:pathLst>
                <a:path w="2520315" h="540385">
                  <a:moveTo>
                    <a:pt x="0" y="90043"/>
                  </a:moveTo>
                  <a:lnTo>
                    <a:pt x="7068" y="54971"/>
                  </a:lnTo>
                  <a:lnTo>
                    <a:pt x="26352" y="26352"/>
                  </a:lnTo>
                  <a:lnTo>
                    <a:pt x="54971" y="7068"/>
                  </a:lnTo>
                  <a:lnTo>
                    <a:pt x="90042" y="0"/>
                  </a:lnTo>
                  <a:lnTo>
                    <a:pt x="2430017" y="0"/>
                  </a:lnTo>
                  <a:lnTo>
                    <a:pt x="2465016" y="7068"/>
                  </a:lnTo>
                  <a:lnTo>
                    <a:pt x="2493597" y="26352"/>
                  </a:lnTo>
                  <a:lnTo>
                    <a:pt x="2512867" y="54971"/>
                  </a:lnTo>
                  <a:lnTo>
                    <a:pt x="2519934" y="90043"/>
                  </a:lnTo>
                  <a:lnTo>
                    <a:pt x="2519934" y="449961"/>
                  </a:lnTo>
                  <a:lnTo>
                    <a:pt x="2512867" y="485032"/>
                  </a:lnTo>
                  <a:lnTo>
                    <a:pt x="2493597" y="513651"/>
                  </a:lnTo>
                  <a:lnTo>
                    <a:pt x="2465016" y="532935"/>
                  </a:lnTo>
                  <a:lnTo>
                    <a:pt x="2430017" y="540004"/>
                  </a:lnTo>
                  <a:lnTo>
                    <a:pt x="90042" y="540004"/>
                  </a:lnTo>
                  <a:lnTo>
                    <a:pt x="54971" y="532935"/>
                  </a:lnTo>
                  <a:lnTo>
                    <a:pt x="26352" y="513651"/>
                  </a:lnTo>
                  <a:lnTo>
                    <a:pt x="7068" y="485032"/>
                  </a:lnTo>
                  <a:lnTo>
                    <a:pt x="0" y="449961"/>
                  </a:lnTo>
                  <a:lnTo>
                    <a:pt x="0" y="90043"/>
                  </a:lnTo>
                  <a:close/>
                </a:path>
              </a:pathLst>
            </a:custGeom>
            <a:ln w="25399">
              <a:solidFill>
                <a:srgbClr val="BA6025"/>
              </a:solidFill>
            </a:ln>
          </p:spPr>
          <p:txBody>
            <a:bodyPr wrap="square" lIns="0" tIns="0" rIns="0" bIns="0" rtlCol="0"/>
            <a:lstStyle/>
            <a:p>
              <a:endParaRPr/>
            </a:p>
          </p:txBody>
        </p:sp>
      </p:grpSp>
      <p:sp>
        <p:nvSpPr>
          <p:cNvPr id="34" name="object 34"/>
          <p:cNvSpPr txBox="1"/>
          <p:nvPr/>
        </p:nvSpPr>
        <p:spPr>
          <a:xfrm>
            <a:off x="4176521" y="4944617"/>
            <a:ext cx="159766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Calibri"/>
                <a:cs typeface="Calibri"/>
              </a:rPr>
              <a:t>Project</a:t>
            </a:r>
            <a:r>
              <a:rPr sz="1800" b="1" spc="-50" dirty="0">
                <a:latin typeface="Calibri"/>
                <a:cs typeface="Calibri"/>
              </a:rPr>
              <a:t> </a:t>
            </a:r>
            <a:r>
              <a:rPr sz="1800" b="1" dirty="0">
                <a:latin typeface="Calibri"/>
                <a:cs typeface="Calibri"/>
              </a:rPr>
              <a:t>Risk</a:t>
            </a:r>
            <a:r>
              <a:rPr sz="1800" b="1" spc="-20" dirty="0">
                <a:latin typeface="Calibri"/>
                <a:cs typeface="Calibri"/>
              </a:rPr>
              <a:t> Plan</a:t>
            </a:r>
            <a:endParaRPr sz="1800">
              <a:latin typeface="Calibri"/>
              <a:cs typeface="Calibri"/>
            </a:endParaRPr>
          </a:p>
        </p:txBody>
      </p:sp>
      <p:grpSp>
        <p:nvGrpSpPr>
          <p:cNvPr id="35" name="object 35"/>
          <p:cNvGrpSpPr/>
          <p:nvPr/>
        </p:nvGrpSpPr>
        <p:grpSpPr>
          <a:xfrm>
            <a:off x="3702050" y="5416550"/>
            <a:ext cx="2545715" cy="565785"/>
            <a:chOff x="3702050" y="5416550"/>
            <a:chExt cx="2545715" cy="565785"/>
          </a:xfrm>
        </p:grpSpPr>
        <p:sp>
          <p:nvSpPr>
            <p:cNvPr id="36" name="object 36"/>
            <p:cNvSpPr/>
            <p:nvPr/>
          </p:nvSpPr>
          <p:spPr>
            <a:xfrm>
              <a:off x="3714750" y="5429250"/>
              <a:ext cx="2520315" cy="540385"/>
            </a:xfrm>
            <a:custGeom>
              <a:avLst/>
              <a:gdLst/>
              <a:ahLst/>
              <a:cxnLst/>
              <a:rect l="l" t="t" r="r" b="b"/>
              <a:pathLst>
                <a:path w="2520315" h="540385">
                  <a:moveTo>
                    <a:pt x="2430017" y="0"/>
                  </a:moveTo>
                  <a:lnTo>
                    <a:pt x="90042" y="0"/>
                  </a:lnTo>
                  <a:lnTo>
                    <a:pt x="54971" y="7068"/>
                  </a:lnTo>
                  <a:lnTo>
                    <a:pt x="26352" y="26352"/>
                  </a:lnTo>
                  <a:lnTo>
                    <a:pt x="7068" y="54971"/>
                  </a:lnTo>
                  <a:lnTo>
                    <a:pt x="0" y="90043"/>
                  </a:lnTo>
                  <a:lnTo>
                    <a:pt x="0" y="450011"/>
                  </a:lnTo>
                  <a:lnTo>
                    <a:pt x="7068" y="485045"/>
                  </a:lnTo>
                  <a:lnTo>
                    <a:pt x="26352" y="513654"/>
                  </a:lnTo>
                  <a:lnTo>
                    <a:pt x="54971" y="532943"/>
                  </a:lnTo>
                  <a:lnTo>
                    <a:pt x="90042" y="540016"/>
                  </a:lnTo>
                  <a:lnTo>
                    <a:pt x="2430017" y="540016"/>
                  </a:lnTo>
                  <a:lnTo>
                    <a:pt x="2465016" y="532943"/>
                  </a:lnTo>
                  <a:lnTo>
                    <a:pt x="2493597" y="513654"/>
                  </a:lnTo>
                  <a:lnTo>
                    <a:pt x="2512867" y="485045"/>
                  </a:lnTo>
                  <a:lnTo>
                    <a:pt x="2519934" y="450011"/>
                  </a:lnTo>
                  <a:lnTo>
                    <a:pt x="2519934" y="90043"/>
                  </a:lnTo>
                  <a:lnTo>
                    <a:pt x="2512867" y="54971"/>
                  </a:lnTo>
                  <a:lnTo>
                    <a:pt x="2493597" y="26352"/>
                  </a:lnTo>
                  <a:lnTo>
                    <a:pt x="2465016" y="7068"/>
                  </a:lnTo>
                  <a:lnTo>
                    <a:pt x="2430017" y="0"/>
                  </a:lnTo>
                  <a:close/>
                </a:path>
              </a:pathLst>
            </a:custGeom>
            <a:solidFill>
              <a:srgbClr val="FAFA85"/>
            </a:solidFill>
          </p:spPr>
          <p:txBody>
            <a:bodyPr wrap="square" lIns="0" tIns="0" rIns="0" bIns="0" rtlCol="0"/>
            <a:lstStyle/>
            <a:p>
              <a:endParaRPr/>
            </a:p>
          </p:txBody>
        </p:sp>
        <p:sp>
          <p:nvSpPr>
            <p:cNvPr id="37" name="object 37"/>
            <p:cNvSpPr/>
            <p:nvPr/>
          </p:nvSpPr>
          <p:spPr>
            <a:xfrm>
              <a:off x="3714750" y="5429250"/>
              <a:ext cx="2520315" cy="540385"/>
            </a:xfrm>
            <a:custGeom>
              <a:avLst/>
              <a:gdLst/>
              <a:ahLst/>
              <a:cxnLst/>
              <a:rect l="l" t="t" r="r" b="b"/>
              <a:pathLst>
                <a:path w="2520315" h="540385">
                  <a:moveTo>
                    <a:pt x="0" y="90043"/>
                  </a:moveTo>
                  <a:lnTo>
                    <a:pt x="7068" y="54971"/>
                  </a:lnTo>
                  <a:lnTo>
                    <a:pt x="26352" y="26352"/>
                  </a:lnTo>
                  <a:lnTo>
                    <a:pt x="54971" y="7068"/>
                  </a:lnTo>
                  <a:lnTo>
                    <a:pt x="90042" y="0"/>
                  </a:lnTo>
                  <a:lnTo>
                    <a:pt x="2430017" y="0"/>
                  </a:lnTo>
                  <a:lnTo>
                    <a:pt x="2465016" y="7068"/>
                  </a:lnTo>
                  <a:lnTo>
                    <a:pt x="2493597" y="26352"/>
                  </a:lnTo>
                  <a:lnTo>
                    <a:pt x="2512867" y="54971"/>
                  </a:lnTo>
                  <a:lnTo>
                    <a:pt x="2519934" y="90043"/>
                  </a:lnTo>
                  <a:lnTo>
                    <a:pt x="2519934" y="450011"/>
                  </a:lnTo>
                  <a:lnTo>
                    <a:pt x="2512867" y="485045"/>
                  </a:lnTo>
                  <a:lnTo>
                    <a:pt x="2493597" y="513654"/>
                  </a:lnTo>
                  <a:lnTo>
                    <a:pt x="2465016" y="532943"/>
                  </a:lnTo>
                  <a:lnTo>
                    <a:pt x="2430017" y="540016"/>
                  </a:lnTo>
                  <a:lnTo>
                    <a:pt x="90042" y="540016"/>
                  </a:lnTo>
                  <a:lnTo>
                    <a:pt x="54971" y="532943"/>
                  </a:lnTo>
                  <a:lnTo>
                    <a:pt x="26352" y="513654"/>
                  </a:lnTo>
                  <a:lnTo>
                    <a:pt x="7068" y="485045"/>
                  </a:lnTo>
                  <a:lnTo>
                    <a:pt x="0" y="450011"/>
                  </a:lnTo>
                  <a:lnTo>
                    <a:pt x="0" y="90043"/>
                  </a:lnTo>
                  <a:close/>
                </a:path>
              </a:pathLst>
            </a:custGeom>
            <a:ln w="25400">
              <a:solidFill>
                <a:srgbClr val="BA6025"/>
              </a:solidFill>
            </a:ln>
          </p:spPr>
          <p:txBody>
            <a:bodyPr wrap="square" lIns="0" tIns="0" rIns="0" bIns="0" rtlCol="0"/>
            <a:lstStyle/>
            <a:p>
              <a:endParaRPr/>
            </a:p>
          </p:txBody>
        </p:sp>
      </p:grpSp>
      <p:sp>
        <p:nvSpPr>
          <p:cNvPr id="38" name="object 38"/>
          <p:cNvSpPr txBox="1"/>
          <p:nvPr/>
        </p:nvSpPr>
        <p:spPr>
          <a:xfrm>
            <a:off x="4257294" y="5398109"/>
            <a:ext cx="1435100" cy="574040"/>
          </a:xfrm>
          <a:prstGeom prst="rect">
            <a:avLst/>
          </a:prstGeom>
        </p:spPr>
        <p:txBody>
          <a:bodyPr vert="horz" wrap="square" lIns="0" tIns="12700" rIns="0" bIns="0" rtlCol="0">
            <a:spAutoFit/>
          </a:bodyPr>
          <a:lstStyle/>
          <a:p>
            <a:pPr marL="52069" marR="5080" indent="-40005">
              <a:lnSpc>
                <a:spcPct val="100000"/>
              </a:lnSpc>
              <a:spcBef>
                <a:spcPts val="100"/>
              </a:spcBef>
            </a:pPr>
            <a:r>
              <a:rPr sz="1800" b="1" dirty="0">
                <a:latin typeface="Calibri"/>
                <a:cs typeface="Calibri"/>
              </a:rPr>
              <a:t>Project</a:t>
            </a:r>
            <a:r>
              <a:rPr sz="1800" b="1" spc="-60" dirty="0">
                <a:latin typeface="Calibri"/>
                <a:cs typeface="Calibri"/>
              </a:rPr>
              <a:t> </a:t>
            </a:r>
            <a:r>
              <a:rPr sz="1800" b="1" spc="-20" dirty="0">
                <a:latin typeface="Calibri"/>
                <a:cs typeface="Calibri"/>
              </a:rPr>
              <a:t>Human </a:t>
            </a:r>
            <a:r>
              <a:rPr sz="1800" b="1" dirty="0">
                <a:latin typeface="Calibri"/>
                <a:cs typeface="Calibri"/>
              </a:rPr>
              <a:t>Resource</a:t>
            </a:r>
            <a:r>
              <a:rPr sz="1800" b="1" spc="-80" dirty="0">
                <a:latin typeface="Calibri"/>
                <a:cs typeface="Calibri"/>
              </a:rPr>
              <a:t> </a:t>
            </a:r>
            <a:r>
              <a:rPr sz="1800" b="1" spc="-20" dirty="0">
                <a:latin typeface="Calibri"/>
                <a:cs typeface="Calibri"/>
              </a:rPr>
              <a:t>Plan</a:t>
            </a:r>
            <a:endParaRPr sz="1800">
              <a:latin typeface="Calibri"/>
              <a:cs typeface="Calibri"/>
            </a:endParaRPr>
          </a:p>
        </p:txBody>
      </p:sp>
      <p:grpSp>
        <p:nvGrpSpPr>
          <p:cNvPr id="39" name="object 39"/>
          <p:cNvGrpSpPr/>
          <p:nvPr/>
        </p:nvGrpSpPr>
        <p:grpSpPr>
          <a:xfrm>
            <a:off x="3702050" y="5988062"/>
            <a:ext cx="2545715" cy="565785"/>
            <a:chOff x="3702050" y="5988062"/>
            <a:chExt cx="2545715" cy="565785"/>
          </a:xfrm>
        </p:grpSpPr>
        <p:sp>
          <p:nvSpPr>
            <p:cNvPr id="40" name="object 40"/>
            <p:cNvSpPr/>
            <p:nvPr/>
          </p:nvSpPr>
          <p:spPr>
            <a:xfrm>
              <a:off x="3714750" y="6000762"/>
              <a:ext cx="2520315" cy="540385"/>
            </a:xfrm>
            <a:custGeom>
              <a:avLst/>
              <a:gdLst/>
              <a:ahLst/>
              <a:cxnLst/>
              <a:rect l="l" t="t" r="r" b="b"/>
              <a:pathLst>
                <a:path w="2520315" h="540384">
                  <a:moveTo>
                    <a:pt x="2430017" y="0"/>
                  </a:moveTo>
                  <a:lnTo>
                    <a:pt x="90042" y="0"/>
                  </a:lnTo>
                  <a:lnTo>
                    <a:pt x="54971" y="7073"/>
                  </a:lnTo>
                  <a:lnTo>
                    <a:pt x="26352" y="26362"/>
                  </a:lnTo>
                  <a:lnTo>
                    <a:pt x="7068" y="54971"/>
                  </a:lnTo>
                  <a:lnTo>
                    <a:pt x="0" y="90004"/>
                  </a:lnTo>
                  <a:lnTo>
                    <a:pt x="0" y="449999"/>
                  </a:lnTo>
                  <a:lnTo>
                    <a:pt x="7068" y="485032"/>
                  </a:lnTo>
                  <a:lnTo>
                    <a:pt x="26352" y="513641"/>
                  </a:lnTo>
                  <a:lnTo>
                    <a:pt x="54971" y="532930"/>
                  </a:lnTo>
                  <a:lnTo>
                    <a:pt x="90042" y="540004"/>
                  </a:lnTo>
                  <a:lnTo>
                    <a:pt x="2430017" y="540004"/>
                  </a:lnTo>
                  <a:lnTo>
                    <a:pt x="2465016" y="532930"/>
                  </a:lnTo>
                  <a:lnTo>
                    <a:pt x="2493597" y="513641"/>
                  </a:lnTo>
                  <a:lnTo>
                    <a:pt x="2512867" y="485032"/>
                  </a:lnTo>
                  <a:lnTo>
                    <a:pt x="2519934" y="449999"/>
                  </a:lnTo>
                  <a:lnTo>
                    <a:pt x="2519934" y="90004"/>
                  </a:lnTo>
                  <a:lnTo>
                    <a:pt x="2512867" y="54971"/>
                  </a:lnTo>
                  <a:lnTo>
                    <a:pt x="2493597" y="26362"/>
                  </a:lnTo>
                  <a:lnTo>
                    <a:pt x="2465016" y="7073"/>
                  </a:lnTo>
                  <a:lnTo>
                    <a:pt x="2430017" y="0"/>
                  </a:lnTo>
                  <a:close/>
                </a:path>
              </a:pathLst>
            </a:custGeom>
            <a:solidFill>
              <a:srgbClr val="FAFA85"/>
            </a:solidFill>
          </p:spPr>
          <p:txBody>
            <a:bodyPr wrap="square" lIns="0" tIns="0" rIns="0" bIns="0" rtlCol="0"/>
            <a:lstStyle/>
            <a:p>
              <a:endParaRPr/>
            </a:p>
          </p:txBody>
        </p:sp>
        <p:sp>
          <p:nvSpPr>
            <p:cNvPr id="41" name="object 41"/>
            <p:cNvSpPr/>
            <p:nvPr/>
          </p:nvSpPr>
          <p:spPr>
            <a:xfrm>
              <a:off x="3714750" y="6000762"/>
              <a:ext cx="2520315" cy="540385"/>
            </a:xfrm>
            <a:custGeom>
              <a:avLst/>
              <a:gdLst/>
              <a:ahLst/>
              <a:cxnLst/>
              <a:rect l="l" t="t" r="r" b="b"/>
              <a:pathLst>
                <a:path w="2520315" h="540384">
                  <a:moveTo>
                    <a:pt x="0" y="90004"/>
                  </a:moveTo>
                  <a:lnTo>
                    <a:pt x="7068" y="54971"/>
                  </a:lnTo>
                  <a:lnTo>
                    <a:pt x="26352" y="26362"/>
                  </a:lnTo>
                  <a:lnTo>
                    <a:pt x="54971" y="7073"/>
                  </a:lnTo>
                  <a:lnTo>
                    <a:pt x="90042" y="0"/>
                  </a:lnTo>
                  <a:lnTo>
                    <a:pt x="2430017" y="0"/>
                  </a:lnTo>
                  <a:lnTo>
                    <a:pt x="2465016" y="7073"/>
                  </a:lnTo>
                  <a:lnTo>
                    <a:pt x="2493597" y="26362"/>
                  </a:lnTo>
                  <a:lnTo>
                    <a:pt x="2512867" y="54971"/>
                  </a:lnTo>
                  <a:lnTo>
                    <a:pt x="2519934" y="90004"/>
                  </a:lnTo>
                  <a:lnTo>
                    <a:pt x="2519934" y="449999"/>
                  </a:lnTo>
                  <a:lnTo>
                    <a:pt x="2512867" y="485032"/>
                  </a:lnTo>
                  <a:lnTo>
                    <a:pt x="2493597" y="513641"/>
                  </a:lnTo>
                  <a:lnTo>
                    <a:pt x="2465016" y="532930"/>
                  </a:lnTo>
                  <a:lnTo>
                    <a:pt x="2430017" y="540004"/>
                  </a:lnTo>
                  <a:lnTo>
                    <a:pt x="90042" y="540004"/>
                  </a:lnTo>
                  <a:lnTo>
                    <a:pt x="54971" y="532930"/>
                  </a:lnTo>
                  <a:lnTo>
                    <a:pt x="26352" y="513641"/>
                  </a:lnTo>
                  <a:lnTo>
                    <a:pt x="7068" y="485032"/>
                  </a:lnTo>
                  <a:lnTo>
                    <a:pt x="0" y="449999"/>
                  </a:lnTo>
                  <a:lnTo>
                    <a:pt x="0" y="90004"/>
                  </a:lnTo>
                  <a:close/>
                </a:path>
              </a:pathLst>
            </a:custGeom>
            <a:ln w="25399">
              <a:solidFill>
                <a:srgbClr val="BA6025"/>
              </a:solidFill>
            </a:ln>
          </p:spPr>
          <p:txBody>
            <a:bodyPr wrap="square" lIns="0" tIns="0" rIns="0" bIns="0" rtlCol="0"/>
            <a:lstStyle/>
            <a:p>
              <a:endParaRPr/>
            </a:p>
          </p:txBody>
        </p:sp>
      </p:grpSp>
      <p:sp>
        <p:nvSpPr>
          <p:cNvPr id="42" name="object 42"/>
          <p:cNvSpPr txBox="1"/>
          <p:nvPr/>
        </p:nvSpPr>
        <p:spPr>
          <a:xfrm>
            <a:off x="3982973" y="5969609"/>
            <a:ext cx="1985645" cy="574675"/>
          </a:xfrm>
          <a:prstGeom prst="rect">
            <a:avLst/>
          </a:prstGeom>
        </p:spPr>
        <p:txBody>
          <a:bodyPr vert="horz" wrap="square" lIns="0" tIns="12700" rIns="0" bIns="0" rtlCol="0">
            <a:spAutoFit/>
          </a:bodyPr>
          <a:lstStyle/>
          <a:p>
            <a:pPr algn="ctr">
              <a:lnSpc>
                <a:spcPct val="100000"/>
              </a:lnSpc>
              <a:spcBef>
                <a:spcPts val="100"/>
              </a:spcBef>
            </a:pPr>
            <a:r>
              <a:rPr sz="1800" b="1" dirty="0">
                <a:latin typeface="Calibri"/>
                <a:cs typeface="Calibri"/>
              </a:rPr>
              <a:t>Project</a:t>
            </a:r>
            <a:r>
              <a:rPr sz="1800" b="1" spc="-60" dirty="0">
                <a:latin typeface="Calibri"/>
                <a:cs typeface="Calibri"/>
              </a:rPr>
              <a:t> </a:t>
            </a:r>
            <a:r>
              <a:rPr sz="1800" b="1" spc="-10" dirty="0">
                <a:latin typeface="Calibri"/>
                <a:cs typeface="Calibri"/>
              </a:rPr>
              <a:t>Procurement</a:t>
            </a:r>
            <a:endParaRPr sz="1800">
              <a:latin typeface="Calibri"/>
              <a:cs typeface="Calibri"/>
            </a:endParaRPr>
          </a:p>
          <a:p>
            <a:pPr algn="ctr">
              <a:lnSpc>
                <a:spcPct val="100000"/>
              </a:lnSpc>
            </a:pPr>
            <a:r>
              <a:rPr sz="1800" b="1" spc="-20" dirty="0">
                <a:latin typeface="Calibri"/>
                <a:cs typeface="Calibri"/>
              </a:rPr>
              <a:t>Plan</a:t>
            </a:r>
            <a:endParaRPr sz="1800">
              <a:latin typeface="Calibri"/>
              <a:cs typeface="Calibri"/>
            </a:endParaRPr>
          </a:p>
        </p:txBody>
      </p:sp>
      <p:grpSp>
        <p:nvGrpSpPr>
          <p:cNvPr id="43" name="object 43"/>
          <p:cNvGrpSpPr/>
          <p:nvPr/>
        </p:nvGrpSpPr>
        <p:grpSpPr>
          <a:xfrm>
            <a:off x="3702050" y="1416050"/>
            <a:ext cx="2545715" cy="565785"/>
            <a:chOff x="3702050" y="1416050"/>
            <a:chExt cx="2545715" cy="565785"/>
          </a:xfrm>
        </p:grpSpPr>
        <p:sp>
          <p:nvSpPr>
            <p:cNvPr id="44" name="object 44"/>
            <p:cNvSpPr/>
            <p:nvPr/>
          </p:nvSpPr>
          <p:spPr>
            <a:xfrm>
              <a:off x="3714750" y="1428750"/>
              <a:ext cx="2520315" cy="540385"/>
            </a:xfrm>
            <a:custGeom>
              <a:avLst/>
              <a:gdLst/>
              <a:ahLst/>
              <a:cxnLst/>
              <a:rect l="l" t="t" r="r" b="b"/>
              <a:pathLst>
                <a:path w="2520315" h="540385">
                  <a:moveTo>
                    <a:pt x="2430017" y="0"/>
                  </a:moveTo>
                  <a:lnTo>
                    <a:pt x="90042" y="0"/>
                  </a:lnTo>
                  <a:lnTo>
                    <a:pt x="54971" y="7068"/>
                  </a:lnTo>
                  <a:lnTo>
                    <a:pt x="26352" y="26352"/>
                  </a:lnTo>
                  <a:lnTo>
                    <a:pt x="7068" y="54971"/>
                  </a:lnTo>
                  <a:lnTo>
                    <a:pt x="0" y="90042"/>
                  </a:lnTo>
                  <a:lnTo>
                    <a:pt x="0" y="449961"/>
                  </a:lnTo>
                  <a:lnTo>
                    <a:pt x="7068" y="485032"/>
                  </a:lnTo>
                  <a:lnTo>
                    <a:pt x="26352" y="513651"/>
                  </a:lnTo>
                  <a:lnTo>
                    <a:pt x="54971" y="532935"/>
                  </a:lnTo>
                  <a:lnTo>
                    <a:pt x="90042" y="540003"/>
                  </a:lnTo>
                  <a:lnTo>
                    <a:pt x="2430017" y="540003"/>
                  </a:lnTo>
                  <a:lnTo>
                    <a:pt x="2465016" y="532935"/>
                  </a:lnTo>
                  <a:lnTo>
                    <a:pt x="2493597" y="513651"/>
                  </a:lnTo>
                  <a:lnTo>
                    <a:pt x="2512867" y="485032"/>
                  </a:lnTo>
                  <a:lnTo>
                    <a:pt x="2519934" y="449961"/>
                  </a:lnTo>
                  <a:lnTo>
                    <a:pt x="2519934" y="90042"/>
                  </a:lnTo>
                  <a:lnTo>
                    <a:pt x="2512867" y="54971"/>
                  </a:lnTo>
                  <a:lnTo>
                    <a:pt x="2493597" y="26352"/>
                  </a:lnTo>
                  <a:lnTo>
                    <a:pt x="2465016" y="7068"/>
                  </a:lnTo>
                  <a:lnTo>
                    <a:pt x="2430017" y="0"/>
                  </a:lnTo>
                  <a:close/>
                </a:path>
              </a:pathLst>
            </a:custGeom>
            <a:solidFill>
              <a:srgbClr val="FAFA85"/>
            </a:solidFill>
          </p:spPr>
          <p:txBody>
            <a:bodyPr wrap="square" lIns="0" tIns="0" rIns="0" bIns="0" rtlCol="0"/>
            <a:lstStyle/>
            <a:p>
              <a:endParaRPr/>
            </a:p>
          </p:txBody>
        </p:sp>
        <p:sp>
          <p:nvSpPr>
            <p:cNvPr id="45" name="object 45"/>
            <p:cNvSpPr/>
            <p:nvPr/>
          </p:nvSpPr>
          <p:spPr>
            <a:xfrm>
              <a:off x="3714750" y="1428750"/>
              <a:ext cx="2520315" cy="540385"/>
            </a:xfrm>
            <a:custGeom>
              <a:avLst/>
              <a:gdLst/>
              <a:ahLst/>
              <a:cxnLst/>
              <a:rect l="l" t="t" r="r" b="b"/>
              <a:pathLst>
                <a:path w="2520315" h="540385">
                  <a:moveTo>
                    <a:pt x="0" y="90042"/>
                  </a:moveTo>
                  <a:lnTo>
                    <a:pt x="7068" y="54971"/>
                  </a:lnTo>
                  <a:lnTo>
                    <a:pt x="26352" y="26352"/>
                  </a:lnTo>
                  <a:lnTo>
                    <a:pt x="54971" y="7068"/>
                  </a:lnTo>
                  <a:lnTo>
                    <a:pt x="90042" y="0"/>
                  </a:lnTo>
                  <a:lnTo>
                    <a:pt x="2430017" y="0"/>
                  </a:lnTo>
                  <a:lnTo>
                    <a:pt x="2465016" y="7068"/>
                  </a:lnTo>
                  <a:lnTo>
                    <a:pt x="2493597" y="26352"/>
                  </a:lnTo>
                  <a:lnTo>
                    <a:pt x="2512867" y="54971"/>
                  </a:lnTo>
                  <a:lnTo>
                    <a:pt x="2519934" y="90042"/>
                  </a:lnTo>
                  <a:lnTo>
                    <a:pt x="2519934" y="449961"/>
                  </a:lnTo>
                  <a:lnTo>
                    <a:pt x="2512867" y="485032"/>
                  </a:lnTo>
                  <a:lnTo>
                    <a:pt x="2493597" y="513651"/>
                  </a:lnTo>
                  <a:lnTo>
                    <a:pt x="2465016" y="532935"/>
                  </a:lnTo>
                  <a:lnTo>
                    <a:pt x="2430017" y="540003"/>
                  </a:lnTo>
                  <a:lnTo>
                    <a:pt x="90042" y="540003"/>
                  </a:lnTo>
                  <a:lnTo>
                    <a:pt x="54971" y="532935"/>
                  </a:lnTo>
                  <a:lnTo>
                    <a:pt x="26352" y="513651"/>
                  </a:lnTo>
                  <a:lnTo>
                    <a:pt x="7068" y="485032"/>
                  </a:lnTo>
                  <a:lnTo>
                    <a:pt x="0" y="449961"/>
                  </a:lnTo>
                  <a:lnTo>
                    <a:pt x="0" y="90042"/>
                  </a:lnTo>
                  <a:close/>
                </a:path>
              </a:pathLst>
            </a:custGeom>
            <a:ln w="25399">
              <a:solidFill>
                <a:srgbClr val="BA6025"/>
              </a:solidFill>
            </a:ln>
          </p:spPr>
          <p:txBody>
            <a:bodyPr wrap="square" lIns="0" tIns="0" rIns="0" bIns="0" rtlCol="0"/>
            <a:lstStyle/>
            <a:p>
              <a:endParaRPr/>
            </a:p>
          </p:txBody>
        </p:sp>
      </p:grpSp>
      <p:sp>
        <p:nvSpPr>
          <p:cNvPr id="46" name="object 46"/>
          <p:cNvSpPr txBox="1"/>
          <p:nvPr/>
        </p:nvSpPr>
        <p:spPr>
          <a:xfrm>
            <a:off x="3845814" y="1533905"/>
            <a:ext cx="225679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Calibri"/>
                <a:cs typeface="Calibri"/>
              </a:rPr>
              <a:t>Project</a:t>
            </a:r>
            <a:r>
              <a:rPr sz="1800" b="1" spc="-40" dirty="0">
                <a:latin typeface="Calibri"/>
                <a:cs typeface="Calibri"/>
              </a:rPr>
              <a:t> </a:t>
            </a:r>
            <a:r>
              <a:rPr sz="1800" b="1" spc="-10" dirty="0">
                <a:latin typeface="Calibri"/>
                <a:cs typeface="Calibri"/>
              </a:rPr>
              <a:t>Integration</a:t>
            </a:r>
            <a:r>
              <a:rPr sz="1800" b="1" spc="-55" dirty="0">
                <a:latin typeface="Calibri"/>
                <a:cs typeface="Calibri"/>
              </a:rPr>
              <a:t> </a:t>
            </a:r>
            <a:r>
              <a:rPr sz="1800" b="1" spc="-20" dirty="0">
                <a:latin typeface="Calibri"/>
                <a:cs typeface="Calibri"/>
              </a:rPr>
              <a:t>Plan</a:t>
            </a:r>
            <a:endParaRPr sz="1800">
              <a:latin typeface="Calibri"/>
              <a:cs typeface="Calibri"/>
            </a:endParaRPr>
          </a:p>
        </p:txBody>
      </p:sp>
      <p:grpSp>
        <p:nvGrpSpPr>
          <p:cNvPr id="47" name="object 47"/>
          <p:cNvGrpSpPr/>
          <p:nvPr/>
        </p:nvGrpSpPr>
        <p:grpSpPr>
          <a:xfrm>
            <a:off x="5916167" y="1416050"/>
            <a:ext cx="3169285" cy="525780"/>
            <a:chOff x="5916167" y="1416050"/>
            <a:chExt cx="3169285" cy="525780"/>
          </a:xfrm>
        </p:grpSpPr>
        <p:sp>
          <p:nvSpPr>
            <p:cNvPr id="48" name="object 48"/>
            <p:cNvSpPr/>
            <p:nvPr/>
          </p:nvSpPr>
          <p:spPr>
            <a:xfrm>
              <a:off x="5928867" y="1428750"/>
              <a:ext cx="3143885" cy="500380"/>
            </a:xfrm>
            <a:custGeom>
              <a:avLst/>
              <a:gdLst/>
              <a:ahLst/>
              <a:cxnLst/>
              <a:rect l="l" t="t" r="r" b="b"/>
              <a:pathLst>
                <a:path w="3143884" h="500380">
                  <a:moveTo>
                    <a:pt x="3143631" y="0"/>
                  </a:moveTo>
                  <a:lnTo>
                    <a:pt x="500507" y="0"/>
                  </a:lnTo>
                  <a:lnTo>
                    <a:pt x="500507" y="83312"/>
                  </a:lnTo>
                  <a:lnTo>
                    <a:pt x="0" y="194310"/>
                  </a:lnTo>
                  <a:lnTo>
                    <a:pt x="500507" y="208407"/>
                  </a:lnTo>
                  <a:lnTo>
                    <a:pt x="500507" y="499999"/>
                  </a:lnTo>
                  <a:lnTo>
                    <a:pt x="3143631" y="499999"/>
                  </a:lnTo>
                  <a:lnTo>
                    <a:pt x="3143631" y="0"/>
                  </a:lnTo>
                  <a:close/>
                </a:path>
              </a:pathLst>
            </a:custGeom>
            <a:solidFill>
              <a:srgbClr val="FFFFFF"/>
            </a:solidFill>
          </p:spPr>
          <p:txBody>
            <a:bodyPr wrap="square" lIns="0" tIns="0" rIns="0" bIns="0" rtlCol="0"/>
            <a:lstStyle/>
            <a:p>
              <a:endParaRPr/>
            </a:p>
          </p:txBody>
        </p:sp>
        <p:sp>
          <p:nvSpPr>
            <p:cNvPr id="49" name="object 49"/>
            <p:cNvSpPr/>
            <p:nvPr/>
          </p:nvSpPr>
          <p:spPr>
            <a:xfrm>
              <a:off x="5928867" y="1428750"/>
              <a:ext cx="3143885" cy="500380"/>
            </a:xfrm>
            <a:custGeom>
              <a:avLst/>
              <a:gdLst/>
              <a:ahLst/>
              <a:cxnLst/>
              <a:rect l="l" t="t" r="r" b="b"/>
              <a:pathLst>
                <a:path w="3143884" h="500380">
                  <a:moveTo>
                    <a:pt x="500507" y="0"/>
                  </a:moveTo>
                  <a:lnTo>
                    <a:pt x="941070" y="0"/>
                  </a:lnTo>
                  <a:lnTo>
                    <a:pt x="1601851" y="0"/>
                  </a:lnTo>
                  <a:lnTo>
                    <a:pt x="3143631" y="0"/>
                  </a:lnTo>
                  <a:lnTo>
                    <a:pt x="3143631" y="83312"/>
                  </a:lnTo>
                  <a:lnTo>
                    <a:pt x="3143631" y="208407"/>
                  </a:lnTo>
                  <a:lnTo>
                    <a:pt x="3143631" y="499999"/>
                  </a:lnTo>
                  <a:lnTo>
                    <a:pt x="1601851" y="499999"/>
                  </a:lnTo>
                  <a:lnTo>
                    <a:pt x="941070" y="499999"/>
                  </a:lnTo>
                  <a:lnTo>
                    <a:pt x="500507" y="499999"/>
                  </a:lnTo>
                  <a:lnTo>
                    <a:pt x="500507" y="208407"/>
                  </a:lnTo>
                  <a:lnTo>
                    <a:pt x="0" y="194310"/>
                  </a:lnTo>
                  <a:lnTo>
                    <a:pt x="500507" y="83312"/>
                  </a:lnTo>
                  <a:lnTo>
                    <a:pt x="500507" y="0"/>
                  </a:lnTo>
                  <a:close/>
                </a:path>
              </a:pathLst>
            </a:custGeom>
            <a:ln w="25400">
              <a:solidFill>
                <a:srgbClr val="FFFFFF"/>
              </a:solidFill>
            </a:ln>
          </p:spPr>
          <p:txBody>
            <a:bodyPr wrap="square" lIns="0" tIns="0" rIns="0" bIns="0" rtlCol="0"/>
            <a:lstStyle/>
            <a:p>
              <a:endParaRPr/>
            </a:p>
          </p:txBody>
        </p:sp>
      </p:grpSp>
      <p:sp>
        <p:nvSpPr>
          <p:cNvPr id="50" name="object 50"/>
          <p:cNvSpPr txBox="1"/>
          <p:nvPr/>
        </p:nvSpPr>
        <p:spPr>
          <a:xfrm>
            <a:off x="6892290" y="1570482"/>
            <a:ext cx="171767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Arial"/>
                <a:cs typeface="Arial"/>
              </a:rPr>
              <a:t>Integration</a:t>
            </a:r>
            <a:r>
              <a:rPr sz="1200" spc="295" dirty="0">
                <a:latin typeface="Arial"/>
                <a:cs typeface="Arial"/>
              </a:rPr>
              <a:t> </a:t>
            </a:r>
            <a:r>
              <a:rPr sz="1200" spc="-10" dirty="0">
                <a:latin typeface="Arial"/>
                <a:cs typeface="Arial"/>
              </a:rPr>
              <a:t>Management</a:t>
            </a:r>
            <a:endParaRPr sz="1200" dirty="0">
              <a:latin typeface="Arial"/>
              <a:cs typeface="Arial"/>
            </a:endParaRPr>
          </a:p>
        </p:txBody>
      </p:sp>
      <p:grpSp>
        <p:nvGrpSpPr>
          <p:cNvPr id="51" name="object 51"/>
          <p:cNvGrpSpPr/>
          <p:nvPr/>
        </p:nvGrpSpPr>
        <p:grpSpPr>
          <a:xfrm>
            <a:off x="5916167" y="1987550"/>
            <a:ext cx="3169285" cy="525780"/>
            <a:chOff x="5916167" y="1987550"/>
            <a:chExt cx="3169285" cy="525780"/>
          </a:xfrm>
        </p:grpSpPr>
        <p:sp>
          <p:nvSpPr>
            <p:cNvPr id="52" name="object 52"/>
            <p:cNvSpPr/>
            <p:nvPr/>
          </p:nvSpPr>
          <p:spPr>
            <a:xfrm>
              <a:off x="5928867" y="2000250"/>
              <a:ext cx="3143885" cy="500380"/>
            </a:xfrm>
            <a:custGeom>
              <a:avLst/>
              <a:gdLst/>
              <a:ahLst/>
              <a:cxnLst/>
              <a:rect l="l" t="t" r="r" b="b"/>
              <a:pathLst>
                <a:path w="3143884" h="500380">
                  <a:moveTo>
                    <a:pt x="3143631" y="0"/>
                  </a:moveTo>
                  <a:lnTo>
                    <a:pt x="500507" y="0"/>
                  </a:lnTo>
                  <a:lnTo>
                    <a:pt x="500507" y="83312"/>
                  </a:lnTo>
                  <a:lnTo>
                    <a:pt x="0" y="194310"/>
                  </a:lnTo>
                  <a:lnTo>
                    <a:pt x="500507" y="208407"/>
                  </a:lnTo>
                  <a:lnTo>
                    <a:pt x="500507" y="499999"/>
                  </a:lnTo>
                  <a:lnTo>
                    <a:pt x="3143631" y="499999"/>
                  </a:lnTo>
                  <a:lnTo>
                    <a:pt x="3143631" y="0"/>
                  </a:lnTo>
                  <a:close/>
                </a:path>
              </a:pathLst>
            </a:custGeom>
            <a:solidFill>
              <a:srgbClr val="FFFFFF"/>
            </a:solidFill>
          </p:spPr>
          <p:txBody>
            <a:bodyPr wrap="square" lIns="0" tIns="0" rIns="0" bIns="0" rtlCol="0"/>
            <a:lstStyle/>
            <a:p>
              <a:endParaRPr/>
            </a:p>
          </p:txBody>
        </p:sp>
        <p:sp>
          <p:nvSpPr>
            <p:cNvPr id="53" name="object 53"/>
            <p:cNvSpPr/>
            <p:nvPr/>
          </p:nvSpPr>
          <p:spPr>
            <a:xfrm>
              <a:off x="5928867" y="2000250"/>
              <a:ext cx="3143885" cy="500380"/>
            </a:xfrm>
            <a:custGeom>
              <a:avLst/>
              <a:gdLst/>
              <a:ahLst/>
              <a:cxnLst/>
              <a:rect l="l" t="t" r="r" b="b"/>
              <a:pathLst>
                <a:path w="3143884" h="500380">
                  <a:moveTo>
                    <a:pt x="500507" y="0"/>
                  </a:moveTo>
                  <a:lnTo>
                    <a:pt x="941070" y="0"/>
                  </a:lnTo>
                  <a:lnTo>
                    <a:pt x="1601851" y="0"/>
                  </a:lnTo>
                  <a:lnTo>
                    <a:pt x="3143631" y="0"/>
                  </a:lnTo>
                  <a:lnTo>
                    <a:pt x="3143631" y="83312"/>
                  </a:lnTo>
                  <a:lnTo>
                    <a:pt x="3143631" y="208407"/>
                  </a:lnTo>
                  <a:lnTo>
                    <a:pt x="3143631" y="499999"/>
                  </a:lnTo>
                  <a:lnTo>
                    <a:pt x="1601851" y="499999"/>
                  </a:lnTo>
                  <a:lnTo>
                    <a:pt x="941070" y="499999"/>
                  </a:lnTo>
                  <a:lnTo>
                    <a:pt x="500507" y="499999"/>
                  </a:lnTo>
                  <a:lnTo>
                    <a:pt x="500507" y="208407"/>
                  </a:lnTo>
                  <a:lnTo>
                    <a:pt x="0" y="194310"/>
                  </a:lnTo>
                  <a:lnTo>
                    <a:pt x="500507" y="83312"/>
                  </a:lnTo>
                  <a:lnTo>
                    <a:pt x="500507" y="0"/>
                  </a:lnTo>
                  <a:close/>
                </a:path>
              </a:pathLst>
            </a:custGeom>
            <a:ln w="25400">
              <a:solidFill>
                <a:srgbClr val="FFFFFF"/>
              </a:solidFill>
            </a:ln>
          </p:spPr>
          <p:txBody>
            <a:bodyPr wrap="square" lIns="0" tIns="0" rIns="0" bIns="0" rtlCol="0"/>
            <a:lstStyle/>
            <a:p>
              <a:endParaRPr/>
            </a:p>
          </p:txBody>
        </p:sp>
      </p:grpSp>
      <p:sp>
        <p:nvSpPr>
          <p:cNvPr id="54" name="object 54"/>
          <p:cNvSpPr txBox="1"/>
          <p:nvPr/>
        </p:nvSpPr>
        <p:spPr>
          <a:xfrm>
            <a:off x="6750557" y="2050541"/>
            <a:ext cx="2002155" cy="391160"/>
          </a:xfrm>
          <a:prstGeom prst="rect">
            <a:avLst/>
          </a:prstGeom>
        </p:spPr>
        <p:txBody>
          <a:bodyPr vert="horz" wrap="square" lIns="0" tIns="12700" rIns="0" bIns="0" rtlCol="0">
            <a:spAutoFit/>
          </a:bodyPr>
          <a:lstStyle/>
          <a:p>
            <a:pPr marL="317500" marR="5080" indent="-304800">
              <a:lnSpc>
                <a:spcPct val="100000"/>
              </a:lnSpc>
              <a:spcBef>
                <a:spcPts val="100"/>
              </a:spcBef>
            </a:pPr>
            <a:r>
              <a:rPr sz="1200" dirty="0">
                <a:latin typeface="Arial"/>
                <a:cs typeface="Arial"/>
              </a:rPr>
              <a:t>Collect</a:t>
            </a:r>
            <a:r>
              <a:rPr sz="1200" spc="-30" dirty="0">
                <a:latin typeface="Arial"/>
                <a:cs typeface="Arial"/>
              </a:rPr>
              <a:t> </a:t>
            </a:r>
            <a:r>
              <a:rPr sz="1200" spc="-10" dirty="0">
                <a:latin typeface="Arial"/>
                <a:cs typeface="Arial"/>
              </a:rPr>
              <a:t>Requirements,</a:t>
            </a:r>
            <a:r>
              <a:rPr sz="1200" spc="-40" dirty="0">
                <a:latin typeface="Arial"/>
                <a:cs typeface="Arial"/>
              </a:rPr>
              <a:t> </a:t>
            </a:r>
            <a:r>
              <a:rPr sz="1200" spc="-10" dirty="0">
                <a:latin typeface="Arial"/>
                <a:cs typeface="Arial"/>
              </a:rPr>
              <a:t>Define </a:t>
            </a:r>
            <a:r>
              <a:rPr sz="1200" dirty="0">
                <a:latin typeface="Arial"/>
                <a:cs typeface="Arial"/>
              </a:rPr>
              <a:t>Scope,</a:t>
            </a:r>
            <a:r>
              <a:rPr sz="1200" spc="-50" dirty="0">
                <a:latin typeface="Arial"/>
                <a:cs typeface="Arial"/>
              </a:rPr>
              <a:t> </a:t>
            </a:r>
            <a:r>
              <a:rPr sz="1200" dirty="0">
                <a:latin typeface="Arial"/>
                <a:cs typeface="Arial"/>
              </a:rPr>
              <a:t>Create</a:t>
            </a:r>
            <a:r>
              <a:rPr sz="1200" spc="-30" dirty="0">
                <a:latin typeface="Arial"/>
                <a:cs typeface="Arial"/>
              </a:rPr>
              <a:t> </a:t>
            </a:r>
            <a:r>
              <a:rPr sz="1200" spc="-25" dirty="0">
                <a:latin typeface="Arial"/>
                <a:cs typeface="Arial"/>
              </a:rPr>
              <a:t>WBS</a:t>
            </a:r>
            <a:endParaRPr sz="1200" dirty="0">
              <a:latin typeface="Arial"/>
              <a:cs typeface="Arial"/>
            </a:endParaRPr>
          </a:p>
        </p:txBody>
      </p:sp>
      <p:grpSp>
        <p:nvGrpSpPr>
          <p:cNvPr id="55" name="object 55"/>
          <p:cNvGrpSpPr/>
          <p:nvPr/>
        </p:nvGrpSpPr>
        <p:grpSpPr>
          <a:xfrm>
            <a:off x="5916167" y="2559050"/>
            <a:ext cx="3169285" cy="454025"/>
            <a:chOff x="5916167" y="2559050"/>
            <a:chExt cx="3169285" cy="454025"/>
          </a:xfrm>
        </p:grpSpPr>
        <p:sp>
          <p:nvSpPr>
            <p:cNvPr id="56" name="object 56"/>
            <p:cNvSpPr/>
            <p:nvPr/>
          </p:nvSpPr>
          <p:spPr>
            <a:xfrm>
              <a:off x="5928867" y="2571750"/>
              <a:ext cx="3143885" cy="428625"/>
            </a:xfrm>
            <a:custGeom>
              <a:avLst/>
              <a:gdLst/>
              <a:ahLst/>
              <a:cxnLst/>
              <a:rect l="l" t="t" r="r" b="b"/>
              <a:pathLst>
                <a:path w="3143884" h="428625">
                  <a:moveTo>
                    <a:pt x="3143631" y="0"/>
                  </a:moveTo>
                  <a:lnTo>
                    <a:pt x="500507" y="0"/>
                  </a:lnTo>
                  <a:lnTo>
                    <a:pt x="500507" y="250062"/>
                  </a:lnTo>
                  <a:lnTo>
                    <a:pt x="0" y="318897"/>
                  </a:lnTo>
                  <a:lnTo>
                    <a:pt x="500507" y="357124"/>
                  </a:lnTo>
                  <a:lnTo>
                    <a:pt x="500507" y="428625"/>
                  </a:lnTo>
                  <a:lnTo>
                    <a:pt x="3143631" y="428625"/>
                  </a:lnTo>
                  <a:lnTo>
                    <a:pt x="3143631" y="0"/>
                  </a:lnTo>
                  <a:close/>
                </a:path>
              </a:pathLst>
            </a:custGeom>
            <a:solidFill>
              <a:srgbClr val="FFFFFF"/>
            </a:solidFill>
          </p:spPr>
          <p:txBody>
            <a:bodyPr wrap="square" lIns="0" tIns="0" rIns="0" bIns="0" rtlCol="0"/>
            <a:lstStyle/>
            <a:p>
              <a:endParaRPr/>
            </a:p>
          </p:txBody>
        </p:sp>
        <p:sp>
          <p:nvSpPr>
            <p:cNvPr id="57" name="object 57"/>
            <p:cNvSpPr/>
            <p:nvPr/>
          </p:nvSpPr>
          <p:spPr>
            <a:xfrm>
              <a:off x="5928867" y="2571750"/>
              <a:ext cx="3143885" cy="428625"/>
            </a:xfrm>
            <a:custGeom>
              <a:avLst/>
              <a:gdLst/>
              <a:ahLst/>
              <a:cxnLst/>
              <a:rect l="l" t="t" r="r" b="b"/>
              <a:pathLst>
                <a:path w="3143884" h="428625">
                  <a:moveTo>
                    <a:pt x="500507" y="0"/>
                  </a:moveTo>
                  <a:lnTo>
                    <a:pt x="941070" y="0"/>
                  </a:lnTo>
                  <a:lnTo>
                    <a:pt x="1601851" y="0"/>
                  </a:lnTo>
                  <a:lnTo>
                    <a:pt x="3143631" y="0"/>
                  </a:lnTo>
                  <a:lnTo>
                    <a:pt x="3143631" y="250062"/>
                  </a:lnTo>
                  <a:lnTo>
                    <a:pt x="3143631" y="357124"/>
                  </a:lnTo>
                  <a:lnTo>
                    <a:pt x="3143631" y="428625"/>
                  </a:lnTo>
                  <a:lnTo>
                    <a:pt x="1601851" y="428625"/>
                  </a:lnTo>
                  <a:lnTo>
                    <a:pt x="941070" y="428625"/>
                  </a:lnTo>
                  <a:lnTo>
                    <a:pt x="500507" y="428625"/>
                  </a:lnTo>
                  <a:lnTo>
                    <a:pt x="500507" y="357124"/>
                  </a:lnTo>
                  <a:lnTo>
                    <a:pt x="0" y="318897"/>
                  </a:lnTo>
                  <a:lnTo>
                    <a:pt x="500507" y="250062"/>
                  </a:lnTo>
                  <a:lnTo>
                    <a:pt x="500507" y="0"/>
                  </a:lnTo>
                  <a:close/>
                </a:path>
              </a:pathLst>
            </a:custGeom>
            <a:ln w="25400">
              <a:solidFill>
                <a:srgbClr val="FFFFFF"/>
              </a:solidFill>
            </a:ln>
          </p:spPr>
          <p:txBody>
            <a:bodyPr wrap="square" lIns="0" tIns="0" rIns="0" bIns="0" rtlCol="0"/>
            <a:lstStyle/>
            <a:p>
              <a:endParaRPr/>
            </a:p>
          </p:txBody>
        </p:sp>
      </p:grpSp>
      <p:sp>
        <p:nvSpPr>
          <p:cNvPr id="58" name="object 58"/>
          <p:cNvSpPr txBox="1"/>
          <p:nvPr/>
        </p:nvSpPr>
        <p:spPr>
          <a:xfrm>
            <a:off x="6745985" y="2677744"/>
            <a:ext cx="2012314" cy="208915"/>
          </a:xfrm>
          <a:prstGeom prst="rect">
            <a:avLst/>
          </a:prstGeom>
        </p:spPr>
        <p:txBody>
          <a:bodyPr vert="horz" wrap="square" lIns="0" tIns="12700" rIns="0" bIns="0" rtlCol="0">
            <a:spAutoFit/>
          </a:bodyPr>
          <a:lstStyle/>
          <a:p>
            <a:pPr marL="12700">
              <a:lnSpc>
                <a:spcPct val="100000"/>
              </a:lnSpc>
              <a:spcBef>
                <a:spcPts val="100"/>
              </a:spcBef>
            </a:pPr>
            <a:r>
              <a:rPr sz="1200" spc="-10" dirty="0">
                <a:latin typeface="Arial"/>
                <a:cs typeface="Arial"/>
              </a:rPr>
              <a:t>Communication</a:t>
            </a:r>
            <a:r>
              <a:rPr sz="1200" spc="40" dirty="0">
                <a:latin typeface="Arial"/>
                <a:cs typeface="Arial"/>
              </a:rPr>
              <a:t> </a:t>
            </a:r>
            <a:r>
              <a:rPr sz="1200" spc="-10" dirty="0">
                <a:latin typeface="Arial"/>
                <a:cs typeface="Arial"/>
              </a:rPr>
              <a:t>Management</a:t>
            </a:r>
            <a:endParaRPr sz="1200">
              <a:latin typeface="Arial"/>
              <a:cs typeface="Arial"/>
            </a:endParaRPr>
          </a:p>
        </p:txBody>
      </p:sp>
      <p:grpSp>
        <p:nvGrpSpPr>
          <p:cNvPr id="59" name="object 59"/>
          <p:cNvGrpSpPr/>
          <p:nvPr/>
        </p:nvGrpSpPr>
        <p:grpSpPr>
          <a:xfrm>
            <a:off x="5916167" y="3059048"/>
            <a:ext cx="3169285" cy="1311910"/>
            <a:chOff x="5916167" y="3059048"/>
            <a:chExt cx="3169285" cy="1311910"/>
          </a:xfrm>
        </p:grpSpPr>
        <p:sp>
          <p:nvSpPr>
            <p:cNvPr id="60" name="object 60"/>
            <p:cNvSpPr/>
            <p:nvPr/>
          </p:nvSpPr>
          <p:spPr>
            <a:xfrm>
              <a:off x="5928867" y="3071748"/>
              <a:ext cx="3143885" cy="429259"/>
            </a:xfrm>
            <a:custGeom>
              <a:avLst/>
              <a:gdLst/>
              <a:ahLst/>
              <a:cxnLst/>
              <a:rect l="l" t="t" r="r" b="b"/>
              <a:pathLst>
                <a:path w="3143884" h="429260">
                  <a:moveTo>
                    <a:pt x="3143631" y="0"/>
                  </a:moveTo>
                  <a:lnTo>
                    <a:pt x="500507" y="0"/>
                  </a:lnTo>
                  <a:lnTo>
                    <a:pt x="500507" y="71500"/>
                  </a:lnTo>
                  <a:lnTo>
                    <a:pt x="0" y="166624"/>
                  </a:lnTo>
                  <a:lnTo>
                    <a:pt x="500507" y="178688"/>
                  </a:lnTo>
                  <a:lnTo>
                    <a:pt x="500507" y="428751"/>
                  </a:lnTo>
                  <a:lnTo>
                    <a:pt x="3143631" y="428751"/>
                  </a:lnTo>
                  <a:lnTo>
                    <a:pt x="3143631" y="0"/>
                  </a:lnTo>
                  <a:close/>
                </a:path>
              </a:pathLst>
            </a:custGeom>
            <a:solidFill>
              <a:srgbClr val="FFFFFF"/>
            </a:solidFill>
          </p:spPr>
          <p:txBody>
            <a:bodyPr wrap="square" lIns="0" tIns="0" rIns="0" bIns="0" rtlCol="0"/>
            <a:lstStyle/>
            <a:p>
              <a:endParaRPr/>
            </a:p>
          </p:txBody>
        </p:sp>
        <p:sp>
          <p:nvSpPr>
            <p:cNvPr id="61" name="object 61"/>
            <p:cNvSpPr/>
            <p:nvPr/>
          </p:nvSpPr>
          <p:spPr>
            <a:xfrm>
              <a:off x="5928867" y="3071748"/>
              <a:ext cx="3143885" cy="429259"/>
            </a:xfrm>
            <a:custGeom>
              <a:avLst/>
              <a:gdLst/>
              <a:ahLst/>
              <a:cxnLst/>
              <a:rect l="l" t="t" r="r" b="b"/>
              <a:pathLst>
                <a:path w="3143884" h="429260">
                  <a:moveTo>
                    <a:pt x="500507" y="0"/>
                  </a:moveTo>
                  <a:lnTo>
                    <a:pt x="941070" y="0"/>
                  </a:lnTo>
                  <a:lnTo>
                    <a:pt x="1601851" y="0"/>
                  </a:lnTo>
                  <a:lnTo>
                    <a:pt x="3143631" y="0"/>
                  </a:lnTo>
                  <a:lnTo>
                    <a:pt x="3143631" y="71500"/>
                  </a:lnTo>
                  <a:lnTo>
                    <a:pt x="3143631" y="178688"/>
                  </a:lnTo>
                  <a:lnTo>
                    <a:pt x="3143631" y="428751"/>
                  </a:lnTo>
                  <a:lnTo>
                    <a:pt x="1601851" y="428751"/>
                  </a:lnTo>
                  <a:lnTo>
                    <a:pt x="941070" y="428751"/>
                  </a:lnTo>
                  <a:lnTo>
                    <a:pt x="500507" y="428751"/>
                  </a:lnTo>
                  <a:lnTo>
                    <a:pt x="500507" y="178688"/>
                  </a:lnTo>
                  <a:lnTo>
                    <a:pt x="0" y="166624"/>
                  </a:lnTo>
                  <a:lnTo>
                    <a:pt x="500507" y="71500"/>
                  </a:lnTo>
                  <a:lnTo>
                    <a:pt x="500507" y="0"/>
                  </a:lnTo>
                  <a:close/>
                </a:path>
              </a:pathLst>
            </a:custGeom>
            <a:ln w="25400">
              <a:solidFill>
                <a:srgbClr val="FFFFFF"/>
              </a:solidFill>
            </a:ln>
          </p:spPr>
          <p:txBody>
            <a:bodyPr wrap="square" lIns="0" tIns="0" rIns="0" bIns="0" rtlCol="0"/>
            <a:lstStyle/>
            <a:p>
              <a:endParaRPr/>
            </a:p>
          </p:txBody>
        </p:sp>
        <p:sp>
          <p:nvSpPr>
            <p:cNvPr id="62" name="object 62"/>
            <p:cNvSpPr/>
            <p:nvPr/>
          </p:nvSpPr>
          <p:spPr>
            <a:xfrm>
              <a:off x="5928867" y="3571874"/>
              <a:ext cx="3143885" cy="786130"/>
            </a:xfrm>
            <a:custGeom>
              <a:avLst/>
              <a:gdLst/>
              <a:ahLst/>
              <a:cxnLst/>
              <a:rect l="l" t="t" r="r" b="b"/>
              <a:pathLst>
                <a:path w="3143884" h="786129">
                  <a:moveTo>
                    <a:pt x="3143631" y="0"/>
                  </a:moveTo>
                  <a:lnTo>
                    <a:pt x="500507" y="0"/>
                  </a:lnTo>
                  <a:lnTo>
                    <a:pt x="500507" y="130937"/>
                  </a:lnTo>
                  <a:lnTo>
                    <a:pt x="0" y="305307"/>
                  </a:lnTo>
                  <a:lnTo>
                    <a:pt x="500507" y="327406"/>
                  </a:lnTo>
                  <a:lnTo>
                    <a:pt x="500507" y="785876"/>
                  </a:lnTo>
                  <a:lnTo>
                    <a:pt x="3143631" y="785876"/>
                  </a:lnTo>
                  <a:lnTo>
                    <a:pt x="3143631" y="0"/>
                  </a:lnTo>
                  <a:close/>
                </a:path>
              </a:pathLst>
            </a:custGeom>
            <a:solidFill>
              <a:srgbClr val="FFFFFF"/>
            </a:solidFill>
          </p:spPr>
          <p:txBody>
            <a:bodyPr wrap="square" lIns="0" tIns="0" rIns="0" bIns="0" rtlCol="0"/>
            <a:lstStyle/>
            <a:p>
              <a:endParaRPr/>
            </a:p>
          </p:txBody>
        </p:sp>
        <p:sp>
          <p:nvSpPr>
            <p:cNvPr id="63" name="object 63"/>
            <p:cNvSpPr/>
            <p:nvPr/>
          </p:nvSpPr>
          <p:spPr>
            <a:xfrm>
              <a:off x="5928867" y="3571874"/>
              <a:ext cx="3143885" cy="786130"/>
            </a:xfrm>
            <a:custGeom>
              <a:avLst/>
              <a:gdLst/>
              <a:ahLst/>
              <a:cxnLst/>
              <a:rect l="l" t="t" r="r" b="b"/>
              <a:pathLst>
                <a:path w="3143884" h="786129">
                  <a:moveTo>
                    <a:pt x="500507" y="0"/>
                  </a:moveTo>
                  <a:lnTo>
                    <a:pt x="941070" y="0"/>
                  </a:lnTo>
                  <a:lnTo>
                    <a:pt x="1601851" y="0"/>
                  </a:lnTo>
                  <a:lnTo>
                    <a:pt x="3143631" y="0"/>
                  </a:lnTo>
                  <a:lnTo>
                    <a:pt x="3143631" y="130937"/>
                  </a:lnTo>
                  <a:lnTo>
                    <a:pt x="3143631" y="327406"/>
                  </a:lnTo>
                  <a:lnTo>
                    <a:pt x="3143631" y="785876"/>
                  </a:lnTo>
                  <a:lnTo>
                    <a:pt x="1601851" y="785876"/>
                  </a:lnTo>
                  <a:lnTo>
                    <a:pt x="941070" y="785876"/>
                  </a:lnTo>
                  <a:lnTo>
                    <a:pt x="500507" y="785876"/>
                  </a:lnTo>
                  <a:lnTo>
                    <a:pt x="500507" y="327406"/>
                  </a:lnTo>
                  <a:lnTo>
                    <a:pt x="0" y="305307"/>
                  </a:lnTo>
                  <a:lnTo>
                    <a:pt x="500507" y="130937"/>
                  </a:lnTo>
                  <a:lnTo>
                    <a:pt x="500507" y="0"/>
                  </a:lnTo>
                  <a:close/>
                </a:path>
              </a:pathLst>
            </a:custGeom>
            <a:ln w="25400">
              <a:solidFill>
                <a:srgbClr val="FFFFFF"/>
              </a:solidFill>
            </a:ln>
          </p:spPr>
          <p:txBody>
            <a:bodyPr wrap="square" lIns="0" tIns="0" rIns="0" bIns="0" rtlCol="0"/>
            <a:lstStyle/>
            <a:p>
              <a:endParaRPr/>
            </a:p>
          </p:txBody>
        </p:sp>
      </p:grpSp>
      <p:sp>
        <p:nvSpPr>
          <p:cNvPr id="64" name="object 64"/>
          <p:cNvSpPr txBox="1"/>
          <p:nvPr/>
        </p:nvSpPr>
        <p:spPr>
          <a:xfrm>
            <a:off x="6753606" y="3086480"/>
            <a:ext cx="1995170" cy="1253490"/>
          </a:xfrm>
          <a:prstGeom prst="rect">
            <a:avLst/>
          </a:prstGeom>
        </p:spPr>
        <p:txBody>
          <a:bodyPr vert="horz" wrap="square" lIns="0" tIns="12700" rIns="0" bIns="0" rtlCol="0">
            <a:spAutoFit/>
          </a:bodyPr>
          <a:lstStyle/>
          <a:p>
            <a:pPr marL="1270" algn="ctr">
              <a:lnSpc>
                <a:spcPct val="100000"/>
              </a:lnSpc>
              <a:spcBef>
                <a:spcPts val="100"/>
              </a:spcBef>
            </a:pPr>
            <a:r>
              <a:rPr sz="1200" dirty="0">
                <a:latin typeface="Arial"/>
                <a:cs typeface="Arial"/>
              </a:rPr>
              <a:t>Estimate</a:t>
            </a:r>
            <a:r>
              <a:rPr sz="1200" spc="-25" dirty="0">
                <a:latin typeface="Arial"/>
                <a:cs typeface="Arial"/>
              </a:rPr>
              <a:t> </a:t>
            </a:r>
            <a:r>
              <a:rPr sz="1200" spc="-10" dirty="0">
                <a:latin typeface="Arial"/>
                <a:cs typeface="Arial"/>
              </a:rPr>
              <a:t>Cost,</a:t>
            </a:r>
            <a:endParaRPr sz="1200">
              <a:latin typeface="Arial"/>
              <a:cs typeface="Arial"/>
            </a:endParaRPr>
          </a:p>
          <a:p>
            <a:pPr marL="1270" algn="ctr">
              <a:lnSpc>
                <a:spcPct val="100000"/>
              </a:lnSpc>
            </a:pPr>
            <a:r>
              <a:rPr sz="1200" spc="-10" dirty="0">
                <a:latin typeface="Arial"/>
                <a:cs typeface="Arial"/>
              </a:rPr>
              <a:t>Determine</a:t>
            </a:r>
            <a:r>
              <a:rPr sz="1200" spc="-5" dirty="0">
                <a:latin typeface="Arial"/>
                <a:cs typeface="Arial"/>
              </a:rPr>
              <a:t> </a:t>
            </a:r>
            <a:r>
              <a:rPr sz="1200" spc="-10" dirty="0">
                <a:latin typeface="Arial"/>
                <a:cs typeface="Arial"/>
              </a:rPr>
              <a:t>Budget</a:t>
            </a:r>
            <a:endParaRPr sz="1200">
              <a:latin typeface="Arial"/>
              <a:cs typeface="Arial"/>
            </a:endParaRPr>
          </a:p>
          <a:p>
            <a:pPr marL="12700" marR="5080" indent="62230" algn="just">
              <a:lnSpc>
                <a:spcPct val="100000"/>
              </a:lnSpc>
              <a:spcBef>
                <a:spcPts val="1025"/>
              </a:spcBef>
            </a:pPr>
            <a:r>
              <a:rPr sz="1200" spc="-10" dirty="0">
                <a:latin typeface="Arial"/>
                <a:cs typeface="Arial"/>
              </a:rPr>
              <a:t>Define</a:t>
            </a:r>
            <a:r>
              <a:rPr sz="1200" spc="-75" dirty="0">
                <a:latin typeface="Arial"/>
                <a:cs typeface="Arial"/>
              </a:rPr>
              <a:t> </a:t>
            </a:r>
            <a:r>
              <a:rPr sz="1200" dirty="0">
                <a:latin typeface="Arial"/>
                <a:cs typeface="Arial"/>
              </a:rPr>
              <a:t>Activities,</a:t>
            </a:r>
            <a:r>
              <a:rPr sz="1200" spc="-15" dirty="0">
                <a:latin typeface="Arial"/>
                <a:cs typeface="Arial"/>
              </a:rPr>
              <a:t> </a:t>
            </a:r>
            <a:r>
              <a:rPr sz="1200" spc="-10" dirty="0">
                <a:latin typeface="Arial"/>
                <a:cs typeface="Arial"/>
              </a:rPr>
              <a:t>Sequence </a:t>
            </a:r>
            <a:r>
              <a:rPr sz="1200" dirty="0">
                <a:latin typeface="Arial"/>
                <a:cs typeface="Arial"/>
              </a:rPr>
              <a:t>Activities,</a:t>
            </a:r>
            <a:r>
              <a:rPr sz="1200" spc="-40" dirty="0">
                <a:latin typeface="Arial"/>
                <a:cs typeface="Arial"/>
              </a:rPr>
              <a:t> </a:t>
            </a:r>
            <a:r>
              <a:rPr sz="1200" dirty="0">
                <a:latin typeface="Arial"/>
                <a:cs typeface="Arial"/>
              </a:rPr>
              <a:t>Estimate</a:t>
            </a:r>
            <a:r>
              <a:rPr sz="1200" spc="-80" dirty="0">
                <a:latin typeface="Arial"/>
                <a:cs typeface="Arial"/>
              </a:rPr>
              <a:t> </a:t>
            </a:r>
            <a:r>
              <a:rPr sz="1200" spc="-10" dirty="0">
                <a:latin typeface="Arial"/>
                <a:cs typeface="Arial"/>
              </a:rPr>
              <a:t>Activity </a:t>
            </a:r>
            <a:r>
              <a:rPr sz="1200" dirty="0">
                <a:latin typeface="Arial"/>
                <a:cs typeface="Arial"/>
              </a:rPr>
              <a:t>Resources,</a:t>
            </a:r>
            <a:r>
              <a:rPr sz="1200" spc="-40" dirty="0">
                <a:latin typeface="Arial"/>
                <a:cs typeface="Arial"/>
              </a:rPr>
              <a:t> </a:t>
            </a:r>
            <a:r>
              <a:rPr sz="1200" dirty="0">
                <a:latin typeface="Arial"/>
                <a:cs typeface="Arial"/>
              </a:rPr>
              <a:t>Estimate</a:t>
            </a:r>
            <a:r>
              <a:rPr sz="1200" spc="-75" dirty="0">
                <a:latin typeface="Arial"/>
                <a:cs typeface="Arial"/>
              </a:rPr>
              <a:t> </a:t>
            </a:r>
            <a:r>
              <a:rPr sz="1200" spc="-10" dirty="0">
                <a:latin typeface="Arial"/>
                <a:cs typeface="Arial"/>
              </a:rPr>
              <a:t>Activity </a:t>
            </a:r>
            <a:r>
              <a:rPr sz="1200" dirty="0">
                <a:latin typeface="Arial"/>
                <a:cs typeface="Arial"/>
              </a:rPr>
              <a:t>Durations,</a:t>
            </a:r>
            <a:r>
              <a:rPr sz="1200" spc="-55" dirty="0">
                <a:latin typeface="Arial"/>
                <a:cs typeface="Arial"/>
              </a:rPr>
              <a:t> </a:t>
            </a:r>
            <a:r>
              <a:rPr sz="1200" dirty="0">
                <a:latin typeface="Arial"/>
                <a:cs typeface="Arial"/>
              </a:rPr>
              <a:t>Develop</a:t>
            </a:r>
            <a:r>
              <a:rPr sz="1200" spc="-25" dirty="0">
                <a:latin typeface="Arial"/>
                <a:cs typeface="Arial"/>
              </a:rPr>
              <a:t> </a:t>
            </a:r>
            <a:r>
              <a:rPr sz="1200" spc="-10" dirty="0">
                <a:latin typeface="Arial"/>
                <a:cs typeface="Arial"/>
              </a:rPr>
              <a:t>Schedule</a:t>
            </a:r>
            <a:endParaRPr sz="1200">
              <a:latin typeface="Arial"/>
              <a:cs typeface="Arial"/>
            </a:endParaRPr>
          </a:p>
        </p:txBody>
      </p:sp>
      <p:grpSp>
        <p:nvGrpSpPr>
          <p:cNvPr id="65" name="object 65"/>
          <p:cNvGrpSpPr/>
          <p:nvPr/>
        </p:nvGrpSpPr>
        <p:grpSpPr>
          <a:xfrm>
            <a:off x="5916167" y="4416425"/>
            <a:ext cx="3169285" cy="382905"/>
            <a:chOff x="5916167" y="4416425"/>
            <a:chExt cx="3169285" cy="382905"/>
          </a:xfrm>
        </p:grpSpPr>
        <p:sp>
          <p:nvSpPr>
            <p:cNvPr id="66" name="object 66"/>
            <p:cNvSpPr/>
            <p:nvPr/>
          </p:nvSpPr>
          <p:spPr>
            <a:xfrm>
              <a:off x="5928867" y="4429125"/>
              <a:ext cx="3143885" cy="357505"/>
            </a:xfrm>
            <a:custGeom>
              <a:avLst/>
              <a:gdLst/>
              <a:ahLst/>
              <a:cxnLst/>
              <a:rect l="l" t="t" r="r" b="b"/>
              <a:pathLst>
                <a:path w="3143884" h="357504">
                  <a:moveTo>
                    <a:pt x="3143631" y="0"/>
                  </a:moveTo>
                  <a:lnTo>
                    <a:pt x="500507" y="0"/>
                  </a:lnTo>
                  <a:lnTo>
                    <a:pt x="500507" y="59562"/>
                  </a:lnTo>
                  <a:lnTo>
                    <a:pt x="0" y="138811"/>
                  </a:lnTo>
                  <a:lnTo>
                    <a:pt x="500507" y="148844"/>
                  </a:lnTo>
                  <a:lnTo>
                    <a:pt x="500507" y="357250"/>
                  </a:lnTo>
                  <a:lnTo>
                    <a:pt x="3143631" y="357250"/>
                  </a:lnTo>
                  <a:lnTo>
                    <a:pt x="3143631" y="0"/>
                  </a:lnTo>
                  <a:close/>
                </a:path>
              </a:pathLst>
            </a:custGeom>
            <a:solidFill>
              <a:srgbClr val="FFFFFF"/>
            </a:solidFill>
          </p:spPr>
          <p:txBody>
            <a:bodyPr wrap="square" lIns="0" tIns="0" rIns="0" bIns="0" rtlCol="0"/>
            <a:lstStyle/>
            <a:p>
              <a:endParaRPr/>
            </a:p>
          </p:txBody>
        </p:sp>
        <p:sp>
          <p:nvSpPr>
            <p:cNvPr id="67" name="object 67"/>
            <p:cNvSpPr/>
            <p:nvPr/>
          </p:nvSpPr>
          <p:spPr>
            <a:xfrm>
              <a:off x="5928867" y="4429125"/>
              <a:ext cx="3143885" cy="357505"/>
            </a:xfrm>
            <a:custGeom>
              <a:avLst/>
              <a:gdLst/>
              <a:ahLst/>
              <a:cxnLst/>
              <a:rect l="l" t="t" r="r" b="b"/>
              <a:pathLst>
                <a:path w="3143884" h="357504">
                  <a:moveTo>
                    <a:pt x="500507" y="0"/>
                  </a:moveTo>
                  <a:lnTo>
                    <a:pt x="941070" y="0"/>
                  </a:lnTo>
                  <a:lnTo>
                    <a:pt x="1601851" y="0"/>
                  </a:lnTo>
                  <a:lnTo>
                    <a:pt x="3143631" y="0"/>
                  </a:lnTo>
                  <a:lnTo>
                    <a:pt x="3143631" y="59562"/>
                  </a:lnTo>
                  <a:lnTo>
                    <a:pt x="3143631" y="148844"/>
                  </a:lnTo>
                  <a:lnTo>
                    <a:pt x="3143631" y="357250"/>
                  </a:lnTo>
                  <a:lnTo>
                    <a:pt x="1601851" y="357250"/>
                  </a:lnTo>
                  <a:lnTo>
                    <a:pt x="941070" y="357250"/>
                  </a:lnTo>
                  <a:lnTo>
                    <a:pt x="500507" y="357250"/>
                  </a:lnTo>
                  <a:lnTo>
                    <a:pt x="500507" y="148844"/>
                  </a:lnTo>
                  <a:lnTo>
                    <a:pt x="0" y="138811"/>
                  </a:lnTo>
                  <a:lnTo>
                    <a:pt x="500507" y="59562"/>
                  </a:lnTo>
                  <a:lnTo>
                    <a:pt x="500507" y="0"/>
                  </a:lnTo>
                  <a:close/>
                </a:path>
              </a:pathLst>
            </a:custGeom>
            <a:ln w="25400">
              <a:solidFill>
                <a:srgbClr val="FFFFFF"/>
              </a:solidFill>
            </a:ln>
          </p:spPr>
          <p:txBody>
            <a:bodyPr wrap="square" lIns="0" tIns="0" rIns="0" bIns="0" rtlCol="0"/>
            <a:lstStyle/>
            <a:p>
              <a:endParaRPr/>
            </a:p>
          </p:txBody>
        </p:sp>
      </p:grpSp>
      <p:sp>
        <p:nvSpPr>
          <p:cNvPr id="68" name="object 68"/>
          <p:cNvSpPr txBox="1"/>
          <p:nvPr/>
        </p:nvSpPr>
        <p:spPr>
          <a:xfrm>
            <a:off x="7035545" y="4499864"/>
            <a:ext cx="143065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Arial"/>
                <a:cs typeface="Arial"/>
              </a:rPr>
              <a:t>Quality</a:t>
            </a:r>
            <a:r>
              <a:rPr sz="1200" spc="-25" dirty="0">
                <a:latin typeface="Arial"/>
                <a:cs typeface="Arial"/>
              </a:rPr>
              <a:t> </a:t>
            </a:r>
            <a:r>
              <a:rPr sz="1200" spc="-10" dirty="0">
                <a:latin typeface="Arial"/>
                <a:cs typeface="Arial"/>
              </a:rPr>
              <a:t>Management</a:t>
            </a:r>
            <a:endParaRPr sz="1200">
              <a:latin typeface="Arial"/>
              <a:cs typeface="Arial"/>
            </a:endParaRPr>
          </a:p>
        </p:txBody>
      </p:sp>
      <p:grpSp>
        <p:nvGrpSpPr>
          <p:cNvPr id="69" name="object 69"/>
          <p:cNvGrpSpPr/>
          <p:nvPr/>
        </p:nvGrpSpPr>
        <p:grpSpPr>
          <a:xfrm>
            <a:off x="5916167" y="4845050"/>
            <a:ext cx="3169285" cy="811530"/>
            <a:chOff x="5916167" y="4845050"/>
            <a:chExt cx="3169285" cy="811530"/>
          </a:xfrm>
        </p:grpSpPr>
        <p:sp>
          <p:nvSpPr>
            <p:cNvPr id="70" name="object 70"/>
            <p:cNvSpPr/>
            <p:nvPr/>
          </p:nvSpPr>
          <p:spPr>
            <a:xfrm>
              <a:off x="5928867" y="4857750"/>
              <a:ext cx="3143885" cy="786130"/>
            </a:xfrm>
            <a:custGeom>
              <a:avLst/>
              <a:gdLst/>
              <a:ahLst/>
              <a:cxnLst/>
              <a:rect l="l" t="t" r="r" b="b"/>
              <a:pathLst>
                <a:path w="3143884" h="786129">
                  <a:moveTo>
                    <a:pt x="3143631" y="0"/>
                  </a:moveTo>
                  <a:lnTo>
                    <a:pt x="500507" y="0"/>
                  </a:lnTo>
                  <a:lnTo>
                    <a:pt x="500507" y="130937"/>
                  </a:lnTo>
                  <a:lnTo>
                    <a:pt x="0" y="305307"/>
                  </a:lnTo>
                  <a:lnTo>
                    <a:pt x="500507" y="327406"/>
                  </a:lnTo>
                  <a:lnTo>
                    <a:pt x="500507" y="785825"/>
                  </a:lnTo>
                  <a:lnTo>
                    <a:pt x="3143631" y="785825"/>
                  </a:lnTo>
                  <a:lnTo>
                    <a:pt x="3143631" y="0"/>
                  </a:lnTo>
                  <a:close/>
                </a:path>
              </a:pathLst>
            </a:custGeom>
            <a:solidFill>
              <a:srgbClr val="FFFFFF"/>
            </a:solidFill>
          </p:spPr>
          <p:txBody>
            <a:bodyPr wrap="square" lIns="0" tIns="0" rIns="0" bIns="0" rtlCol="0"/>
            <a:lstStyle/>
            <a:p>
              <a:endParaRPr/>
            </a:p>
          </p:txBody>
        </p:sp>
        <p:sp>
          <p:nvSpPr>
            <p:cNvPr id="71" name="object 71"/>
            <p:cNvSpPr/>
            <p:nvPr/>
          </p:nvSpPr>
          <p:spPr>
            <a:xfrm>
              <a:off x="5928867" y="4857750"/>
              <a:ext cx="3143885" cy="786130"/>
            </a:xfrm>
            <a:custGeom>
              <a:avLst/>
              <a:gdLst/>
              <a:ahLst/>
              <a:cxnLst/>
              <a:rect l="l" t="t" r="r" b="b"/>
              <a:pathLst>
                <a:path w="3143884" h="786129">
                  <a:moveTo>
                    <a:pt x="500507" y="0"/>
                  </a:moveTo>
                  <a:lnTo>
                    <a:pt x="941070" y="0"/>
                  </a:lnTo>
                  <a:lnTo>
                    <a:pt x="1601851" y="0"/>
                  </a:lnTo>
                  <a:lnTo>
                    <a:pt x="3143631" y="0"/>
                  </a:lnTo>
                  <a:lnTo>
                    <a:pt x="3143631" y="130937"/>
                  </a:lnTo>
                  <a:lnTo>
                    <a:pt x="3143631" y="327406"/>
                  </a:lnTo>
                  <a:lnTo>
                    <a:pt x="3143631" y="785825"/>
                  </a:lnTo>
                  <a:lnTo>
                    <a:pt x="1601851" y="785825"/>
                  </a:lnTo>
                  <a:lnTo>
                    <a:pt x="941070" y="785825"/>
                  </a:lnTo>
                  <a:lnTo>
                    <a:pt x="500507" y="785825"/>
                  </a:lnTo>
                  <a:lnTo>
                    <a:pt x="500507" y="327406"/>
                  </a:lnTo>
                  <a:lnTo>
                    <a:pt x="0" y="305307"/>
                  </a:lnTo>
                  <a:lnTo>
                    <a:pt x="500507" y="130937"/>
                  </a:lnTo>
                  <a:lnTo>
                    <a:pt x="500507" y="0"/>
                  </a:lnTo>
                  <a:close/>
                </a:path>
              </a:pathLst>
            </a:custGeom>
            <a:ln w="25400">
              <a:solidFill>
                <a:srgbClr val="FFFFFF"/>
              </a:solidFill>
            </a:ln>
          </p:spPr>
          <p:txBody>
            <a:bodyPr wrap="square" lIns="0" tIns="0" rIns="0" bIns="0" rtlCol="0"/>
            <a:lstStyle/>
            <a:p>
              <a:endParaRPr/>
            </a:p>
          </p:txBody>
        </p:sp>
      </p:grpSp>
      <p:sp>
        <p:nvSpPr>
          <p:cNvPr id="72" name="object 72"/>
          <p:cNvSpPr txBox="1"/>
          <p:nvPr/>
        </p:nvSpPr>
        <p:spPr>
          <a:xfrm>
            <a:off x="6665214" y="4868671"/>
            <a:ext cx="2172970" cy="756920"/>
          </a:xfrm>
          <a:prstGeom prst="rect">
            <a:avLst/>
          </a:prstGeom>
        </p:spPr>
        <p:txBody>
          <a:bodyPr vert="horz" wrap="square" lIns="0" tIns="12700" rIns="0" bIns="0" rtlCol="0">
            <a:spAutoFit/>
          </a:bodyPr>
          <a:lstStyle/>
          <a:p>
            <a:pPr marL="12065" marR="5080" algn="ctr">
              <a:lnSpc>
                <a:spcPct val="100000"/>
              </a:lnSpc>
              <a:spcBef>
                <a:spcPts val="100"/>
              </a:spcBef>
            </a:pPr>
            <a:r>
              <a:rPr sz="1200" dirty="0">
                <a:latin typeface="Arial"/>
                <a:cs typeface="Arial"/>
              </a:rPr>
              <a:t>Plan</a:t>
            </a:r>
            <a:r>
              <a:rPr sz="1200" spc="-45" dirty="0">
                <a:latin typeface="Arial"/>
                <a:cs typeface="Arial"/>
              </a:rPr>
              <a:t> </a:t>
            </a:r>
            <a:r>
              <a:rPr sz="1200" dirty="0">
                <a:latin typeface="Arial"/>
                <a:cs typeface="Arial"/>
              </a:rPr>
              <a:t>Risk</a:t>
            </a:r>
            <a:r>
              <a:rPr sz="1200" spc="-10" dirty="0">
                <a:latin typeface="Arial"/>
                <a:cs typeface="Arial"/>
              </a:rPr>
              <a:t> </a:t>
            </a:r>
            <a:r>
              <a:rPr sz="1200" dirty="0">
                <a:latin typeface="Arial"/>
                <a:cs typeface="Arial"/>
              </a:rPr>
              <a:t>Management,</a:t>
            </a:r>
            <a:r>
              <a:rPr sz="1200" spc="-60" dirty="0">
                <a:latin typeface="Arial"/>
                <a:cs typeface="Arial"/>
              </a:rPr>
              <a:t> </a:t>
            </a:r>
            <a:r>
              <a:rPr sz="1200" spc="-10" dirty="0">
                <a:latin typeface="Arial"/>
                <a:cs typeface="Arial"/>
              </a:rPr>
              <a:t>Identify </a:t>
            </a:r>
            <a:r>
              <a:rPr sz="1200" dirty="0">
                <a:latin typeface="Arial"/>
                <a:cs typeface="Arial"/>
              </a:rPr>
              <a:t>Risk,</a:t>
            </a:r>
            <a:r>
              <a:rPr sz="1200" spc="-30" dirty="0">
                <a:latin typeface="Arial"/>
                <a:cs typeface="Arial"/>
              </a:rPr>
              <a:t> </a:t>
            </a:r>
            <a:r>
              <a:rPr sz="1200" spc="-10" dirty="0">
                <a:latin typeface="Arial"/>
                <a:cs typeface="Arial"/>
              </a:rPr>
              <a:t>Perform Qualitative/Quantitative</a:t>
            </a:r>
            <a:r>
              <a:rPr sz="1200" spc="140" dirty="0">
                <a:latin typeface="Arial"/>
                <a:cs typeface="Arial"/>
              </a:rPr>
              <a:t> </a:t>
            </a:r>
            <a:r>
              <a:rPr sz="1200" spc="-10" dirty="0">
                <a:latin typeface="Arial"/>
                <a:cs typeface="Arial"/>
              </a:rPr>
              <a:t>Risk, </a:t>
            </a:r>
            <a:r>
              <a:rPr sz="1200" dirty="0">
                <a:latin typeface="Arial"/>
                <a:cs typeface="Arial"/>
              </a:rPr>
              <a:t>Plan</a:t>
            </a:r>
            <a:r>
              <a:rPr sz="1200" spc="-45" dirty="0">
                <a:latin typeface="Arial"/>
                <a:cs typeface="Arial"/>
              </a:rPr>
              <a:t> </a:t>
            </a:r>
            <a:r>
              <a:rPr sz="1200" dirty="0">
                <a:latin typeface="Arial"/>
                <a:cs typeface="Arial"/>
              </a:rPr>
              <a:t>Risk</a:t>
            </a:r>
            <a:r>
              <a:rPr sz="1200" spc="-15" dirty="0">
                <a:latin typeface="Arial"/>
                <a:cs typeface="Arial"/>
              </a:rPr>
              <a:t> </a:t>
            </a:r>
            <a:r>
              <a:rPr sz="1200" spc="-10" dirty="0">
                <a:latin typeface="Arial"/>
                <a:cs typeface="Arial"/>
              </a:rPr>
              <a:t>Responses</a:t>
            </a:r>
            <a:endParaRPr sz="1200">
              <a:latin typeface="Arial"/>
              <a:cs typeface="Arial"/>
            </a:endParaRPr>
          </a:p>
        </p:txBody>
      </p:sp>
      <p:grpSp>
        <p:nvGrpSpPr>
          <p:cNvPr id="73" name="object 73"/>
          <p:cNvGrpSpPr/>
          <p:nvPr/>
        </p:nvGrpSpPr>
        <p:grpSpPr>
          <a:xfrm>
            <a:off x="5903467" y="5642597"/>
            <a:ext cx="3181985" cy="585470"/>
            <a:chOff x="5903467" y="5642597"/>
            <a:chExt cx="3181985" cy="585470"/>
          </a:xfrm>
        </p:grpSpPr>
        <p:sp>
          <p:nvSpPr>
            <p:cNvPr id="74" name="object 74"/>
            <p:cNvSpPr/>
            <p:nvPr/>
          </p:nvSpPr>
          <p:spPr>
            <a:xfrm>
              <a:off x="5916167" y="5655297"/>
              <a:ext cx="3156585" cy="560070"/>
            </a:xfrm>
            <a:custGeom>
              <a:avLst/>
              <a:gdLst/>
              <a:ahLst/>
              <a:cxnLst/>
              <a:rect l="l" t="t" r="r" b="b"/>
              <a:pathLst>
                <a:path w="3156584" h="560070">
                  <a:moveTo>
                    <a:pt x="0" y="0"/>
                  </a:moveTo>
                  <a:lnTo>
                    <a:pt x="513207" y="268084"/>
                  </a:lnTo>
                  <a:lnTo>
                    <a:pt x="513207" y="559777"/>
                  </a:lnTo>
                  <a:lnTo>
                    <a:pt x="3156331" y="559777"/>
                  </a:lnTo>
                  <a:lnTo>
                    <a:pt x="3156331" y="59715"/>
                  </a:lnTo>
                  <a:lnTo>
                    <a:pt x="513207" y="59715"/>
                  </a:lnTo>
                  <a:lnTo>
                    <a:pt x="513207" y="143065"/>
                  </a:lnTo>
                  <a:lnTo>
                    <a:pt x="0" y="0"/>
                  </a:lnTo>
                  <a:close/>
                </a:path>
              </a:pathLst>
            </a:custGeom>
            <a:solidFill>
              <a:srgbClr val="FFFFFF"/>
            </a:solidFill>
          </p:spPr>
          <p:txBody>
            <a:bodyPr wrap="square" lIns="0" tIns="0" rIns="0" bIns="0" rtlCol="0"/>
            <a:lstStyle/>
            <a:p>
              <a:endParaRPr/>
            </a:p>
          </p:txBody>
        </p:sp>
        <p:sp>
          <p:nvSpPr>
            <p:cNvPr id="75" name="object 75"/>
            <p:cNvSpPr/>
            <p:nvPr/>
          </p:nvSpPr>
          <p:spPr>
            <a:xfrm>
              <a:off x="5916167" y="5655297"/>
              <a:ext cx="3156585" cy="560070"/>
            </a:xfrm>
            <a:custGeom>
              <a:avLst/>
              <a:gdLst/>
              <a:ahLst/>
              <a:cxnLst/>
              <a:rect l="l" t="t" r="r" b="b"/>
              <a:pathLst>
                <a:path w="3156584" h="560070">
                  <a:moveTo>
                    <a:pt x="513207" y="59715"/>
                  </a:moveTo>
                  <a:lnTo>
                    <a:pt x="953770" y="59715"/>
                  </a:lnTo>
                  <a:lnTo>
                    <a:pt x="1614551" y="59715"/>
                  </a:lnTo>
                  <a:lnTo>
                    <a:pt x="3156331" y="59715"/>
                  </a:lnTo>
                  <a:lnTo>
                    <a:pt x="3156331" y="143065"/>
                  </a:lnTo>
                  <a:lnTo>
                    <a:pt x="3156331" y="268084"/>
                  </a:lnTo>
                  <a:lnTo>
                    <a:pt x="3156331" y="559777"/>
                  </a:lnTo>
                  <a:lnTo>
                    <a:pt x="1614551" y="559777"/>
                  </a:lnTo>
                  <a:lnTo>
                    <a:pt x="953770" y="559777"/>
                  </a:lnTo>
                  <a:lnTo>
                    <a:pt x="513207" y="559777"/>
                  </a:lnTo>
                  <a:lnTo>
                    <a:pt x="513207" y="268084"/>
                  </a:lnTo>
                  <a:lnTo>
                    <a:pt x="0" y="0"/>
                  </a:lnTo>
                  <a:lnTo>
                    <a:pt x="513207" y="143065"/>
                  </a:lnTo>
                  <a:lnTo>
                    <a:pt x="513207" y="59715"/>
                  </a:lnTo>
                  <a:close/>
                </a:path>
              </a:pathLst>
            </a:custGeom>
            <a:ln w="25400">
              <a:solidFill>
                <a:srgbClr val="FFFFFF"/>
              </a:solidFill>
            </a:ln>
          </p:spPr>
          <p:txBody>
            <a:bodyPr wrap="square" lIns="0" tIns="0" rIns="0" bIns="0" rtlCol="0"/>
            <a:lstStyle/>
            <a:p>
              <a:endParaRPr/>
            </a:p>
          </p:txBody>
        </p:sp>
      </p:grpSp>
      <p:sp>
        <p:nvSpPr>
          <p:cNvPr id="76" name="object 76"/>
          <p:cNvSpPr txBox="1"/>
          <p:nvPr/>
        </p:nvSpPr>
        <p:spPr>
          <a:xfrm>
            <a:off x="6681978" y="5857443"/>
            <a:ext cx="213741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Arial"/>
                <a:cs typeface="Arial"/>
              </a:rPr>
              <a:t>Human</a:t>
            </a:r>
            <a:r>
              <a:rPr sz="1200" spc="-50" dirty="0">
                <a:latin typeface="Arial"/>
                <a:cs typeface="Arial"/>
              </a:rPr>
              <a:t> </a:t>
            </a:r>
            <a:r>
              <a:rPr sz="1200" spc="-10" dirty="0">
                <a:latin typeface="Arial"/>
                <a:cs typeface="Arial"/>
              </a:rPr>
              <a:t>Resource</a:t>
            </a:r>
            <a:r>
              <a:rPr sz="1200" spc="-40" dirty="0">
                <a:latin typeface="Arial"/>
                <a:cs typeface="Arial"/>
              </a:rPr>
              <a:t> </a:t>
            </a:r>
            <a:r>
              <a:rPr sz="1200" spc="-10" dirty="0">
                <a:latin typeface="Arial"/>
                <a:cs typeface="Arial"/>
              </a:rPr>
              <a:t>Management</a:t>
            </a:r>
            <a:endParaRPr sz="1200">
              <a:latin typeface="Arial"/>
              <a:cs typeface="Arial"/>
            </a:endParaRPr>
          </a:p>
        </p:txBody>
      </p:sp>
      <p:grpSp>
        <p:nvGrpSpPr>
          <p:cNvPr id="77" name="object 77"/>
          <p:cNvGrpSpPr/>
          <p:nvPr/>
        </p:nvGrpSpPr>
        <p:grpSpPr>
          <a:xfrm>
            <a:off x="5903467" y="6273825"/>
            <a:ext cx="3181985" cy="525780"/>
            <a:chOff x="5903467" y="6273825"/>
            <a:chExt cx="3181985" cy="525780"/>
          </a:xfrm>
        </p:grpSpPr>
        <p:sp>
          <p:nvSpPr>
            <p:cNvPr id="78" name="object 78"/>
            <p:cNvSpPr/>
            <p:nvPr/>
          </p:nvSpPr>
          <p:spPr>
            <a:xfrm>
              <a:off x="5916167" y="6286525"/>
              <a:ext cx="3156585" cy="500380"/>
            </a:xfrm>
            <a:custGeom>
              <a:avLst/>
              <a:gdLst/>
              <a:ahLst/>
              <a:cxnLst/>
              <a:rect l="l" t="t" r="r" b="b"/>
              <a:pathLst>
                <a:path w="3156584" h="500379">
                  <a:moveTo>
                    <a:pt x="3156458" y="0"/>
                  </a:moveTo>
                  <a:lnTo>
                    <a:pt x="513207" y="0"/>
                  </a:lnTo>
                  <a:lnTo>
                    <a:pt x="513207" y="83337"/>
                  </a:lnTo>
                  <a:lnTo>
                    <a:pt x="0" y="29171"/>
                  </a:lnTo>
                  <a:lnTo>
                    <a:pt x="513207" y="208356"/>
                  </a:lnTo>
                  <a:lnTo>
                    <a:pt x="513207" y="500059"/>
                  </a:lnTo>
                  <a:lnTo>
                    <a:pt x="3156458" y="500059"/>
                  </a:lnTo>
                  <a:lnTo>
                    <a:pt x="3156458" y="0"/>
                  </a:lnTo>
                  <a:close/>
                </a:path>
              </a:pathLst>
            </a:custGeom>
            <a:solidFill>
              <a:srgbClr val="FFFFFF"/>
            </a:solidFill>
          </p:spPr>
          <p:txBody>
            <a:bodyPr wrap="square" lIns="0" tIns="0" rIns="0" bIns="0" rtlCol="0"/>
            <a:lstStyle/>
            <a:p>
              <a:endParaRPr/>
            </a:p>
          </p:txBody>
        </p:sp>
        <p:sp>
          <p:nvSpPr>
            <p:cNvPr id="79" name="object 79"/>
            <p:cNvSpPr/>
            <p:nvPr/>
          </p:nvSpPr>
          <p:spPr>
            <a:xfrm>
              <a:off x="5916167" y="6286525"/>
              <a:ext cx="3156585" cy="500380"/>
            </a:xfrm>
            <a:custGeom>
              <a:avLst/>
              <a:gdLst/>
              <a:ahLst/>
              <a:cxnLst/>
              <a:rect l="l" t="t" r="r" b="b"/>
              <a:pathLst>
                <a:path w="3156584" h="500379">
                  <a:moveTo>
                    <a:pt x="513207" y="0"/>
                  </a:moveTo>
                  <a:lnTo>
                    <a:pt x="953770" y="0"/>
                  </a:lnTo>
                  <a:lnTo>
                    <a:pt x="1614551" y="0"/>
                  </a:lnTo>
                  <a:lnTo>
                    <a:pt x="3156458" y="0"/>
                  </a:lnTo>
                  <a:lnTo>
                    <a:pt x="3156458" y="83337"/>
                  </a:lnTo>
                  <a:lnTo>
                    <a:pt x="3156458" y="208356"/>
                  </a:lnTo>
                  <a:lnTo>
                    <a:pt x="3156458" y="500059"/>
                  </a:lnTo>
                  <a:lnTo>
                    <a:pt x="1614551" y="500059"/>
                  </a:lnTo>
                  <a:lnTo>
                    <a:pt x="953770" y="500059"/>
                  </a:lnTo>
                  <a:lnTo>
                    <a:pt x="513207" y="500059"/>
                  </a:lnTo>
                  <a:lnTo>
                    <a:pt x="513207" y="208356"/>
                  </a:lnTo>
                  <a:lnTo>
                    <a:pt x="0" y="29171"/>
                  </a:lnTo>
                  <a:lnTo>
                    <a:pt x="513207" y="83337"/>
                  </a:lnTo>
                  <a:lnTo>
                    <a:pt x="513207" y="0"/>
                  </a:lnTo>
                  <a:close/>
                </a:path>
              </a:pathLst>
            </a:custGeom>
            <a:ln w="25400">
              <a:solidFill>
                <a:srgbClr val="FFFFFF"/>
              </a:solidFill>
            </a:ln>
          </p:spPr>
          <p:txBody>
            <a:bodyPr wrap="square" lIns="0" tIns="0" rIns="0" bIns="0" rtlCol="0"/>
            <a:lstStyle/>
            <a:p>
              <a:endParaRPr/>
            </a:p>
          </p:txBody>
        </p:sp>
      </p:grpSp>
      <p:sp>
        <p:nvSpPr>
          <p:cNvPr id="80" name="object 80"/>
          <p:cNvSpPr txBox="1"/>
          <p:nvPr/>
        </p:nvSpPr>
        <p:spPr>
          <a:xfrm>
            <a:off x="6837426" y="6429247"/>
            <a:ext cx="182689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Arial"/>
                <a:cs typeface="Arial"/>
              </a:rPr>
              <a:t>Procurement</a:t>
            </a:r>
            <a:r>
              <a:rPr sz="1200" spc="-50" dirty="0">
                <a:latin typeface="Arial"/>
                <a:cs typeface="Arial"/>
              </a:rPr>
              <a:t> </a:t>
            </a:r>
            <a:r>
              <a:rPr sz="1200" spc="-10" dirty="0">
                <a:latin typeface="Arial"/>
                <a:cs typeface="Arial"/>
              </a:rPr>
              <a:t>Management</a:t>
            </a:r>
            <a:endParaRPr sz="1200">
              <a:latin typeface="Arial"/>
              <a:cs typeface="Arial"/>
            </a:endParaRPr>
          </a:p>
        </p:txBody>
      </p:sp>
    </p:spTree>
    <p:extLst>
      <p:ext uri="{BB962C8B-B14F-4D97-AF65-F5344CB8AC3E}">
        <p14:creationId xmlns:p14="http://schemas.microsoft.com/office/powerpoint/2010/main" val="30494814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DDA1DED8-1EAC-4EA5-91E8-BE60BE0ABB09}"/>
              </a:ext>
            </a:extLst>
          </p:cNvPr>
          <p:cNvSpPr>
            <a:spLocks noGrp="1"/>
          </p:cNvSpPr>
          <p:nvPr>
            <p:ph type="sldNum" sz="quarter" idx="12"/>
          </p:nvPr>
        </p:nvSpPr>
        <p:spPr/>
        <p:txBody>
          <a:bodyPr/>
          <a:lstStyle/>
          <a:p>
            <a:fld id="{9EA0BE3B-158A-4EDF-80DC-E394A0D1600F}" type="slidenum">
              <a:rPr lang="en-US" smtClean="0"/>
              <a:pPr/>
              <a:t>9</a:t>
            </a:fld>
            <a:endParaRPr lang="en-US" dirty="0"/>
          </a:p>
        </p:txBody>
      </p:sp>
      <p:sp>
        <p:nvSpPr>
          <p:cNvPr id="47107" name="Rectangle 24"/>
          <p:cNvSpPr>
            <a:spLocks noGrp="1" noChangeArrowheads="1"/>
          </p:cNvSpPr>
          <p:nvPr>
            <p:ph type="title"/>
          </p:nvPr>
        </p:nvSpPr>
        <p:spPr/>
        <p:txBody>
          <a:bodyPr/>
          <a:lstStyle/>
          <a:p>
            <a:pPr eaLnBrk="1" hangingPunct="1"/>
            <a:r>
              <a:rPr lang="en-US" altLang="ja-JP" sz="3200" dirty="0" err="1" smtClean="0"/>
              <a:t>Lập</a:t>
            </a:r>
            <a:r>
              <a:rPr lang="en-US" altLang="ja-JP" sz="3200" dirty="0" smtClean="0"/>
              <a:t> kế </a:t>
            </a:r>
            <a:r>
              <a:rPr lang="en-US" altLang="ja-JP" sz="3200" dirty="0" err="1"/>
              <a:t>hoạch</a:t>
            </a:r>
            <a:r>
              <a:rPr lang="en-US" altLang="ja-JP" sz="3200" dirty="0"/>
              <a:t> </a:t>
            </a:r>
            <a:r>
              <a:rPr lang="en-US" altLang="ja-JP" sz="3200" dirty="0" err="1"/>
              <a:t>quản</a:t>
            </a:r>
            <a:r>
              <a:rPr lang="en-US" altLang="ja-JP" sz="3200" dirty="0"/>
              <a:t> </a:t>
            </a:r>
            <a:r>
              <a:rPr lang="en-US" altLang="ja-JP" sz="3200" dirty="0" err="1" smtClean="0"/>
              <a:t>trị</a:t>
            </a:r>
            <a:r>
              <a:rPr lang="en-US" altLang="ja-JP" sz="3200" dirty="0" smtClean="0"/>
              <a:t> </a:t>
            </a:r>
            <a:r>
              <a:rPr lang="en-US" altLang="ja-JP" sz="3200" dirty="0" err="1" smtClean="0"/>
              <a:t>dự</a:t>
            </a:r>
            <a:r>
              <a:rPr lang="en-US" altLang="ja-JP" sz="3200" dirty="0" smtClean="0"/>
              <a:t> án (v)</a:t>
            </a:r>
            <a:endParaRPr lang="en-US" altLang="ja-JP" sz="3200" dirty="0"/>
          </a:p>
        </p:txBody>
      </p:sp>
      <p:sp>
        <p:nvSpPr>
          <p:cNvPr id="47108" name="AutoShape 25"/>
          <p:cNvSpPr>
            <a:spLocks/>
          </p:cNvSpPr>
          <p:nvPr/>
        </p:nvSpPr>
        <p:spPr bwMode="auto">
          <a:xfrm>
            <a:off x="5486400" y="904964"/>
            <a:ext cx="381000" cy="5334000"/>
          </a:xfrm>
          <a:prstGeom prst="rightBrace">
            <a:avLst>
              <a:gd name="adj1" fmla="val 116667"/>
              <a:gd name="adj2" fmla="val 50000"/>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ja-JP" altLang="en-US"/>
          </a:p>
        </p:txBody>
      </p:sp>
      <p:sp>
        <p:nvSpPr>
          <p:cNvPr id="47109" name="Text Box 26"/>
          <p:cNvSpPr txBox="1">
            <a:spLocks noChangeArrowheads="1"/>
          </p:cNvSpPr>
          <p:nvPr/>
        </p:nvSpPr>
        <p:spPr bwMode="auto">
          <a:xfrm>
            <a:off x="6096000" y="2971800"/>
            <a:ext cx="2590800" cy="120032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r>
              <a:rPr lang="en-US" altLang="ja-JP" sz="2400" b="1"/>
              <a:t>Lập kế hoạch để quản lý 9 loại thông tin</a:t>
            </a:r>
          </a:p>
        </p:txBody>
      </p:sp>
      <p:graphicFrame>
        <p:nvGraphicFramePr>
          <p:cNvPr id="2" name="Diagram 1">
            <a:extLst>
              <a:ext uri="{FF2B5EF4-FFF2-40B4-BE49-F238E27FC236}">
                <a16:creationId xmlns:a16="http://schemas.microsoft.com/office/drawing/2014/main" xmlns="" id="{B226EEEB-7AE4-40B5-8E81-12FB26BA82E0}"/>
              </a:ext>
            </a:extLst>
          </p:cNvPr>
          <p:cNvGraphicFramePr/>
          <p:nvPr>
            <p:extLst>
              <p:ext uri="{D42A27DB-BD31-4B8C-83A1-F6EECF244321}">
                <p14:modId xmlns:p14="http://schemas.microsoft.com/office/powerpoint/2010/main" val="469439320"/>
              </p:ext>
            </p:extLst>
          </p:nvPr>
        </p:nvGraphicFramePr>
        <p:xfrm>
          <a:off x="258763" y="838200"/>
          <a:ext cx="5608637" cy="5486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 </a:t>
            </a:r>
            <a:r>
              <a:rPr lang="en-US" dirty="0" err="1" smtClean="0"/>
              <a:t>Lập</a:t>
            </a:r>
            <a:r>
              <a:rPr lang="en-US" dirty="0" smtClean="0"/>
              <a:t> kế </a:t>
            </a:r>
            <a:r>
              <a:rPr lang="en-US" dirty="0" err="1" smtClean="0"/>
              <a:t>hoạch</a:t>
            </a:r>
            <a:r>
              <a:rPr lang="en-US" dirty="0" smtClean="0"/>
              <a:t> </a:t>
            </a:r>
            <a:r>
              <a:rPr lang="en-US" dirty="0" err="1" smtClean="0"/>
              <a:t>Quản</a:t>
            </a:r>
            <a:r>
              <a:rPr lang="en-US" dirty="0" smtClean="0"/>
              <a:t> </a:t>
            </a:r>
            <a:r>
              <a:rPr lang="en-US" dirty="0" err="1" smtClean="0"/>
              <a:t>lý</a:t>
            </a:r>
            <a:r>
              <a:rPr lang="en-US" dirty="0" smtClean="0"/>
              <a:t> </a:t>
            </a:r>
            <a:r>
              <a:rPr lang="en-US" dirty="0" err="1" smtClean="0"/>
              <a:t>tích</a:t>
            </a:r>
            <a:r>
              <a:rPr lang="en-US" dirty="0" smtClean="0"/>
              <a:t> </a:t>
            </a:r>
            <a:r>
              <a:rPr lang="en-US" dirty="0" err="1" smtClean="0"/>
              <a:t>hợp</a:t>
            </a:r>
            <a:endParaRPr lang="en-US" dirty="0"/>
          </a:p>
        </p:txBody>
      </p:sp>
      <p:sp>
        <p:nvSpPr>
          <p:cNvPr id="3" name="Text Placeholder 2"/>
          <p:cNvSpPr>
            <a:spLocks noGrp="1"/>
          </p:cNvSpPr>
          <p:nvPr>
            <p:ph type="body" sz="quarter" idx="13"/>
          </p:nvPr>
        </p:nvSpPr>
        <p:spPr/>
        <p:txBody>
          <a:bodyPr/>
          <a:lstStyle/>
          <a:p>
            <a:endParaRPr lang="en-US"/>
          </a:p>
        </p:txBody>
      </p:sp>
      <p:sp>
        <p:nvSpPr>
          <p:cNvPr id="4" name="Slide Number Placeholder 3"/>
          <p:cNvSpPr>
            <a:spLocks noGrp="1"/>
          </p:cNvSpPr>
          <p:nvPr>
            <p:ph type="sldNum" sz="quarter" idx="12"/>
          </p:nvPr>
        </p:nvSpPr>
        <p:spPr/>
        <p:txBody>
          <a:bodyPr/>
          <a:lstStyle/>
          <a:p>
            <a:fld id="{9EA0BE3B-158A-4EDF-80DC-E394A0D1600F}" type="slidenum">
              <a:rPr lang="en-US" smtClean="0"/>
              <a:pPr/>
              <a:t>10</a:t>
            </a:fld>
            <a:endParaRPr lang="en-US" dirty="0"/>
          </a:p>
        </p:txBody>
      </p:sp>
    </p:spTree>
    <p:extLst>
      <p:ext uri="{BB962C8B-B14F-4D97-AF65-F5344CB8AC3E}">
        <p14:creationId xmlns:p14="http://schemas.microsoft.com/office/powerpoint/2010/main" val="32788332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117221"/>
            <a:ext cx="8072119" cy="1553194"/>
          </a:xfrm>
          <a:prstGeom prst="rect">
            <a:avLst/>
          </a:prstGeom>
        </p:spPr>
        <p:txBody>
          <a:bodyPr vert="horz" wrap="square" lIns="0" tIns="562813" rIns="0" bIns="0" rtlCol="0">
            <a:spAutoFit/>
          </a:bodyPr>
          <a:lstStyle/>
          <a:p>
            <a:pPr marL="241300">
              <a:lnSpc>
                <a:spcPct val="100000"/>
              </a:lnSpc>
              <a:spcBef>
                <a:spcPts val="105"/>
              </a:spcBef>
            </a:pPr>
            <a:r>
              <a:rPr dirty="0" smtClean="0"/>
              <a:t>Project</a:t>
            </a:r>
            <a:r>
              <a:rPr spc="-75" dirty="0" smtClean="0"/>
              <a:t> </a:t>
            </a:r>
            <a:r>
              <a:rPr dirty="0"/>
              <a:t>integration</a:t>
            </a:r>
            <a:r>
              <a:rPr spc="-50" dirty="0"/>
              <a:t> </a:t>
            </a:r>
            <a:r>
              <a:rPr spc="-20" dirty="0" smtClean="0"/>
              <a:t>plan</a:t>
            </a:r>
            <a:r>
              <a:rPr lang="en-US" spc="-20" dirty="0" smtClean="0"/>
              <a:t> – </a:t>
            </a:r>
            <a:r>
              <a:rPr lang="en-US" spc="-20" dirty="0" err="1" smtClean="0"/>
              <a:t>Lập</a:t>
            </a:r>
            <a:r>
              <a:rPr lang="en-US" spc="-20" dirty="0" smtClean="0"/>
              <a:t> kế </a:t>
            </a:r>
            <a:r>
              <a:rPr lang="en-US" spc="-20" dirty="0" err="1" smtClean="0"/>
              <a:t>hoạch</a:t>
            </a:r>
            <a:r>
              <a:rPr lang="en-US" spc="-20" dirty="0" smtClean="0"/>
              <a:t> </a:t>
            </a:r>
            <a:r>
              <a:rPr lang="en-US" spc="-20" dirty="0" err="1" smtClean="0"/>
              <a:t>tích</a:t>
            </a:r>
            <a:r>
              <a:rPr lang="en-US" spc="-20" dirty="0" smtClean="0"/>
              <a:t> </a:t>
            </a:r>
            <a:r>
              <a:rPr lang="en-US" spc="-20" dirty="0" err="1" smtClean="0"/>
              <a:t>hợp</a:t>
            </a:r>
            <a:endParaRPr spc="-20" dirty="0"/>
          </a:p>
        </p:txBody>
      </p:sp>
      <p:grpSp>
        <p:nvGrpSpPr>
          <p:cNvPr id="3" name="object 3"/>
          <p:cNvGrpSpPr/>
          <p:nvPr/>
        </p:nvGrpSpPr>
        <p:grpSpPr>
          <a:xfrm>
            <a:off x="731837" y="3408362"/>
            <a:ext cx="1516380" cy="660400"/>
            <a:chOff x="731837" y="3408362"/>
            <a:chExt cx="1516380" cy="660400"/>
          </a:xfrm>
        </p:grpSpPr>
        <p:sp>
          <p:nvSpPr>
            <p:cNvPr id="4" name="object 4"/>
            <p:cNvSpPr/>
            <p:nvPr/>
          </p:nvSpPr>
          <p:spPr>
            <a:xfrm>
              <a:off x="736600" y="3413125"/>
              <a:ext cx="1506855" cy="650875"/>
            </a:xfrm>
            <a:custGeom>
              <a:avLst/>
              <a:gdLst/>
              <a:ahLst/>
              <a:cxnLst/>
              <a:rect l="l" t="t" r="r" b="b"/>
              <a:pathLst>
                <a:path w="1506855" h="650875">
                  <a:moveTo>
                    <a:pt x="1506601" y="0"/>
                  </a:moveTo>
                  <a:lnTo>
                    <a:pt x="0" y="0"/>
                  </a:lnTo>
                  <a:lnTo>
                    <a:pt x="0" y="650875"/>
                  </a:lnTo>
                  <a:lnTo>
                    <a:pt x="1506601" y="650875"/>
                  </a:lnTo>
                  <a:lnTo>
                    <a:pt x="1506601" y="0"/>
                  </a:lnTo>
                  <a:close/>
                </a:path>
              </a:pathLst>
            </a:custGeom>
            <a:solidFill>
              <a:srgbClr val="FF99FF"/>
            </a:solidFill>
          </p:spPr>
          <p:txBody>
            <a:bodyPr wrap="square" lIns="0" tIns="0" rIns="0" bIns="0" rtlCol="0"/>
            <a:lstStyle/>
            <a:p>
              <a:endParaRPr/>
            </a:p>
          </p:txBody>
        </p:sp>
        <p:sp>
          <p:nvSpPr>
            <p:cNvPr id="5" name="object 5"/>
            <p:cNvSpPr/>
            <p:nvPr/>
          </p:nvSpPr>
          <p:spPr>
            <a:xfrm>
              <a:off x="736600" y="3413125"/>
              <a:ext cx="1506855" cy="650875"/>
            </a:xfrm>
            <a:custGeom>
              <a:avLst/>
              <a:gdLst/>
              <a:ahLst/>
              <a:cxnLst/>
              <a:rect l="l" t="t" r="r" b="b"/>
              <a:pathLst>
                <a:path w="1506855" h="650875">
                  <a:moveTo>
                    <a:pt x="0" y="650875"/>
                  </a:moveTo>
                  <a:lnTo>
                    <a:pt x="1506601" y="650875"/>
                  </a:lnTo>
                  <a:lnTo>
                    <a:pt x="1506601" y="0"/>
                  </a:lnTo>
                  <a:lnTo>
                    <a:pt x="0" y="0"/>
                  </a:lnTo>
                  <a:lnTo>
                    <a:pt x="0" y="650875"/>
                  </a:lnTo>
                  <a:close/>
                </a:path>
              </a:pathLst>
            </a:custGeom>
            <a:ln w="9524">
              <a:solidFill>
                <a:srgbClr val="000000"/>
              </a:solidFill>
            </a:ln>
          </p:spPr>
          <p:txBody>
            <a:bodyPr wrap="square" lIns="0" tIns="0" rIns="0" bIns="0" rtlCol="0"/>
            <a:lstStyle/>
            <a:p>
              <a:endParaRPr/>
            </a:p>
          </p:txBody>
        </p:sp>
      </p:grpSp>
      <p:sp>
        <p:nvSpPr>
          <p:cNvPr id="6" name="object 6"/>
          <p:cNvSpPr txBox="1"/>
          <p:nvPr/>
        </p:nvSpPr>
        <p:spPr>
          <a:xfrm>
            <a:off x="736600" y="3413125"/>
            <a:ext cx="1506855" cy="650875"/>
          </a:xfrm>
          <a:prstGeom prst="rect">
            <a:avLst/>
          </a:prstGeom>
        </p:spPr>
        <p:txBody>
          <a:bodyPr vert="horz" wrap="square" lIns="0" tIns="45720" rIns="0" bIns="0" rtlCol="0">
            <a:spAutoFit/>
          </a:bodyPr>
          <a:lstStyle/>
          <a:p>
            <a:pPr marL="224154" marR="215265" indent="154940">
              <a:lnSpc>
                <a:spcPct val="100000"/>
              </a:lnSpc>
              <a:spcBef>
                <a:spcPts val="360"/>
              </a:spcBef>
            </a:pPr>
            <a:r>
              <a:rPr sz="1800" b="1" spc="-10" dirty="0">
                <a:latin typeface="Tahoma"/>
                <a:cs typeface="Tahoma"/>
              </a:rPr>
              <a:t>Define Activities</a:t>
            </a:r>
            <a:endParaRPr sz="1800">
              <a:latin typeface="Tahoma"/>
              <a:cs typeface="Tahoma"/>
            </a:endParaRPr>
          </a:p>
        </p:txBody>
      </p:sp>
      <p:grpSp>
        <p:nvGrpSpPr>
          <p:cNvPr id="7" name="object 7"/>
          <p:cNvGrpSpPr/>
          <p:nvPr/>
        </p:nvGrpSpPr>
        <p:grpSpPr>
          <a:xfrm>
            <a:off x="2357437" y="4999037"/>
            <a:ext cx="2240280" cy="660400"/>
            <a:chOff x="2357437" y="4999037"/>
            <a:chExt cx="2240280" cy="660400"/>
          </a:xfrm>
        </p:grpSpPr>
        <p:sp>
          <p:nvSpPr>
            <p:cNvPr id="8" name="object 8"/>
            <p:cNvSpPr/>
            <p:nvPr/>
          </p:nvSpPr>
          <p:spPr>
            <a:xfrm>
              <a:off x="2362200" y="5003800"/>
              <a:ext cx="2230755" cy="650875"/>
            </a:xfrm>
            <a:custGeom>
              <a:avLst/>
              <a:gdLst/>
              <a:ahLst/>
              <a:cxnLst/>
              <a:rect l="l" t="t" r="r" b="b"/>
              <a:pathLst>
                <a:path w="2230754" h="650875">
                  <a:moveTo>
                    <a:pt x="2230501" y="0"/>
                  </a:moveTo>
                  <a:lnTo>
                    <a:pt x="0" y="0"/>
                  </a:lnTo>
                  <a:lnTo>
                    <a:pt x="0" y="650875"/>
                  </a:lnTo>
                  <a:lnTo>
                    <a:pt x="2230501" y="650875"/>
                  </a:lnTo>
                  <a:lnTo>
                    <a:pt x="2230501" y="0"/>
                  </a:lnTo>
                  <a:close/>
                </a:path>
              </a:pathLst>
            </a:custGeom>
            <a:solidFill>
              <a:srgbClr val="FF99FF"/>
            </a:solidFill>
          </p:spPr>
          <p:txBody>
            <a:bodyPr wrap="square" lIns="0" tIns="0" rIns="0" bIns="0" rtlCol="0"/>
            <a:lstStyle/>
            <a:p>
              <a:endParaRPr/>
            </a:p>
          </p:txBody>
        </p:sp>
        <p:sp>
          <p:nvSpPr>
            <p:cNvPr id="9" name="object 9"/>
            <p:cNvSpPr/>
            <p:nvPr/>
          </p:nvSpPr>
          <p:spPr>
            <a:xfrm>
              <a:off x="2362200" y="5003800"/>
              <a:ext cx="2230755" cy="650875"/>
            </a:xfrm>
            <a:custGeom>
              <a:avLst/>
              <a:gdLst/>
              <a:ahLst/>
              <a:cxnLst/>
              <a:rect l="l" t="t" r="r" b="b"/>
              <a:pathLst>
                <a:path w="2230754" h="650875">
                  <a:moveTo>
                    <a:pt x="0" y="650875"/>
                  </a:moveTo>
                  <a:lnTo>
                    <a:pt x="2230501" y="650875"/>
                  </a:lnTo>
                  <a:lnTo>
                    <a:pt x="2230501" y="0"/>
                  </a:lnTo>
                  <a:lnTo>
                    <a:pt x="0" y="0"/>
                  </a:lnTo>
                  <a:lnTo>
                    <a:pt x="0" y="650875"/>
                  </a:lnTo>
                  <a:close/>
                </a:path>
              </a:pathLst>
            </a:custGeom>
            <a:ln w="9525">
              <a:solidFill>
                <a:srgbClr val="000000"/>
              </a:solidFill>
            </a:ln>
          </p:spPr>
          <p:txBody>
            <a:bodyPr wrap="square" lIns="0" tIns="0" rIns="0" bIns="0" rtlCol="0"/>
            <a:lstStyle/>
            <a:p>
              <a:endParaRPr/>
            </a:p>
          </p:txBody>
        </p:sp>
      </p:grpSp>
      <p:sp>
        <p:nvSpPr>
          <p:cNvPr id="10" name="object 10"/>
          <p:cNvSpPr txBox="1"/>
          <p:nvPr/>
        </p:nvSpPr>
        <p:spPr>
          <a:xfrm>
            <a:off x="2362200" y="5003800"/>
            <a:ext cx="2230755" cy="650875"/>
          </a:xfrm>
          <a:prstGeom prst="rect">
            <a:avLst/>
          </a:prstGeom>
        </p:spPr>
        <p:txBody>
          <a:bodyPr vert="horz" wrap="square" lIns="0" tIns="46355" rIns="0" bIns="0" rtlCol="0">
            <a:spAutoFit/>
          </a:bodyPr>
          <a:lstStyle/>
          <a:p>
            <a:pPr marL="552450" marR="136525" indent="-407034">
              <a:lnSpc>
                <a:spcPct val="100000"/>
              </a:lnSpc>
              <a:spcBef>
                <a:spcPts val="365"/>
              </a:spcBef>
            </a:pPr>
            <a:r>
              <a:rPr sz="1800" b="1" dirty="0">
                <a:latin typeface="Tahoma"/>
                <a:cs typeface="Tahoma"/>
              </a:rPr>
              <a:t>Estimate</a:t>
            </a:r>
            <a:r>
              <a:rPr sz="1800" b="1" spc="-30" dirty="0">
                <a:latin typeface="Tahoma"/>
                <a:cs typeface="Tahoma"/>
              </a:rPr>
              <a:t> </a:t>
            </a:r>
            <a:r>
              <a:rPr sz="1800" b="1" spc="-10" dirty="0">
                <a:latin typeface="Tahoma"/>
                <a:cs typeface="Tahoma"/>
              </a:rPr>
              <a:t>Activity Durations</a:t>
            </a:r>
            <a:endParaRPr sz="1800">
              <a:latin typeface="Tahoma"/>
              <a:cs typeface="Tahoma"/>
            </a:endParaRPr>
          </a:p>
        </p:txBody>
      </p:sp>
      <p:grpSp>
        <p:nvGrpSpPr>
          <p:cNvPr id="11" name="object 11"/>
          <p:cNvGrpSpPr/>
          <p:nvPr/>
        </p:nvGrpSpPr>
        <p:grpSpPr>
          <a:xfrm>
            <a:off x="2433637" y="5929312"/>
            <a:ext cx="2097405" cy="660400"/>
            <a:chOff x="2433637" y="5929312"/>
            <a:chExt cx="2097405" cy="660400"/>
          </a:xfrm>
        </p:grpSpPr>
        <p:sp>
          <p:nvSpPr>
            <p:cNvPr id="12" name="object 12"/>
            <p:cNvSpPr/>
            <p:nvPr/>
          </p:nvSpPr>
          <p:spPr>
            <a:xfrm>
              <a:off x="2438400" y="5934075"/>
              <a:ext cx="2087880" cy="650875"/>
            </a:xfrm>
            <a:custGeom>
              <a:avLst/>
              <a:gdLst/>
              <a:ahLst/>
              <a:cxnLst/>
              <a:rect l="l" t="t" r="r" b="b"/>
              <a:pathLst>
                <a:path w="2087879" h="650875">
                  <a:moveTo>
                    <a:pt x="2087626" y="0"/>
                  </a:moveTo>
                  <a:lnTo>
                    <a:pt x="0" y="0"/>
                  </a:lnTo>
                  <a:lnTo>
                    <a:pt x="0" y="650875"/>
                  </a:lnTo>
                  <a:lnTo>
                    <a:pt x="2087626" y="650875"/>
                  </a:lnTo>
                  <a:lnTo>
                    <a:pt x="2087626" y="0"/>
                  </a:lnTo>
                  <a:close/>
                </a:path>
              </a:pathLst>
            </a:custGeom>
            <a:solidFill>
              <a:srgbClr val="FF99FF"/>
            </a:solidFill>
          </p:spPr>
          <p:txBody>
            <a:bodyPr wrap="square" lIns="0" tIns="0" rIns="0" bIns="0" rtlCol="0"/>
            <a:lstStyle/>
            <a:p>
              <a:endParaRPr/>
            </a:p>
          </p:txBody>
        </p:sp>
        <p:sp>
          <p:nvSpPr>
            <p:cNvPr id="13" name="object 13"/>
            <p:cNvSpPr/>
            <p:nvPr/>
          </p:nvSpPr>
          <p:spPr>
            <a:xfrm>
              <a:off x="2438400" y="5934075"/>
              <a:ext cx="2087880" cy="650875"/>
            </a:xfrm>
            <a:custGeom>
              <a:avLst/>
              <a:gdLst/>
              <a:ahLst/>
              <a:cxnLst/>
              <a:rect l="l" t="t" r="r" b="b"/>
              <a:pathLst>
                <a:path w="2087879" h="650875">
                  <a:moveTo>
                    <a:pt x="0" y="650875"/>
                  </a:moveTo>
                  <a:lnTo>
                    <a:pt x="2087626" y="650875"/>
                  </a:lnTo>
                  <a:lnTo>
                    <a:pt x="2087626" y="0"/>
                  </a:lnTo>
                  <a:lnTo>
                    <a:pt x="0" y="0"/>
                  </a:lnTo>
                  <a:lnTo>
                    <a:pt x="0" y="650875"/>
                  </a:lnTo>
                  <a:close/>
                </a:path>
              </a:pathLst>
            </a:custGeom>
            <a:ln w="9525">
              <a:solidFill>
                <a:srgbClr val="000000"/>
              </a:solidFill>
            </a:ln>
          </p:spPr>
          <p:txBody>
            <a:bodyPr wrap="square" lIns="0" tIns="0" rIns="0" bIns="0" rtlCol="0"/>
            <a:lstStyle/>
            <a:p>
              <a:endParaRPr/>
            </a:p>
          </p:txBody>
        </p:sp>
      </p:grpSp>
      <p:sp>
        <p:nvSpPr>
          <p:cNvPr id="14" name="object 14"/>
          <p:cNvSpPr txBox="1"/>
          <p:nvPr/>
        </p:nvSpPr>
        <p:spPr>
          <a:xfrm>
            <a:off x="2438400" y="5934075"/>
            <a:ext cx="2087880" cy="650875"/>
          </a:xfrm>
          <a:prstGeom prst="rect">
            <a:avLst/>
          </a:prstGeom>
        </p:spPr>
        <p:txBody>
          <a:bodyPr vert="horz" wrap="square" lIns="0" tIns="46355" rIns="0" bIns="0" rtlCol="0">
            <a:spAutoFit/>
          </a:bodyPr>
          <a:lstStyle/>
          <a:p>
            <a:pPr marL="523240" marR="514984" indent="54610">
              <a:lnSpc>
                <a:spcPct val="100000"/>
              </a:lnSpc>
              <a:spcBef>
                <a:spcPts val="365"/>
              </a:spcBef>
            </a:pPr>
            <a:r>
              <a:rPr sz="1800" b="1" spc="-10" dirty="0">
                <a:latin typeface="Tahoma"/>
                <a:cs typeface="Tahoma"/>
              </a:rPr>
              <a:t>Develop Schedule</a:t>
            </a:r>
            <a:endParaRPr sz="1800">
              <a:latin typeface="Tahoma"/>
              <a:cs typeface="Tahoma"/>
            </a:endParaRPr>
          </a:p>
        </p:txBody>
      </p:sp>
      <p:grpSp>
        <p:nvGrpSpPr>
          <p:cNvPr id="15" name="object 15"/>
          <p:cNvGrpSpPr/>
          <p:nvPr/>
        </p:nvGrpSpPr>
        <p:grpSpPr>
          <a:xfrm>
            <a:off x="6846887" y="2246312"/>
            <a:ext cx="2168525" cy="660400"/>
            <a:chOff x="6846887" y="2246312"/>
            <a:chExt cx="2168525" cy="660400"/>
          </a:xfrm>
        </p:grpSpPr>
        <p:sp>
          <p:nvSpPr>
            <p:cNvPr id="16" name="object 16"/>
            <p:cNvSpPr/>
            <p:nvPr/>
          </p:nvSpPr>
          <p:spPr>
            <a:xfrm>
              <a:off x="6851650" y="2251075"/>
              <a:ext cx="2159000" cy="650875"/>
            </a:xfrm>
            <a:custGeom>
              <a:avLst/>
              <a:gdLst/>
              <a:ahLst/>
              <a:cxnLst/>
              <a:rect l="l" t="t" r="r" b="b"/>
              <a:pathLst>
                <a:path w="2159000" h="650875">
                  <a:moveTo>
                    <a:pt x="2159000" y="0"/>
                  </a:moveTo>
                  <a:lnTo>
                    <a:pt x="0" y="0"/>
                  </a:lnTo>
                  <a:lnTo>
                    <a:pt x="0" y="650875"/>
                  </a:lnTo>
                  <a:lnTo>
                    <a:pt x="2159000" y="650875"/>
                  </a:lnTo>
                  <a:lnTo>
                    <a:pt x="2159000" y="0"/>
                  </a:lnTo>
                  <a:close/>
                </a:path>
              </a:pathLst>
            </a:custGeom>
            <a:solidFill>
              <a:srgbClr val="FF9933"/>
            </a:solidFill>
          </p:spPr>
          <p:txBody>
            <a:bodyPr wrap="square" lIns="0" tIns="0" rIns="0" bIns="0" rtlCol="0"/>
            <a:lstStyle/>
            <a:p>
              <a:endParaRPr/>
            </a:p>
          </p:txBody>
        </p:sp>
        <p:sp>
          <p:nvSpPr>
            <p:cNvPr id="17" name="object 17"/>
            <p:cNvSpPr/>
            <p:nvPr/>
          </p:nvSpPr>
          <p:spPr>
            <a:xfrm>
              <a:off x="6851650" y="2251075"/>
              <a:ext cx="2159000" cy="650875"/>
            </a:xfrm>
            <a:custGeom>
              <a:avLst/>
              <a:gdLst/>
              <a:ahLst/>
              <a:cxnLst/>
              <a:rect l="l" t="t" r="r" b="b"/>
              <a:pathLst>
                <a:path w="2159000" h="650875">
                  <a:moveTo>
                    <a:pt x="0" y="650875"/>
                  </a:moveTo>
                  <a:lnTo>
                    <a:pt x="2159000" y="650875"/>
                  </a:lnTo>
                  <a:lnTo>
                    <a:pt x="2159000" y="0"/>
                  </a:lnTo>
                  <a:lnTo>
                    <a:pt x="0" y="0"/>
                  </a:lnTo>
                  <a:lnTo>
                    <a:pt x="0" y="650875"/>
                  </a:lnTo>
                  <a:close/>
                </a:path>
              </a:pathLst>
            </a:custGeom>
            <a:ln w="9525">
              <a:solidFill>
                <a:srgbClr val="000000"/>
              </a:solidFill>
            </a:ln>
          </p:spPr>
          <p:txBody>
            <a:bodyPr wrap="square" lIns="0" tIns="0" rIns="0" bIns="0" rtlCol="0"/>
            <a:lstStyle/>
            <a:p>
              <a:endParaRPr/>
            </a:p>
          </p:txBody>
        </p:sp>
      </p:grpSp>
      <p:sp>
        <p:nvSpPr>
          <p:cNvPr id="18" name="object 18"/>
          <p:cNvSpPr txBox="1"/>
          <p:nvPr/>
        </p:nvSpPr>
        <p:spPr>
          <a:xfrm>
            <a:off x="7169911" y="2284221"/>
            <a:ext cx="1524635" cy="574040"/>
          </a:xfrm>
          <a:prstGeom prst="rect">
            <a:avLst/>
          </a:prstGeom>
        </p:spPr>
        <p:txBody>
          <a:bodyPr vert="horz" wrap="square" lIns="0" tIns="12700" rIns="0" bIns="0" rtlCol="0">
            <a:spAutoFit/>
          </a:bodyPr>
          <a:lstStyle/>
          <a:p>
            <a:pPr marL="12700" marR="5080" indent="220979">
              <a:lnSpc>
                <a:spcPct val="100000"/>
              </a:lnSpc>
              <a:spcBef>
                <a:spcPts val="100"/>
              </a:spcBef>
            </a:pPr>
            <a:r>
              <a:rPr sz="1800" b="1" dirty="0">
                <a:latin typeface="Tahoma"/>
                <a:cs typeface="Tahoma"/>
              </a:rPr>
              <a:t>Plan</a:t>
            </a:r>
            <a:r>
              <a:rPr sz="1800" b="1" spc="-35" dirty="0">
                <a:latin typeface="Tahoma"/>
                <a:cs typeface="Tahoma"/>
              </a:rPr>
              <a:t> </a:t>
            </a:r>
            <a:r>
              <a:rPr sz="1800" b="1" spc="-20" dirty="0">
                <a:latin typeface="Tahoma"/>
                <a:cs typeface="Tahoma"/>
              </a:rPr>
              <a:t>Risk </a:t>
            </a:r>
            <a:r>
              <a:rPr sz="1800" b="1" spc="-10" dirty="0">
                <a:latin typeface="Tahoma"/>
                <a:cs typeface="Tahoma"/>
              </a:rPr>
              <a:t>Management</a:t>
            </a:r>
            <a:endParaRPr sz="1800">
              <a:latin typeface="Tahoma"/>
              <a:cs typeface="Tahoma"/>
            </a:endParaRPr>
          </a:p>
        </p:txBody>
      </p:sp>
      <p:grpSp>
        <p:nvGrpSpPr>
          <p:cNvPr id="19" name="object 19"/>
          <p:cNvGrpSpPr/>
          <p:nvPr/>
        </p:nvGrpSpPr>
        <p:grpSpPr>
          <a:xfrm>
            <a:off x="2454338" y="3408298"/>
            <a:ext cx="2097405" cy="935355"/>
            <a:chOff x="2454338" y="3408298"/>
            <a:chExt cx="2097405" cy="935355"/>
          </a:xfrm>
        </p:grpSpPr>
        <p:sp>
          <p:nvSpPr>
            <p:cNvPr id="20" name="object 20"/>
            <p:cNvSpPr/>
            <p:nvPr/>
          </p:nvSpPr>
          <p:spPr>
            <a:xfrm>
              <a:off x="2459101" y="3413061"/>
              <a:ext cx="2087880" cy="925830"/>
            </a:xfrm>
            <a:custGeom>
              <a:avLst/>
              <a:gdLst/>
              <a:ahLst/>
              <a:cxnLst/>
              <a:rect l="l" t="t" r="r" b="b"/>
              <a:pathLst>
                <a:path w="2087879" h="925829">
                  <a:moveTo>
                    <a:pt x="2087499" y="0"/>
                  </a:moveTo>
                  <a:lnTo>
                    <a:pt x="0" y="0"/>
                  </a:lnTo>
                  <a:lnTo>
                    <a:pt x="0" y="925512"/>
                  </a:lnTo>
                  <a:lnTo>
                    <a:pt x="2087499" y="925512"/>
                  </a:lnTo>
                  <a:lnTo>
                    <a:pt x="2087499" y="0"/>
                  </a:lnTo>
                  <a:close/>
                </a:path>
              </a:pathLst>
            </a:custGeom>
            <a:solidFill>
              <a:srgbClr val="FF99FF"/>
            </a:solidFill>
          </p:spPr>
          <p:txBody>
            <a:bodyPr wrap="square" lIns="0" tIns="0" rIns="0" bIns="0" rtlCol="0"/>
            <a:lstStyle/>
            <a:p>
              <a:endParaRPr/>
            </a:p>
          </p:txBody>
        </p:sp>
        <p:sp>
          <p:nvSpPr>
            <p:cNvPr id="21" name="object 21"/>
            <p:cNvSpPr/>
            <p:nvPr/>
          </p:nvSpPr>
          <p:spPr>
            <a:xfrm>
              <a:off x="2459101" y="3413061"/>
              <a:ext cx="2087880" cy="925830"/>
            </a:xfrm>
            <a:custGeom>
              <a:avLst/>
              <a:gdLst/>
              <a:ahLst/>
              <a:cxnLst/>
              <a:rect l="l" t="t" r="r" b="b"/>
              <a:pathLst>
                <a:path w="2087879" h="925829">
                  <a:moveTo>
                    <a:pt x="0" y="925512"/>
                  </a:moveTo>
                  <a:lnTo>
                    <a:pt x="2087499" y="925512"/>
                  </a:lnTo>
                  <a:lnTo>
                    <a:pt x="2087499" y="0"/>
                  </a:lnTo>
                  <a:lnTo>
                    <a:pt x="0" y="0"/>
                  </a:lnTo>
                  <a:lnTo>
                    <a:pt x="0" y="925512"/>
                  </a:lnTo>
                  <a:close/>
                </a:path>
              </a:pathLst>
            </a:custGeom>
            <a:ln w="9525">
              <a:solidFill>
                <a:srgbClr val="000000"/>
              </a:solidFill>
            </a:ln>
          </p:spPr>
          <p:txBody>
            <a:bodyPr wrap="square" lIns="0" tIns="0" rIns="0" bIns="0" rtlCol="0"/>
            <a:lstStyle/>
            <a:p>
              <a:endParaRPr/>
            </a:p>
          </p:txBody>
        </p:sp>
      </p:grpSp>
      <p:sp>
        <p:nvSpPr>
          <p:cNvPr id="22" name="object 22"/>
          <p:cNvSpPr txBox="1"/>
          <p:nvPr/>
        </p:nvSpPr>
        <p:spPr>
          <a:xfrm>
            <a:off x="2899917" y="3446526"/>
            <a:ext cx="1205230" cy="848360"/>
          </a:xfrm>
          <a:prstGeom prst="rect">
            <a:avLst/>
          </a:prstGeom>
        </p:spPr>
        <p:txBody>
          <a:bodyPr vert="horz" wrap="square" lIns="0" tIns="12700" rIns="0" bIns="0" rtlCol="0">
            <a:spAutoFit/>
          </a:bodyPr>
          <a:lstStyle/>
          <a:p>
            <a:pPr marL="12065" marR="5080" algn="ctr">
              <a:lnSpc>
                <a:spcPct val="100000"/>
              </a:lnSpc>
              <a:spcBef>
                <a:spcPts val="100"/>
              </a:spcBef>
            </a:pPr>
            <a:r>
              <a:rPr sz="1800" b="1" spc="-10" dirty="0">
                <a:latin typeface="Tahoma"/>
                <a:cs typeface="Tahoma"/>
              </a:rPr>
              <a:t>Estimate Activity Resources</a:t>
            </a:r>
            <a:endParaRPr sz="1800">
              <a:latin typeface="Tahoma"/>
              <a:cs typeface="Tahoma"/>
            </a:endParaRPr>
          </a:p>
        </p:txBody>
      </p:sp>
      <p:grpSp>
        <p:nvGrpSpPr>
          <p:cNvPr id="23" name="object 23"/>
          <p:cNvGrpSpPr/>
          <p:nvPr/>
        </p:nvGrpSpPr>
        <p:grpSpPr>
          <a:xfrm>
            <a:off x="731837" y="4999037"/>
            <a:ext cx="1516380" cy="660400"/>
            <a:chOff x="731837" y="4999037"/>
            <a:chExt cx="1516380" cy="660400"/>
          </a:xfrm>
        </p:grpSpPr>
        <p:sp>
          <p:nvSpPr>
            <p:cNvPr id="24" name="object 24"/>
            <p:cNvSpPr/>
            <p:nvPr/>
          </p:nvSpPr>
          <p:spPr>
            <a:xfrm>
              <a:off x="736600" y="5003800"/>
              <a:ext cx="1506855" cy="650875"/>
            </a:xfrm>
            <a:custGeom>
              <a:avLst/>
              <a:gdLst/>
              <a:ahLst/>
              <a:cxnLst/>
              <a:rect l="l" t="t" r="r" b="b"/>
              <a:pathLst>
                <a:path w="1506855" h="650875">
                  <a:moveTo>
                    <a:pt x="1506601" y="0"/>
                  </a:moveTo>
                  <a:lnTo>
                    <a:pt x="0" y="0"/>
                  </a:lnTo>
                  <a:lnTo>
                    <a:pt x="0" y="650875"/>
                  </a:lnTo>
                  <a:lnTo>
                    <a:pt x="1506601" y="650875"/>
                  </a:lnTo>
                  <a:lnTo>
                    <a:pt x="1506601" y="0"/>
                  </a:lnTo>
                  <a:close/>
                </a:path>
              </a:pathLst>
            </a:custGeom>
            <a:solidFill>
              <a:srgbClr val="FF99FF"/>
            </a:solidFill>
          </p:spPr>
          <p:txBody>
            <a:bodyPr wrap="square" lIns="0" tIns="0" rIns="0" bIns="0" rtlCol="0"/>
            <a:lstStyle/>
            <a:p>
              <a:endParaRPr/>
            </a:p>
          </p:txBody>
        </p:sp>
        <p:sp>
          <p:nvSpPr>
            <p:cNvPr id="25" name="object 25"/>
            <p:cNvSpPr/>
            <p:nvPr/>
          </p:nvSpPr>
          <p:spPr>
            <a:xfrm>
              <a:off x="736600" y="5003800"/>
              <a:ext cx="1506855" cy="650875"/>
            </a:xfrm>
            <a:custGeom>
              <a:avLst/>
              <a:gdLst/>
              <a:ahLst/>
              <a:cxnLst/>
              <a:rect l="l" t="t" r="r" b="b"/>
              <a:pathLst>
                <a:path w="1506855" h="650875">
                  <a:moveTo>
                    <a:pt x="0" y="650875"/>
                  </a:moveTo>
                  <a:lnTo>
                    <a:pt x="1506601" y="650875"/>
                  </a:lnTo>
                  <a:lnTo>
                    <a:pt x="1506601" y="0"/>
                  </a:lnTo>
                  <a:lnTo>
                    <a:pt x="0" y="0"/>
                  </a:lnTo>
                  <a:lnTo>
                    <a:pt x="0" y="650875"/>
                  </a:lnTo>
                  <a:close/>
                </a:path>
              </a:pathLst>
            </a:custGeom>
            <a:ln w="9524">
              <a:solidFill>
                <a:srgbClr val="000000"/>
              </a:solidFill>
            </a:ln>
          </p:spPr>
          <p:txBody>
            <a:bodyPr wrap="square" lIns="0" tIns="0" rIns="0" bIns="0" rtlCol="0"/>
            <a:lstStyle/>
            <a:p>
              <a:endParaRPr/>
            </a:p>
          </p:txBody>
        </p:sp>
      </p:grpSp>
      <p:sp>
        <p:nvSpPr>
          <p:cNvPr id="26" name="object 26"/>
          <p:cNvSpPr txBox="1"/>
          <p:nvPr/>
        </p:nvSpPr>
        <p:spPr>
          <a:xfrm>
            <a:off x="736600" y="5003800"/>
            <a:ext cx="1506855" cy="650875"/>
          </a:xfrm>
          <a:prstGeom prst="rect">
            <a:avLst/>
          </a:prstGeom>
        </p:spPr>
        <p:txBody>
          <a:bodyPr vert="horz" wrap="square" lIns="0" tIns="46355" rIns="0" bIns="0" rtlCol="0">
            <a:spAutoFit/>
          </a:bodyPr>
          <a:lstStyle/>
          <a:p>
            <a:pPr marL="224154" marR="191770" indent="-26034">
              <a:lnSpc>
                <a:spcPct val="100000"/>
              </a:lnSpc>
              <a:spcBef>
                <a:spcPts val="365"/>
              </a:spcBef>
            </a:pPr>
            <a:r>
              <a:rPr sz="1800" b="1" spc="-10" dirty="0">
                <a:latin typeface="Tahoma"/>
                <a:cs typeface="Tahoma"/>
              </a:rPr>
              <a:t>Sequence Activities</a:t>
            </a:r>
            <a:endParaRPr sz="1800">
              <a:latin typeface="Tahoma"/>
              <a:cs typeface="Tahoma"/>
            </a:endParaRPr>
          </a:p>
        </p:txBody>
      </p:sp>
      <p:grpSp>
        <p:nvGrpSpPr>
          <p:cNvPr id="27" name="object 27"/>
          <p:cNvGrpSpPr/>
          <p:nvPr/>
        </p:nvGrpSpPr>
        <p:grpSpPr>
          <a:xfrm>
            <a:off x="1333500" y="2481326"/>
            <a:ext cx="5518150" cy="3460750"/>
            <a:chOff x="1333500" y="2481326"/>
            <a:chExt cx="5518150" cy="3460750"/>
          </a:xfrm>
        </p:grpSpPr>
        <p:sp>
          <p:nvSpPr>
            <p:cNvPr id="28" name="object 28"/>
            <p:cNvSpPr/>
            <p:nvPr/>
          </p:nvSpPr>
          <p:spPr>
            <a:xfrm>
              <a:off x="1333500" y="2481325"/>
              <a:ext cx="5518150" cy="3460750"/>
            </a:xfrm>
            <a:custGeom>
              <a:avLst/>
              <a:gdLst/>
              <a:ahLst/>
              <a:cxnLst/>
              <a:rect l="l" t="t" r="r" b="b"/>
              <a:pathLst>
                <a:path w="5518150" h="3460750">
                  <a:moveTo>
                    <a:pt x="76200" y="2436749"/>
                  </a:moveTo>
                  <a:lnTo>
                    <a:pt x="44450" y="2436749"/>
                  </a:lnTo>
                  <a:lnTo>
                    <a:pt x="44450" y="1598549"/>
                  </a:lnTo>
                  <a:lnTo>
                    <a:pt x="31750" y="1598549"/>
                  </a:lnTo>
                  <a:lnTo>
                    <a:pt x="31750" y="2436749"/>
                  </a:lnTo>
                  <a:lnTo>
                    <a:pt x="0" y="2436749"/>
                  </a:lnTo>
                  <a:lnTo>
                    <a:pt x="38100" y="2512949"/>
                  </a:lnTo>
                  <a:lnTo>
                    <a:pt x="69850" y="2449449"/>
                  </a:lnTo>
                  <a:lnTo>
                    <a:pt x="76200" y="2436749"/>
                  </a:lnTo>
                  <a:close/>
                </a:path>
                <a:path w="5518150" h="3460750">
                  <a:moveTo>
                    <a:pt x="1640967" y="232664"/>
                  </a:moveTo>
                  <a:lnTo>
                    <a:pt x="1635633" y="221234"/>
                  </a:lnTo>
                  <a:lnTo>
                    <a:pt x="256667" y="874382"/>
                  </a:lnTo>
                  <a:lnTo>
                    <a:pt x="243078" y="845693"/>
                  </a:lnTo>
                  <a:lnTo>
                    <a:pt x="190500" y="912749"/>
                  </a:lnTo>
                  <a:lnTo>
                    <a:pt x="275717" y="914527"/>
                  </a:lnTo>
                  <a:lnTo>
                    <a:pt x="264693" y="891286"/>
                  </a:lnTo>
                  <a:lnTo>
                    <a:pt x="262102" y="885825"/>
                  </a:lnTo>
                  <a:lnTo>
                    <a:pt x="1640967" y="232664"/>
                  </a:lnTo>
                  <a:close/>
                </a:path>
                <a:path w="5518150" h="3460750">
                  <a:moveTo>
                    <a:pt x="1816100" y="2512949"/>
                  </a:moveTo>
                  <a:lnTo>
                    <a:pt x="1798777" y="2487168"/>
                  </a:lnTo>
                  <a:lnTo>
                    <a:pt x="1768602" y="2442210"/>
                  </a:lnTo>
                  <a:lnTo>
                    <a:pt x="1752930" y="2469832"/>
                  </a:lnTo>
                  <a:lnTo>
                    <a:pt x="206375" y="1592961"/>
                  </a:lnTo>
                  <a:lnTo>
                    <a:pt x="200025" y="1604010"/>
                  </a:lnTo>
                  <a:lnTo>
                    <a:pt x="1746643" y="2480919"/>
                  </a:lnTo>
                  <a:lnTo>
                    <a:pt x="1731010" y="2508504"/>
                  </a:lnTo>
                  <a:lnTo>
                    <a:pt x="1816100" y="2512949"/>
                  </a:lnTo>
                  <a:close/>
                </a:path>
                <a:path w="5518150" h="3460750">
                  <a:moveTo>
                    <a:pt x="2039874" y="3432111"/>
                  </a:moveTo>
                  <a:lnTo>
                    <a:pt x="2037791" y="3430740"/>
                  </a:lnTo>
                  <a:lnTo>
                    <a:pt x="1968868" y="3385083"/>
                  </a:lnTo>
                  <a:lnTo>
                    <a:pt x="1965058" y="3416617"/>
                  </a:lnTo>
                  <a:lnTo>
                    <a:pt x="96012" y="3189274"/>
                  </a:lnTo>
                  <a:lnTo>
                    <a:pt x="94488" y="3201873"/>
                  </a:lnTo>
                  <a:lnTo>
                    <a:pt x="1963534" y="3429216"/>
                  </a:lnTo>
                  <a:lnTo>
                    <a:pt x="1959737" y="3460724"/>
                  </a:lnTo>
                  <a:lnTo>
                    <a:pt x="2039874" y="3432111"/>
                  </a:lnTo>
                  <a:close/>
                </a:path>
                <a:path w="5518150" h="3460750">
                  <a:moveTo>
                    <a:pt x="2171700" y="2436749"/>
                  </a:moveTo>
                  <a:lnTo>
                    <a:pt x="2139950" y="2436749"/>
                  </a:lnTo>
                  <a:lnTo>
                    <a:pt x="2139950" y="1855724"/>
                  </a:lnTo>
                  <a:lnTo>
                    <a:pt x="2127250" y="1855724"/>
                  </a:lnTo>
                  <a:lnTo>
                    <a:pt x="2127250" y="2436749"/>
                  </a:lnTo>
                  <a:lnTo>
                    <a:pt x="2095500" y="2436749"/>
                  </a:lnTo>
                  <a:lnTo>
                    <a:pt x="2133600" y="2512949"/>
                  </a:lnTo>
                  <a:lnTo>
                    <a:pt x="2165350" y="2449449"/>
                  </a:lnTo>
                  <a:lnTo>
                    <a:pt x="2171700" y="2436749"/>
                  </a:lnTo>
                  <a:close/>
                </a:path>
                <a:path w="5518150" h="3460750">
                  <a:moveTo>
                    <a:pt x="2171700" y="836549"/>
                  </a:moveTo>
                  <a:lnTo>
                    <a:pt x="2139950" y="836549"/>
                  </a:lnTo>
                  <a:lnTo>
                    <a:pt x="2139950" y="192024"/>
                  </a:lnTo>
                  <a:lnTo>
                    <a:pt x="2127250" y="192024"/>
                  </a:lnTo>
                  <a:lnTo>
                    <a:pt x="2127250" y="836549"/>
                  </a:lnTo>
                  <a:lnTo>
                    <a:pt x="2095500" y="836549"/>
                  </a:lnTo>
                  <a:lnTo>
                    <a:pt x="2133600" y="912749"/>
                  </a:lnTo>
                  <a:lnTo>
                    <a:pt x="2165350" y="849249"/>
                  </a:lnTo>
                  <a:lnTo>
                    <a:pt x="2171700" y="836549"/>
                  </a:lnTo>
                  <a:close/>
                </a:path>
                <a:path w="5518150" h="3460750">
                  <a:moveTo>
                    <a:pt x="2243074" y="3381311"/>
                  </a:moveTo>
                  <a:lnTo>
                    <a:pt x="2211324" y="3381311"/>
                  </a:lnTo>
                  <a:lnTo>
                    <a:pt x="2211324" y="3182874"/>
                  </a:lnTo>
                  <a:lnTo>
                    <a:pt x="2198624" y="3182874"/>
                  </a:lnTo>
                  <a:lnTo>
                    <a:pt x="2198624" y="3381311"/>
                  </a:lnTo>
                  <a:lnTo>
                    <a:pt x="2166874" y="3381311"/>
                  </a:lnTo>
                  <a:lnTo>
                    <a:pt x="2204974" y="3457511"/>
                  </a:lnTo>
                  <a:lnTo>
                    <a:pt x="2236724" y="3394011"/>
                  </a:lnTo>
                  <a:lnTo>
                    <a:pt x="2243074" y="3381311"/>
                  </a:lnTo>
                  <a:close/>
                </a:path>
                <a:path w="5518150" h="3460750">
                  <a:moveTo>
                    <a:pt x="5509463" y="116586"/>
                  </a:moveTo>
                  <a:lnTo>
                    <a:pt x="5454523" y="116586"/>
                  </a:lnTo>
                  <a:lnTo>
                    <a:pt x="5441747" y="116586"/>
                  </a:lnTo>
                  <a:lnTo>
                    <a:pt x="5440553" y="147828"/>
                  </a:lnTo>
                  <a:lnTo>
                    <a:pt x="5509463" y="116586"/>
                  </a:lnTo>
                  <a:close/>
                </a:path>
                <a:path w="5518150" h="3460750">
                  <a:moveTo>
                    <a:pt x="5518150" y="112649"/>
                  </a:moveTo>
                  <a:lnTo>
                    <a:pt x="5443474" y="71755"/>
                  </a:lnTo>
                  <a:lnTo>
                    <a:pt x="5442255" y="103416"/>
                  </a:lnTo>
                  <a:lnTo>
                    <a:pt x="2662428" y="0"/>
                  </a:lnTo>
                  <a:lnTo>
                    <a:pt x="2662047" y="12573"/>
                  </a:lnTo>
                  <a:lnTo>
                    <a:pt x="5441759" y="116116"/>
                  </a:lnTo>
                  <a:lnTo>
                    <a:pt x="5454535" y="116116"/>
                  </a:lnTo>
                  <a:lnTo>
                    <a:pt x="5510504" y="116116"/>
                  </a:lnTo>
                  <a:lnTo>
                    <a:pt x="5518150" y="112649"/>
                  </a:lnTo>
                  <a:close/>
                </a:path>
              </a:pathLst>
            </a:custGeom>
            <a:solidFill>
              <a:srgbClr val="000000"/>
            </a:solidFill>
          </p:spPr>
          <p:txBody>
            <a:bodyPr wrap="square" lIns="0" tIns="0" rIns="0" bIns="0" rtlCol="0"/>
            <a:lstStyle/>
            <a:p>
              <a:endParaRPr/>
            </a:p>
          </p:txBody>
        </p:sp>
        <p:sp>
          <p:nvSpPr>
            <p:cNvPr id="29" name="object 29"/>
            <p:cNvSpPr/>
            <p:nvPr/>
          </p:nvSpPr>
          <p:spPr>
            <a:xfrm>
              <a:off x="4691126" y="3433699"/>
              <a:ext cx="1297305" cy="650875"/>
            </a:xfrm>
            <a:custGeom>
              <a:avLst/>
              <a:gdLst/>
              <a:ahLst/>
              <a:cxnLst/>
              <a:rect l="l" t="t" r="r" b="b"/>
              <a:pathLst>
                <a:path w="1297304" h="650875">
                  <a:moveTo>
                    <a:pt x="1296924" y="0"/>
                  </a:moveTo>
                  <a:lnTo>
                    <a:pt x="0" y="0"/>
                  </a:lnTo>
                  <a:lnTo>
                    <a:pt x="0" y="650875"/>
                  </a:lnTo>
                  <a:lnTo>
                    <a:pt x="1296924" y="650875"/>
                  </a:lnTo>
                  <a:lnTo>
                    <a:pt x="1296924" y="0"/>
                  </a:lnTo>
                  <a:close/>
                </a:path>
              </a:pathLst>
            </a:custGeom>
            <a:solidFill>
              <a:srgbClr val="0066FF">
                <a:alpha val="30195"/>
              </a:srgbClr>
            </a:solidFill>
          </p:spPr>
          <p:txBody>
            <a:bodyPr wrap="square" lIns="0" tIns="0" rIns="0" bIns="0" rtlCol="0"/>
            <a:lstStyle/>
            <a:p>
              <a:endParaRPr/>
            </a:p>
          </p:txBody>
        </p:sp>
        <p:sp>
          <p:nvSpPr>
            <p:cNvPr id="30" name="object 30"/>
            <p:cNvSpPr/>
            <p:nvPr/>
          </p:nvSpPr>
          <p:spPr>
            <a:xfrm>
              <a:off x="4691126" y="3433699"/>
              <a:ext cx="1297305" cy="650875"/>
            </a:xfrm>
            <a:custGeom>
              <a:avLst/>
              <a:gdLst/>
              <a:ahLst/>
              <a:cxnLst/>
              <a:rect l="l" t="t" r="r" b="b"/>
              <a:pathLst>
                <a:path w="1297304" h="650875">
                  <a:moveTo>
                    <a:pt x="0" y="650875"/>
                  </a:moveTo>
                  <a:lnTo>
                    <a:pt x="1296924" y="650875"/>
                  </a:lnTo>
                  <a:lnTo>
                    <a:pt x="1296924" y="0"/>
                  </a:lnTo>
                  <a:lnTo>
                    <a:pt x="0" y="0"/>
                  </a:lnTo>
                  <a:lnTo>
                    <a:pt x="0" y="650875"/>
                  </a:lnTo>
                  <a:close/>
                </a:path>
              </a:pathLst>
            </a:custGeom>
            <a:ln w="9525">
              <a:solidFill>
                <a:srgbClr val="000000"/>
              </a:solidFill>
            </a:ln>
          </p:spPr>
          <p:txBody>
            <a:bodyPr wrap="square" lIns="0" tIns="0" rIns="0" bIns="0" rtlCol="0"/>
            <a:lstStyle/>
            <a:p>
              <a:endParaRPr/>
            </a:p>
          </p:txBody>
        </p:sp>
      </p:grpSp>
      <p:sp>
        <p:nvSpPr>
          <p:cNvPr id="31" name="object 31"/>
          <p:cNvSpPr txBox="1"/>
          <p:nvPr/>
        </p:nvSpPr>
        <p:spPr>
          <a:xfrm>
            <a:off x="4691126" y="3433698"/>
            <a:ext cx="1297305" cy="650875"/>
          </a:xfrm>
          <a:prstGeom prst="rect">
            <a:avLst/>
          </a:prstGeom>
        </p:spPr>
        <p:txBody>
          <a:bodyPr vert="horz" wrap="square" lIns="0" tIns="45720" rIns="0" bIns="0" rtlCol="0">
            <a:spAutoFit/>
          </a:bodyPr>
          <a:lstStyle/>
          <a:p>
            <a:pPr marL="337820" marR="136525" indent="-192405">
              <a:lnSpc>
                <a:spcPct val="100000"/>
              </a:lnSpc>
              <a:spcBef>
                <a:spcPts val="360"/>
              </a:spcBef>
            </a:pPr>
            <a:r>
              <a:rPr sz="1800" b="1" spc="-10" dirty="0">
                <a:latin typeface="Tahoma"/>
                <a:cs typeface="Tahoma"/>
              </a:rPr>
              <a:t>Estimate Costs</a:t>
            </a:r>
            <a:endParaRPr sz="1800">
              <a:latin typeface="Tahoma"/>
              <a:cs typeface="Tahoma"/>
            </a:endParaRPr>
          </a:p>
        </p:txBody>
      </p:sp>
      <p:grpSp>
        <p:nvGrpSpPr>
          <p:cNvPr id="32" name="object 32"/>
          <p:cNvGrpSpPr/>
          <p:nvPr/>
        </p:nvGrpSpPr>
        <p:grpSpPr>
          <a:xfrm>
            <a:off x="3848100" y="2659888"/>
            <a:ext cx="5185410" cy="2322195"/>
            <a:chOff x="3848100" y="2659888"/>
            <a:chExt cx="5185410" cy="2322195"/>
          </a:xfrm>
        </p:grpSpPr>
        <p:sp>
          <p:nvSpPr>
            <p:cNvPr id="33" name="object 33"/>
            <p:cNvSpPr/>
            <p:nvPr/>
          </p:nvSpPr>
          <p:spPr>
            <a:xfrm>
              <a:off x="3848100" y="2659887"/>
              <a:ext cx="1539875" cy="2322195"/>
            </a:xfrm>
            <a:custGeom>
              <a:avLst/>
              <a:gdLst/>
              <a:ahLst/>
              <a:cxnLst/>
              <a:rect l="l" t="t" r="r" b="b"/>
              <a:pathLst>
                <a:path w="1539875" h="2322195">
                  <a:moveTo>
                    <a:pt x="1460500" y="772287"/>
                  </a:moveTo>
                  <a:lnTo>
                    <a:pt x="1443202" y="747522"/>
                  </a:lnTo>
                  <a:lnTo>
                    <a:pt x="1411732" y="702437"/>
                  </a:lnTo>
                  <a:lnTo>
                    <a:pt x="1396619" y="730275"/>
                  </a:lnTo>
                  <a:lnTo>
                    <a:pt x="53848" y="0"/>
                  </a:lnTo>
                  <a:lnTo>
                    <a:pt x="47752" y="11049"/>
                  </a:lnTo>
                  <a:lnTo>
                    <a:pt x="1390548" y="741464"/>
                  </a:lnTo>
                  <a:lnTo>
                    <a:pt x="1375410" y="769366"/>
                  </a:lnTo>
                  <a:lnTo>
                    <a:pt x="1460500" y="772287"/>
                  </a:lnTo>
                  <a:close/>
                </a:path>
                <a:path w="1539875" h="2322195">
                  <a:moveTo>
                    <a:pt x="1539875" y="1425448"/>
                  </a:moveTo>
                  <a:lnTo>
                    <a:pt x="1533525" y="1414526"/>
                  </a:lnTo>
                  <a:lnTo>
                    <a:pt x="62509" y="2277668"/>
                  </a:lnTo>
                  <a:lnTo>
                    <a:pt x="46482" y="2250313"/>
                  </a:lnTo>
                  <a:lnTo>
                    <a:pt x="0" y="2321687"/>
                  </a:lnTo>
                  <a:lnTo>
                    <a:pt x="84963" y="2315972"/>
                  </a:lnTo>
                  <a:lnTo>
                    <a:pt x="72669" y="2295017"/>
                  </a:lnTo>
                  <a:lnTo>
                    <a:pt x="68922" y="2288629"/>
                  </a:lnTo>
                  <a:lnTo>
                    <a:pt x="1539875" y="1425448"/>
                  </a:lnTo>
                  <a:close/>
                </a:path>
              </a:pathLst>
            </a:custGeom>
            <a:solidFill>
              <a:srgbClr val="000000"/>
            </a:solidFill>
          </p:spPr>
          <p:txBody>
            <a:bodyPr wrap="square" lIns="0" tIns="0" rIns="0" bIns="0" rtlCol="0"/>
            <a:lstStyle/>
            <a:p>
              <a:endParaRPr/>
            </a:p>
          </p:txBody>
        </p:sp>
        <p:sp>
          <p:nvSpPr>
            <p:cNvPr id="34" name="object 34"/>
            <p:cNvSpPr/>
            <p:nvPr/>
          </p:nvSpPr>
          <p:spPr>
            <a:xfrm>
              <a:off x="7315200" y="3413125"/>
              <a:ext cx="1713230" cy="1200150"/>
            </a:xfrm>
            <a:custGeom>
              <a:avLst/>
              <a:gdLst/>
              <a:ahLst/>
              <a:cxnLst/>
              <a:rect l="l" t="t" r="r" b="b"/>
              <a:pathLst>
                <a:path w="1713229" h="1200150">
                  <a:moveTo>
                    <a:pt x="1712976" y="0"/>
                  </a:moveTo>
                  <a:lnTo>
                    <a:pt x="0" y="0"/>
                  </a:lnTo>
                  <a:lnTo>
                    <a:pt x="0" y="1200150"/>
                  </a:lnTo>
                  <a:lnTo>
                    <a:pt x="1712976" y="1200150"/>
                  </a:lnTo>
                  <a:lnTo>
                    <a:pt x="1712976" y="0"/>
                  </a:lnTo>
                  <a:close/>
                </a:path>
              </a:pathLst>
            </a:custGeom>
            <a:solidFill>
              <a:srgbClr val="FFFF00"/>
            </a:solidFill>
          </p:spPr>
          <p:txBody>
            <a:bodyPr wrap="square" lIns="0" tIns="0" rIns="0" bIns="0" rtlCol="0"/>
            <a:lstStyle/>
            <a:p>
              <a:endParaRPr/>
            </a:p>
          </p:txBody>
        </p:sp>
        <p:sp>
          <p:nvSpPr>
            <p:cNvPr id="35" name="object 35"/>
            <p:cNvSpPr/>
            <p:nvPr/>
          </p:nvSpPr>
          <p:spPr>
            <a:xfrm>
              <a:off x="7315200" y="3413125"/>
              <a:ext cx="1713230" cy="1200150"/>
            </a:xfrm>
            <a:custGeom>
              <a:avLst/>
              <a:gdLst/>
              <a:ahLst/>
              <a:cxnLst/>
              <a:rect l="l" t="t" r="r" b="b"/>
              <a:pathLst>
                <a:path w="1713229" h="1200150">
                  <a:moveTo>
                    <a:pt x="0" y="1200150"/>
                  </a:moveTo>
                  <a:lnTo>
                    <a:pt x="1712976" y="1200150"/>
                  </a:lnTo>
                  <a:lnTo>
                    <a:pt x="1712976" y="0"/>
                  </a:lnTo>
                  <a:lnTo>
                    <a:pt x="0" y="0"/>
                  </a:lnTo>
                  <a:lnTo>
                    <a:pt x="0" y="1200150"/>
                  </a:lnTo>
                  <a:close/>
                </a:path>
              </a:pathLst>
            </a:custGeom>
            <a:ln w="9525">
              <a:solidFill>
                <a:srgbClr val="000000"/>
              </a:solidFill>
            </a:ln>
          </p:spPr>
          <p:txBody>
            <a:bodyPr wrap="square" lIns="0" tIns="0" rIns="0" bIns="0" rtlCol="0"/>
            <a:lstStyle/>
            <a:p>
              <a:endParaRPr/>
            </a:p>
          </p:txBody>
        </p:sp>
      </p:grpSp>
      <p:sp>
        <p:nvSpPr>
          <p:cNvPr id="36" name="object 36"/>
          <p:cNvSpPr txBox="1"/>
          <p:nvPr/>
        </p:nvSpPr>
        <p:spPr>
          <a:xfrm>
            <a:off x="7628890" y="3446526"/>
            <a:ext cx="1087755" cy="1123315"/>
          </a:xfrm>
          <a:prstGeom prst="rect">
            <a:avLst/>
          </a:prstGeom>
        </p:spPr>
        <p:txBody>
          <a:bodyPr vert="horz" wrap="square" lIns="0" tIns="12700" rIns="0" bIns="0" rtlCol="0">
            <a:spAutoFit/>
          </a:bodyPr>
          <a:lstStyle/>
          <a:p>
            <a:pPr marL="12700" marR="5080" indent="635" algn="ctr">
              <a:lnSpc>
                <a:spcPct val="100000"/>
              </a:lnSpc>
              <a:spcBef>
                <a:spcPts val="100"/>
              </a:spcBef>
            </a:pPr>
            <a:r>
              <a:rPr sz="1800" b="1" spc="-10" dirty="0">
                <a:latin typeface="Tahoma"/>
                <a:cs typeface="Tahoma"/>
              </a:rPr>
              <a:t>Develop Human Resource </a:t>
            </a:r>
            <a:r>
              <a:rPr sz="1800" b="1" spc="-20" dirty="0">
                <a:latin typeface="Tahoma"/>
                <a:cs typeface="Tahoma"/>
              </a:rPr>
              <a:t>Plan</a:t>
            </a:r>
            <a:endParaRPr sz="1800">
              <a:latin typeface="Tahoma"/>
              <a:cs typeface="Tahoma"/>
            </a:endParaRPr>
          </a:p>
        </p:txBody>
      </p:sp>
      <p:grpSp>
        <p:nvGrpSpPr>
          <p:cNvPr id="37" name="object 37"/>
          <p:cNvGrpSpPr/>
          <p:nvPr/>
        </p:nvGrpSpPr>
        <p:grpSpPr>
          <a:xfrm>
            <a:off x="6054788" y="3408362"/>
            <a:ext cx="1160780" cy="660400"/>
            <a:chOff x="6054788" y="3408362"/>
            <a:chExt cx="1160780" cy="660400"/>
          </a:xfrm>
        </p:grpSpPr>
        <p:sp>
          <p:nvSpPr>
            <p:cNvPr id="38" name="object 38"/>
            <p:cNvSpPr/>
            <p:nvPr/>
          </p:nvSpPr>
          <p:spPr>
            <a:xfrm>
              <a:off x="6059551" y="3413125"/>
              <a:ext cx="1151255" cy="650875"/>
            </a:xfrm>
            <a:custGeom>
              <a:avLst/>
              <a:gdLst/>
              <a:ahLst/>
              <a:cxnLst/>
              <a:rect l="l" t="t" r="r" b="b"/>
              <a:pathLst>
                <a:path w="1151254" h="650875">
                  <a:moveTo>
                    <a:pt x="1150937" y="0"/>
                  </a:moveTo>
                  <a:lnTo>
                    <a:pt x="0" y="0"/>
                  </a:lnTo>
                  <a:lnTo>
                    <a:pt x="0" y="650875"/>
                  </a:lnTo>
                  <a:lnTo>
                    <a:pt x="1150937" y="650875"/>
                  </a:lnTo>
                  <a:lnTo>
                    <a:pt x="1150937" y="0"/>
                  </a:lnTo>
                  <a:close/>
                </a:path>
              </a:pathLst>
            </a:custGeom>
            <a:solidFill>
              <a:srgbClr val="FD8537"/>
            </a:solidFill>
          </p:spPr>
          <p:txBody>
            <a:bodyPr wrap="square" lIns="0" tIns="0" rIns="0" bIns="0" rtlCol="0"/>
            <a:lstStyle/>
            <a:p>
              <a:endParaRPr/>
            </a:p>
          </p:txBody>
        </p:sp>
        <p:sp>
          <p:nvSpPr>
            <p:cNvPr id="39" name="object 39"/>
            <p:cNvSpPr/>
            <p:nvPr/>
          </p:nvSpPr>
          <p:spPr>
            <a:xfrm>
              <a:off x="6059551" y="3413125"/>
              <a:ext cx="1151255" cy="650875"/>
            </a:xfrm>
            <a:custGeom>
              <a:avLst/>
              <a:gdLst/>
              <a:ahLst/>
              <a:cxnLst/>
              <a:rect l="l" t="t" r="r" b="b"/>
              <a:pathLst>
                <a:path w="1151254" h="650875">
                  <a:moveTo>
                    <a:pt x="0" y="650875"/>
                  </a:moveTo>
                  <a:lnTo>
                    <a:pt x="1150937" y="650875"/>
                  </a:lnTo>
                  <a:lnTo>
                    <a:pt x="1150937" y="0"/>
                  </a:lnTo>
                  <a:lnTo>
                    <a:pt x="0" y="0"/>
                  </a:lnTo>
                  <a:lnTo>
                    <a:pt x="0" y="650875"/>
                  </a:lnTo>
                  <a:close/>
                </a:path>
              </a:pathLst>
            </a:custGeom>
            <a:ln w="9525">
              <a:solidFill>
                <a:srgbClr val="000000"/>
              </a:solidFill>
            </a:ln>
          </p:spPr>
          <p:txBody>
            <a:bodyPr wrap="square" lIns="0" tIns="0" rIns="0" bIns="0" rtlCol="0"/>
            <a:lstStyle/>
            <a:p>
              <a:endParaRPr/>
            </a:p>
          </p:txBody>
        </p:sp>
      </p:grpSp>
      <p:sp>
        <p:nvSpPr>
          <p:cNvPr id="40" name="object 40"/>
          <p:cNvSpPr txBox="1"/>
          <p:nvPr/>
        </p:nvSpPr>
        <p:spPr>
          <a:xfrm>
            <a:off x="6059551" y="3413125"/>
            <a:ext cx="1151255" cy="650875"/>
          </a:xfrm>
          <a:prstGeom prst="rect">
            <a:avLst/>
          </a:prstGeom>
        </p:spPr>
        <p:txBody>
          <a:bodyPr vert="horz" wrap="square" lIns="0" tIns="45720" rIns="0" bIns="0" rtlCol="0">
            <a:spAutoFit/>
          </a:bodyPr>
          <a:lstStyle/>
          <a:p>
            <a:pPr marL="163830" marR="154940" indent="160020">
              <a:lnSpc>
                <a:spcPct val="100000"/>
              </a:lnSpc>
              <a:spcBef>
                <a:spcPts val="360"/>
              </a:spcBef>
            </a:pPr>
            <a:r>
              <a:rPr sz="1800" b="1" spc="-20" dirty="0">
                <a:latin typeface="Tahoma"/>
                <a:cs typeface="Tahoma"/>
              </a:rPr>
              <a:t>Plan </a:t>
            </a:r>
            <a:r>
              <a:rPr sz="1800" b="1" spc="-10" dirty="0">
                <a:latin typeface="Tahoma"/>
                <a:cs typeface="Tahoma"/>
              </a:rPr>
              <a:t>Quality</a:t>
            </a:r>
            <a:endParaRPr sz="1800">
              <a:latin typeface="Tahoma"/>
              <a:cs typeface="Tahoma"/>
            </a:endParaRPr>
          </a:p>
        </p:txBody>
      </p:sp>
      <p:grpSp>
        <p:nvGrpSpPr>
          <p:cNvPr id="41" name="object 41"/>
          <p:cNvGrpSpPr/>
          <p:nvPr/>
        </p:nvGrpSpPr>
        <p:grpSpPr>
          <a:xfrm>
            <a:off x="3968496" y="2532252"/>
            <a:ext cx="4185285" cy="2879725"/>
            <a:chOff x="3968496" y="2532252"/>
            <a:chExt cx="4185285" cy="2879725"/>
          </a:xfrm>
        </p:grpSpPr>
        <p:sp>
          <p:nvSpPr>
            <p:cNvPr id="42" name="object 42"/>
            <p:cNvSpPr/>
            <p:nvPr/>
          </p:nvSpPr>
          <p:spPr>
            <a:xfrm>
              <a:off x="3968496" y="2532252"/>
              <a:ext cx="4185285" cy="883919"/>
            </a:xfrm>
            <a:custGeom>
              <a:avLst/>
              <a:gdLst/>
              <a:ahLst/>
              <a:cxnLst/>
              <a:rect l="l" t="t" r="r" b="b"/>
              <a:pathLst>
                <a:path w="4185284" h="883920">
                  <a:moveTo>
                    <a:pt x="2584704" y="861822"/>
                  </a:moveTo>
                  <a:lnTo>
                    <a:pt x="2571445" y="849122"/>
                  </a:lnTo>
                  <a:lnTo>
                    <a:pt x="2523236" y="802894"/>
                  </a:lnTo>
                  <a:lnTo>
                    <a:pt x="2513812" y="833196"/>
                  </a:lnTo>
                  <a:lnTo>
                    <a:pt x="3683" y="55626"/>
                  </a:lnTo>
                  <a:lnTo>
                    <a:pt x="0" y="67818"/>
                  </a:lnTo>
                  <a:lnTo>
                    <a:pt x="2510040" y="845362"/>
                  </a:lnTo>
                  <a:lnTo>
                    <a:pt x="2500630" y="875665"/>
                  </a:lnTo>
                  <a:lnTo>
                    <a:pt x="2584704" y="861822"/>
                  </a:lnTo>
                  <a:close/>
                </a:path>
                <a:path w="4185284" h="883920">
                  <a:moveTo>
                    <a:pt x="4184904" y="861822"/>
                  </a:moveTo>
                  <a:lnTo>
                    <a:pt x="4176636" y="855345"/>
                  </a:lnTo>
                  <a:lnTo>
                    <a:pt x="4117848" y="809244"/>
                  </a:lnTo>
                  <a:lnTo>
                    <a:pt x="4111485" y="840359"/>
                  </a:lnTo>
                  <a:lnTo>
                    <a:pt x="11049" y="0"/>
                  </a:lnTo>
                  <a:lnTo>
                    <a:pt x="8509" y="12319"/>
                  </a:lnTo>
                  <a:lnTo>
                    <a:pt x="4108945" y="852792"/>
                  </a:lnTo>
                  <a:lnTo>
                    <a:pt x="4102608" y="883793"/>
                  </a:lnTo>
                  <a:lnTo>
                    <a:pt x="4184904" y="861822"/>
                  </a:lnTo>
                  <a:close/>
                </a:path>
              </a:pathLst>
            </a:custGeom>
            <a:solidFill>
              <a:srgbClr val="000000"/>
            </a:solidFill>
          </p:spPr>
          <p:txBody>
            <a:bodyPr wrap="square" lIns="0" tIns="0" rIns="0" bIns="0" rtlCol="0"/>
            <a:lstStyle/>
            <a:p>
              <a:endParaRPr/>
            </a:p>
          </p:txBody>
        </p:sp>
        <p:sp>
          <p:nvSpPr>
            <p:cNvPr id="43" name="object 43"/>
            <p:cNvSpPr/>
            <p:nvPr/>
          </p:nvSpPr>
          <p:spPr>
            <a:xfrm>
              <a:off x="4762500" y="4756150"/>
              <a:ext cx="1475105" cy="650875"/>
            </a:xfrm>
            <a:custGeom>
              <a:avLst/>
              <a:gdLst/>
              <a:ahLst/>
              <a:cxnLst/>
              <a:rect l="l" t="t" r="r" b="b"/>
              <a:pathLst>
                <a:path w="1475104" h="650875">
                  <a:moveTo>
                    <a:pt x="1474851" y="0"/>
                  </a:moveTo>
                  <a:lnTo>
                    <a:pt x="0" y="0"/>
                  </a:lnTo>
                  <a:lnTo>
                    <a:pt x="0" y="650875"/>
                  </a:lnTo>
                  <a:lnTo>
                    <a:pt x="1474851" y="650875"/>
                  </a:lnTo>
                  <a:lnTo>
                    <a:pt x="1474851" y="0"/>
                  </a:lnTo>
                  <a:close/>
                </a:path>
              </a:pathLst>
            </a:custGeom>
            <a:solidFill>
              <a:srgbClr val="0066FF">
                <a:alpha val="30195"/>
              </a:srgbClr>
            </a:solidFill>
          </p:spPr>
          <p:txBody>
            <a:bodyPr wrap="square" lIns="0" tIns="0" rIns="0" bIns="0" rtlCol="0"/>
            <a:lstStyle/>
            <a:p>
              <a:endParaRPr/>
            </a:p>
          </p:txBody>
        </p:sp>
        <p:sp>
          <p:nvSpPr>
            <p:cNvPr id="44" name="object 44"/>
            <p:cNvSpPr/>
            <p:nvPr/>
          </p:nvSpPr>
          <p:spPr>
            <a:xfrm>
              <a:off x="4762500" y="4756150"/>
              <a:ext cx="1475105" cy="650875"/>
            </a:xfrm>
            <a:custGeom>
              <a:avLst/>
              <a:gdLst/>
              <a:ahLst/>
              <a:cxnLst/>
              <a:rect l="l" t="t" r="r" b="b"/>
              <a:pathLst>
                <a:path w="1475104" h="650875">
                  <a:moveTo>
                    <a:pt x="0" y="650875"/>
                  </a:moveTo>
                  <a:lnTo>
                    <a:pt x="1474851" y="650875"/>
                  </a:lnTo>
                  <a:lnTo>
                    <a:pt x="1474851" y="0"/>
                  </a:lnTo>
                  <a:lnTo>
                    <a:pt x="0" y="0"/>
                  </a:lnTo>
                  <a:lnTo>
                    <a:pt x="0" y="650875"/>
                  </a:lnTo>
                  <a:close/>
                </a:path>
              </a:pathLst>
            </a:custGeom>
            <a:ln w="9525">
              <a:solidFill>
                <a:srgbClr val="000000"/>
              </a:solidFill>
            </a:ln>
          </p:spPr>
          <p:txBody>
            <a:bodyPr wrap="square" lIns="0" tIns="0" rIns="0" bIns="0" rtlCol="0"/>
            <a:lstStyle/>
            <a:p>
              <a:endParaRPr/>
            </a:p>
          </p:txBody>
        </p:sp>
      </p:grpSp>
      <p:sp>
        <p:nvSpPr>
          <p:cNvPr id="45" name="object 45"/>
          <p:cNvSpPr txBox="1"/>
          <p:nvPr/>
        </p:nvSpPr>
        <p:spPr>
          <a:xfrm>
            <a:off x="4762500" y="4756150"/>
            <a:ext cx="1475105" cy="650875"/>
          </a:xfrm>
          <a:prstGeom prst="rect">
            <a:avLst/>
          </a:prstGeom>
        </p:spPr>
        <p:txBody>
          <a:bodyPr vert="horz" wrap="square" lIns="0" tIns="45720" rIns="0" bIns="0" rtlCol="0">
            <a:spAutoFit/>
          </a:bodyPr>
          <a:lstStyle/>
          <a:p>
            <a:pPr marL="327025" marR="127000" indent="-193675">
              <a:lnSpc>
                <a:spcPct val="100000"/>
              </a:lnSpc>
              <a:spcBef>
                <a:spcPts val="360"/>
              </a:spcBef>
            </a:pPr>
            <a:r>
              <a:rPr sz="1800" b="1" spc="-10" dirty="0">
                <a:latin typeface="Tahoma"/>
                <a:cs typeface="Tahoma"/>
              </a:rPr>
              <a:t>Determine Budget</a:t>
            </a:r>
            <a:endParaRPr sz="1800">
              <a:latin typeface="Tahoma"/>
              <a:cs typeface="Tahoma"/>
            </a:endParaRPr>
          </a:p>
        </p:txBody>
      </p:sp>
      <p:grpSp>
        <p:nvGrpSpPr>
          <p:cNvPr id="46" name="object 46"/>
          <p:cNvGrpSpPr/>
          <p:nvPr/>
        </p:nvGrpSpPr>
        <p:grpSpPr>
          <a:xfrm>
            <a:off x="2784538" y="1290637"/>
            <a:ext cx="1335405" cy="660400"/>
            <a:chOff x="2784538" y="1290637"/>
            <a:chExt cx="1335405" cy="660400"/>
          </a:xfrm>
        </p:grpSpPr>
        <p:sp>
          <p:nvSpPr>
            <p:cNvPr id="47" name="object 47"/>
            <p:cNvSpPr/>
            <p:nvPr/>
          </p:nvSpPr>
          <p:spPr>
            <a:xfrm>
              <a:off x="2789301" y="1295400"/>
              <a:ext cx="1325880" cy="650875"/>
            </a:xfrm>
            <a:custGeom>
              <a:avLst/>
              <a:gdLst/>
              <a:ahLst/>
              <a:cxnLst/>
              <a:rect l="l" t="t" r="r" b="b"/>
              <a:pathLst>
                <a:path w="1325879" h="650875">
                  <a:moveTo>
                    <a:pt x="1325499" y="0"/>
                  </a:moveTo>
                  <a:lnTo>
                    <a:pt x="0" y="0"/>
                  </a:lnTo>
                  <a:lnTo>
                    <a:pt x="0" y="650875"/>
                  </a:lnTo>
                  <a:lnTo>
                    <a:pt x="1325499" y="650875"/>
                  </a:lnTo>
                  <a:lnTo>
                    <a:pt x="1325499" y="0"/>
                  </a:lnTo>
                  <a:close/>
                </a:path>
              </a:pathLst>
            </a:custGeom>
            <a:solidFill>
              <a:srgbClr val="66FF66"/>
            </a:solidFill>
          </p:spPr>
          <p:txBody>
            <a:bodyPr wrap="square" lIns="0" tIns="0" rIns="0" bIns="0" rtlCol="0"/>
            <a:lstStyle/>
            <a:p>
              <a:endParaRPr/>
            </a:p>
          </p:txBody>
        </p:sp>
        <p:sp>
          <p:nvSpPr>
            <p:cNvPr id="48" name="object 48"/>
            <p:cNvSpPr/>
            <p:nvPr/>
          </p:nvSpPr>
          <p:spPr>
            <a:xfrm>
              <a:off x="2789301" y="1295400"/>
              <a:ext cx="1325880" cy="650875"/>
            </a:xfrm>
            <a:custGeom>
              <a:avLst/>
              <a:gdLst/>
              <a:ahLst/>
              <a:cxnLst/>
              <a:rect l="l" t="t" r="r" b="b"/>
              <a:pathLst>
                <a:path w="1325879" h="650875">
                  <a:moveTo>
                    <a:pt x="0" y="650875"/>
                  </a:moveTo>
                  <a:lnTo>
                    <a:pt x="1325499" y="650875"/>
                  </a:lnTo>
                  <a:lnTo>
                    <a:pt x="1325499" y="0"/>
                  </a:lnTo>
                  <a:lnTo>
                    <a:pt x="0" y="0"/>
                  </a:lnTo>
                  <a:lnTo>
                    <a:pt x="0" y="650875"/>
                  </a:lnTo>
                  <a:close/>
                </a:path>
              </a:pathLst>
            </a:custGeom>
            <a:ln w="9525">
              <a:solidFill>
                <a:srgbClr val="000000"/>
              </a:solidFill>
            </a:ln>
          </p:spPr>
          <p:txBody>
            <a:bodyPr wrap="square" lIns="0" tIns="0" rIns="0" bIns="0" rtlCol="0"/>
            <a:lstStyle/>
            <a:p>
              <a:endParaRPr/>
            </a:p>
          </p:txBody>
        </p:sp>
      </p:grpSp>
      <p:grpSp>
        <p:nvGrpSpPr>
          <p:cNvPr id="49" name="object 49"/>
          <p:cNvGrpSpPr/>
          <p:nvPr/>
        </p:nvGrpSpPr>
        <p:grpSpPr>
          <a:xfrm>
            <a:off x="2776537" y="2055761"/>
            <a:ext cx="5305425" cy="4095115"/>
            <a:chOff x="2776537" y="2055761"/>
            <a:chExt cx="5305425" cy="4095115"/>
          </a:xfrm>
        </p:grpSpPr>
        <p:sp>
          <p:nvSpPr>
            <p:cNvPr id="50" name="object 50"/>
            <p:cNvSpPr/>
            <p:nvPr/>
          </p:nvSpPr>
          <p:spPr>
            <a:xfrm>
              <a:off x="5372100" y="4079875"/>
              <a:ext cx="76200" cy="660400"/>
            </a:xfrm>
            <a:custGeom>
              <a:avLst/>
              <a:gdLst/>
              <a:ahLst/>
              <a:cxnLst/>
              <a:rect l="l" t="t" r="r" b="b"/>
              <a:pathLst>
                <a:path w="76200" h="660400">
                  <a:moveTo>
                    <a:pt x="31750" y="584200"/>
                  </a:moveTo>
                  <a:lnTo>
                    <a:pt x="0" y="584200"/>
                  </a:lnTo>
                  <a:lnTo>
                    <a:pt x="38100" y="660400"/>
                  </a:lnTo>
                  <a:lnTo>
                    <a:pt x="69850" y="596900"/>
                  </a:lnTo>
                  <a:lnTo>
                    <a:pt x="31750" y="596900"/>
                  </a:lnTo>
                  <a:lnTo>
                    <a:pt x="31750" y="584200"/>
                  </a:lnTo>
                  <a:close/>
                </a:path>
                <a:path w="76200" h="660400">
                  <a:moveTo>
                    <a:pt x="44450" y="0"/>
                  </a:moveTo>
                  <a:lnTo>
                    <a:pt x="31750" y="0"/>
                  </a:lnTo>
                  <a:lnTo>
                    <a:pt x="31750" y="596900"/>
                  </a:lnTo>
                  <a:lnTo>
                    <a:pt x="44450" y="596900"/>
                  </a:lnTo>
                  <a:lnTo>
                    <a:pt x="44450" y="0"/>
                  </a:lnTo>
                  <a:close/>
                </a:path>
                <a:path w="76200" h="660400">
                  <a:moveTo>
                    <a:pt x="76200" y="584200"/>
                  </a:moveTo>
                  <a:lnTo>
                    <a:pt x="44450" y="584200"/>
                  </a:lnTo>
                  <a:lnTo>
                    <a:pt x="44450" y="596900"/>
                  </a:lnTo>
                  <a:lnTo>
                    <a:pt x="69850" y="596900"/>
                  </a:lnTo>
                  <a:lnTo>
                    <a:pt x="76200" y="584200"/>
                  </a:lnTo>
                  <a:close/>
                </a:path>
              </a:pathLst>
            </a:custGeom>
            <a:solidFill>
              <a:srgbClr val="000000"/>
            </a:solidFill>
          </p:spPr>
          <p:txBody>
            <a:bodyPr wrap="square" lIns="0" tIns="0" rIns="0" bIns="0" rtlCol="0"/>
            <a:lstStyle/>
            <a:p>
              <a:endParaRPr/>
            </a:p>
          </p:txBody>
        </p:sp>
        <p:sp>
          <p:nvSpPr>
            <p:cNvPr id="51" name="object 51"/>
            <p:cNvSpPr/>
            <p:nvPr/>
          </p:nvSpPr>
          <p:spPr>
            <a:xfrm>
              <a:off x="6629400" y="4067175"/>
              <a:ext cx="5080" cy="1656080"/>
            </a:xfrm>
            <a:custGeom>
              <a:avLst/>
              <a:gdLst/>
              <a:ahLst/>
              <a:cxnLst/>
              <a:rect l="l" t="t" r="r" b="b"/>
              <a:pathLst>
                <a:path w="5079" h="1656079">
                  <a:moveTo>
                    <a:pt x="0" y="0"/>
                  </a:moveTo>
                  <a:lnTo>
                    <a:pt x="4825" y="1655762"/>
                  </a:lnTo>
                </a:path>
              </a:pathLst>
            </a:custGeom>
            <a:ln w="9524">
              <a:solidFill>
                <a:srgbClr val="000000"/>
              </a:solidFill>
            </a:ln>
          </p:spPr>
          <p:txBody>
            <a:bodyPr wrap="square" lIns="0" tIns="0" rIns="0" bIns="0" rtlCol="0"/>
            <a:lstStyle/>
            <a:p>
              <a:endParaRPr/>
            </a:p>
          </p:txBody>
        </p:sp>
        <p:sp>
          <p:nvSpPr>
            <p:cNvPr id="52" name="object 52"/>
            <p:cNvSpPr/>
            <p:nvPr/>
          </p:nvSpPr>
          <p:spPr>
            <a:xfrm>
              <a:off x="4533900" y="5716651"/>
              <a:ext cx="2101215" cy="330835"/>
            </a:xfrm>
            <a:custGeom>
              <a:avLst/>
              <a:gdLst/>
              <a:ahLst/>
              <a:cxnLst/>
              <a:rect l="l" t="t" r="r" b="b"/>
              <a:pathLst>
                <a:path w="2101215" h="330835">
                  <a:moveTo>
                    <a:pt x="70103" y="254762"/>
                  </a:moveTo>
                  <a:lnTo>
                    <a:pt x="0" y="303149"/>
                  </a:lnTo>
                  <a:lnTo>
                    <a:pt x="80772" y="330212"/>
                  </a:lnTo>
                  <a:lnTo>
                    <a:pt x="76577" y="300545"/>
                  </a:lnTo>
                  <a:lnTo>
                    <a:pt x="63753" y="300545"/>
                  </a:lnTo>
                  <a:lnTo>
                    <a:pt x="61975" y="287972"/>
                  </a:lnTo>
                  <a:lnTo>
                    <a:pt x="74548" y="286195"/>
                  </a:lnTo>
                  <a:lnTo>
                    <a:pt x="70103" y="254762"/>
                  </a:lnTo>
                  <a:close/>
                </a:path>
                <a:path w="2101215" h="330835">
                  <a:moveTo>
                    <a:pt x="74548" y="286195"/>
                  </a:moveTo>
                  <a:lnTo>
                    <a:pt x="61975" y="287972"/>
                  </a:lnTo>
                  <a:lnTo>
                    <a:pt x="63753" y="300545"/>
                  </a:lnTo>
                  <a:lnTo>
                    <a:pt x="76326" y="298768"/>
                  </a:lnTo>
                  <a:lnTo>
                    <a:pt x="74548" y="286195"/>
                  </a:lnTo>
                  <a:close/>
                </a:path>
                <a:path w="2101215" h="330835">
                  <a:moveTo>
                    <a:pt x="76326" y="298768"/>
                  </a:moveTo>
                  <a:lnTo>
                    <a:pt x="63753" y="300545"/>
                  </a:lnTo>
                  <a:lnTo>
                    <a:pt x="76577" y="300545"/>
                  </a:lnTo>
                  <a:lnTo>
                    <a:pt x="76326" y="298768"/>
                  </a:lnTo>
                  <a:close/>
                </a:path>
                <a:path w="2101215" h="330835">
                  <a:moveTo>
                    <a:pt x="2099309" y="0"/>
                  </a:moveTo>
                  <a:lnTo>
                    <a:pt x="74548" y="286195"/>
                  </a:lnTo>
                  <a:lnTo>
                    <a:pt x="76326" y="298768"/>
                  </a:lnTo>
                  <a:lnTo>
                    <a:pt x="2101088" y="12573"/>
                  </a:lnTo>
                  <a:lnTo>
                    <a:pt x="2099309" y="0"/>
                  </a:lnTo>
                  <a:close/>
                </a:path>
              </a:pathLst>
            </a:custGeom>
            <a:solidFill>
              <a:srgbClr val="000000"/>
            </a:solidFill>
          </p:spPr>
          <p:txBody>
            <a:bodyPr wrap="square" lIns="0" tIns="0" rIns="0" bIns="0" rtlCol="0"/>
            <a:lstStyle/>
            <a:p>
              <a:endParaRPr/>
            </a:p>
          </p:txBody>
        </p:sp>
        <p:sp>
          <p:nvSpPr>
            <p:cNvPr id="53" name="object 53"/>
            <p:cNvSpPr/>
            <p:nvPr/>
          </p:nvSpPr>
          <p:spPr>
            <a:xfrm>
              <a:off x="8075676" y="4638675"/>
              <a:ext cx="1905" cy="1228725"/>
            </a:xfrm>
            <a:custGeom>
              <a:avLst/>
              <a:gdLst/>
              <a:ahLst/>
              <a:cxnLst/>
              <a:rect l="l" t="t" r="r" b="b"/>
              <a:pathLst>
                <a:path w="1904" h="1228725">
                  <a:moveTo>
                    <a:pt x="1524" y="0"/>
                  </a:moveTo>
                  <a:lnTo>
                    <a:pt x="0" y="1228725"/>
                  </a:lnTo>
                </a:path>
              </a:pathLst>
            </a:custGeom>
            <a:ln w="9525">
              <a:solidFill>
                <a:srgbClr val="000000"/>
              </a:solidFill>
            </a:ln>
          </p:spPr>
          <p:txBody>
            <a:bodyPr wrap="square" lIns="0" tIns="0" rIns="0" bIns="0" rtlCol="0"/>
            <a:lstStyle/>
            <a:p>
              <a:endParaRPr/>
            </a:p>
          </p:txBody>
        </p:sp>
        <p:sp>
          <p:nvSpPr>
            <p:cNvPr id="54" name="object 54"/>
            <p:cNvSpPr/>
            <p:nvPr/>
          </p:nvSpPr>
          <p:spPr>
            <a:xfrm>
              <a:off x="4529073" y="5861062"/>
              <a:ext cx="3547110" cy="290195"/>
            </a:xfrm>
            <a:custGeom>
              <a:avLst/>
              <a:gdLst/>
              <a:ahLst/>
              <a:cxnLst/>
              <a:rect l="l" t="t" r="r" b="b"/>
              <a:pathLst>
                <a:path w="3547109" h="290195">
                  <a:moveTo>
                    <a:pt x="73405" y="213779"/>
                  </a:moveTo>
                  <a:lnTo>
                    <a:pt x="0" y="257162"/>
                  </a:lnTo>
                  <a:lnTo>
                    <a:pt x="78739" y="289788"/>
                  </a:lnTo>
                  <a:lnTo>
                    <a:pt x="76580" y="259016"/>
                  </a:lnTo>
                  <a:lnTo>
                    <a:pt x="63880" y="259016"/>
                  </a:lnTo>
                  <a:lnTo>
                    <a:pt x="62991" y="246341"/>
                  </a:lnTo>
                  <a:lnTo>
                    <a:pt x="75628" y="245448"/>
                  </a:lnTo>
                  <a:lnTo>
                    <a:pt x="73405" y="213779"/>
                  </a:lnTo>
                  <a:close/>
                </a:path>
                <a:path w="3547109" h="290195">
                  <a:moveTo>
                    <a:pt x="75628" y="245448"/>
                  </a:moveTo>
                  <a:lnTo>
                    <a:pt x="62991" y="246341"/>
                  </a:lnTo>
                  <a:lnTo>
                    <a:pt x="63880" y="259016"/>
                  </a:lnTo>
                  <a:lnTo>
                    <a:pt x="76517" y="258122"/>
                  </a:lnTo>
                  <a:lnTo>
                    <a:pt x="75628" y="245448"/>
                  </a:lnTo>
                  <a:close/>
                </a:path>
                <a:path w="3547109" h="290195">
                  <a:moveTo>
                    <a:pt x="76517" y="258122"/>
                  </a:moveTo>
                  <a:lnTo>
                    <a:pt x="63880" y="259016"/>
                  </a:lnTo>
                  <a:lnTo>
                    <a:pt x="76580" y="259016"/>
                  </a:lnTo>
                  <a:lnTo>
                    <a:pt x="76517" y="258122"/>
                  </a:lnTo>
                  <a:close/>
                </a:path>
                <a:path w="3547109" h="290195">
                  <a:moveTo>
                    <a:pt x="3546094" y="0"/>
                  </a:moveTo>
                  <a:lnTo>
                    <a:pt x="75628" y="245448"/>
                  </a:lnTo>
                  <a:lnTo>
                    <a:pt x="76517" y="258122"/>
                  </a:lnTo>
                  <a:lnTo>
                    <a:pt x="3546982" y="12674"/>
                  </a:lnTo>
                  <a:lnTo>
                    <a:pt x="3546094" y="0"/>
                  </a:lnTo>
                  <a:close/>
                </a:path>
              </a:pathLst>
            </a:custGeom>
            <a:solidFill>
              <a:srgbClr val="000000"/>
            </a:solidFill>
          </p:spPr>
          <p:txBody>
            <a:bodyPr wrap="square" lIns="0" tIns="0" rIns="0" bIns="0" rtlCol="0"/>
            <a:lstStyle/>
            <a:p>
              <a:endParaRPr/>
            </a:p>
          </p:txBody>
        </p:sp>
        <p:sp>
          <p:nvSpPr>
            <p:cNvPr id="55" name="object 55"/>
            <p:cNvSpPr/>
            <p:nvPr/>
          </p:nvSpPr>
          <p:spPr>
            <a:xfrm>
              <a:off x="2781300" y="2060524"/>
              <a:ext cx="1325880" cy="648970"/>
            </a:xfrm>
            <a:custGeom>
              <a:avLst/>
              <a:gdLst/>
              <a:ahLst/>
              <a:cxnLst/>
              <a:rect l="l" t="t" r="r" b="b"/>
              <a:pathLst>
                <a:path w="1325879" h="648969">
                  <a:moveTo>
                    <a:pt x="1325626" y="0"/>
                  </a:moveTo>
                  <a:lnTo>
                    <a:pt x="0" y="0"/>
                  </a:lnTo>
                  <a:lnTo>
                    <a:pt x="0" y="648512"/>
                  </a:lnTo>
                  <a:lnTo>
                    <a:pt x="1325626" y="648512"/>
                  </a:lnTo>
                  <a:lnTo>
                    <a:pt x="1325626" y="0"/>
                  </a:lnTo>
                  <a:close/>
                </a:path>
              </a:pathLst>
            </a:custGeom>
            <a:solidFill>
              <a:srgbClr val="66FF66"/>
            </a:solidFill>
          </p:spPr>
          <p:txBody>
            <a:bodyPr wrap="square" lIns="0" tIns="0" rIns="0" bIns="0" rtlCol="0"/>
            <a:lstStyle/>
            <a:p>
              <a:endParaRPr/>
            </a:p>
          </p:txBody>
        </p:sp>
        <p:sp>
          <p:nvSpPr>
            <p:cNvPr id="56" name="object 56"/>
            <p:cNvSpPr/>
            <p:nvPr/>
          </p:nvSpPr>
          <p:spPr>
            <a:xfrm>
              <a:off x="2781300" y="2060524"/>
              <a:ext cx="1325880" cy="648970"/>
            </a:xfrm>
            <a:custGeom>
              <a:avLst/>
              <a:gdLst/>
              <a:ahLst/>
              <a:cxnLst/>
              <a:rect l="l" t="t" r="r" b="b"/>
              <a:pathLst>
                <a:path w="1325879" h="648969">
                  <a:moveTo>
                    <a:pt x="0" y="648512"/>
                  </a:moveTo>
                  <a:lnTo>
                    <a:pt x="1325626" y="648512"/>
                  </a:lnTo>
                  <a:lnTo>
                    <a:pt x="1325626" y="0"/>
                  </a:lnTo>
                  <a:lnTo>
                    <a:pt x="0" y="0"/>
                  </a:lnTo>
                  <a:lnTo>
                    <a:pt x="0" y="648512"/>
                  </a:lnTo>
                  <a:close/>
                </a:path>
              </a:pathLst>
            </a:custGeom>
            <a:ln w="9525">
              <a:solidFill>
                <a:srgbClr val="000000"/>
              </a:solidFill>
            </a:ln>
          </p:spPr>
          <p:txBody>
            <a:bodyPr wrap="square" lIns="0" tIns="0" rIns="0" bIns="0" rtlCol="0"/>
            <a:lstStyle/>
            <a:p>
              <a:endParaRPr/>
            </a:p>
          </p:txBody>
        </p:sp>
      </p:grpSp>
      <p:sp>
        <p:nvSpPr>
          <p:cNvPr id="57" name="object 57"/>
          <p:cNvSpPr txBox="1"/>
          <p:nvPr/>
        </p:nvSpPr>
        <p:spPr>
          <a:xfrm>
            <a:off x="2789301" y="1295400"/>
            <a:ext cx="1325880" cy="650875"/>
          </a:xfrm>
          <a:prstGeom prst="rect">
            <a:avLst/>
          </a:prstGeom>
        </p:spPr>
        <p:txBody>
          <a:bodyPr vert="horz" wrap="square" lIns="0" tIns="45720" rIns="0" bIns="0" rtlCol="0">
            <a:spAutoFit/>
          </a:bodyPr>
          <a:lstStyle/>
          <a:p>
            <a:pPr marL="288925">
              <a:lnSpc>
                <a:spcPct val="100000"/>
              </a:lnSpc>
              <a:spcBef>
                <a:spcPts val="360"/>
              </a:spcBef>
            </a:pPr>
            <a:r>
              <a:rPr sz="1800" b="1" spc="-10" dirty="0">
                <a:latin typeface="Tahoma"/>
                <a:cs typeface="Tahoma"/>
              </a:rPr>
              <a:t>Define</a:t>
            </a:r>
            <a:endParaRPr sz="1800">
              <a:latin typeface="Tahoma"/>
              <a:cs typeface="Tahoma"/>
            </a:endParaRPr>
          </a:p>
          <a:p>
            <a:pPr marL="319405">
              <a:lnSpc>
                <a:spcPct val="100000"/>
              </a:lnSpc>
            </a:pPr>
            <a:r>
              <a:rPr sz="1800" b="1" spc="-10" dirty="0">
                <a:latin typeface="Tahoma"/>
                <a:cs typeface="Tahoma"/>
              </a:rPr>
              <a:t>Scope</a:t>
            </a:r>
            <a:endParaRPr sz="1800">
              <a:latin typeface="Tahoma"/>
              <a:cs typeface="Tahoma"/>
            </a:endParaRPr>
          </a:p>
        </p:txBody>
      </p:sp>
      <p:sp>
        <p:nvSpPr>
          <p:cNvPr id="58" name="object 58"/>
          <p:cNvSpPr txBox="1"/>
          <p:nvPr/>
        </p:nvSpPr>
        <p:spPr>
          <a:xfrm>
            <a:off x="2781300" y="2060524"/>
            <a:ext cx="1325880" cy="648970"/>
          </a:xfrm>
          <a:prstGeom prst="rect">
            <a:avLst/>
          </a:prstGeom>
        </p:spPr>
        <p:txBody>
          <a:bodyPr vert="horz" wrap="square" lIns="0" tIns="45720" rIns="0" bIns="0" rtlCol="0">
            <a:spAutoFit/>
          </a:bodyPr>
          <a:lstStyle/>
          <a:p>
            <a:pPr marL="635" algn="ctr">
              <a:lnSpc>
                <a:spcPct val="100000"/>
              </a:lnSpc>
              <a:spcBef>
                <a:spcPts val="360"/>
              </a:spcBef>
            </a:pPr>
            <a:r>
              <a:rPr sz="1800" b="1" spc="-10" dirty="0">
                <a:latin typeface="Tahoma"/>
                <a:cs typeface="Tahoma"/>
              </a:rPr>
              <a:t>Visualize</a:t>
            </a:r>
            <a:endParaRPr sz="1800">
              <a:latin typeface="Tahoma"/>
              <a:cs typeface="Tahoma"/>
            </a:endParaRPr>
          </a:p>
          <a:p>
            <a:pPr algn="ctr">
              <a:lnSpc>
                <a:spcPct val="100000"/>
              </a:lnSpc>
            </a:pPr>
            <a:r>
              <a:rPr sz="1800" b="1" spc="-25" dirty="0">
                <a:latin typeface="Tahoma"/>
                <a:cs typeface="Tahoma"/>
              </a:rPr>
              <a:t>WBS</a:t>
            </a:r>
            <a:endParaRPr sz="1800">
              <a:latin typeface="Tahoma"/>
              <a:cs typeface="Tahoma"/>
            </a:endParaRPr>
          </a:p>
        </p:txBody>
      </p:sp>
    </p:spTree>
    <p:extLst>
      <p:ext uri="{BB962C8B-B14F-4D97-AF65-F5344CB8AC3E}">
        <p14:creationId xmlns:p14="http://schemas.microsoft.com/office/powerpoint/2010/main" val="42906632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819ED634-E99A-42F0-9F71-50E7015341E6}"/>
              </a:ext>
            </a:extLst>
          </p:cNvPr>
          <p:cNvSpPr>
            <a:spLocks noGrp="1"/>
          </p:cNvSpPr>
          <p:nvPr>
            <p:ph type="sldNum" sz="quarter" idx="12"/>
          </p:nvPr>
        </p:nvSpPr>
        <p:spPr/>
        <p:txBody>
          <a:bodyPr/>
          <a:lstStyle/>
          <a:p>
            <a:fld id="{9EA0BE3B-158A-4EDF-80DC-E394A0D1600F}" type="slidenum">
              <a:rPr lang="en-US" smtClean="0"/>
              <a:pPr/>
              <a:t>12</a:t>
            </a:fld>
            <a:endParaRPr lang="en-US" dirty="0"/>
          </a:p>
        </p:txBody>
      </p:sp>
      <p:sp>
        <p:nvSpPr>
          <p:cNvPr id="46082" name="Rectangle 24"/>
          <p:cNvSpPr>
            <a:spLocks noGrp="1" noChangeArrowheads="1"/>
          </p:cNvSpPr>
          <p:nvPr>
            <p:ph type="title"/>
          </p:nvPr>
        </p:nvSpPr>
        <p:spPr>
          <a:prstGeom prst="rect">
            <a:avLst/>
          </a:prstGeom>
        </p:spPr>
        <p:txBody>
          <a:bodyPr/>
          <a:lstStyle/>
          <a:p>
            <a:pPr eaLnBrk="1" hangingPunct="1"/>
            <a:r>
              <a:rPr lang="en-US" altLang="ja-JP" sz="3200" dirty="0" err="1" smtClean="0"/>
              <a:t>Thực</a:t>
            </a:r>
            <a:r>
              <a:rPr lang="en-US" altLang="ja-JP" sz="3200" dirty="0" smtClean="0"/>
              <a:t> </a:t>
            </a:r>
            <a:r>
              <a:rPr lang="en-US" altLang="ja-JP" sz="3200" dirty="0" err="1"/>
              <a:t>hiện</a:t>
            </a:r>
            <a:r>
              <a:rPr lang="en-US" altLang="ja-JP" sz="3200" dirty="0"/>
              <a:t> các </a:t>
            </a:r>
            <a:r>
              <a:rPr lang="en-US" altLang="ja-JP" sz="3200" dirty="0" err="1"/>
              <a:t>chu</a:t>
            </a:r>
            <a:r>
              <a:rPr lang="en-US" altLang="ja-JP" sz="3200" dirty="0"/>
              <a:t> </a:t>
            </a:r>
            <a:r>
              <a:rPr lang="en-US" altLang="ja-JP" sz="3200" dirty="0" err="1"/>
              <a:t>trình</a:t>
            </a:r>
            <a:r>
              <a:rPr lang="en-US" altLang="ja-JP" sz="3200" dirty="0"/>
              <a:t> </a:t>
            </a:r>
            <a:r>
              <a:rPr lang="en-US" altLang="ja-JP" sz="3200" dirty="0" err="1"/>
              <a:t>quản</a:t>
            </a:r>
            <a:r>
              <a:rPr lang="en-US" altLang="ja-JP" sz="3200" dirty="0"/>
              <a:t> </a:t>
            </a:r>
            <a:r>
              <a:rPr lang="en-US" altLang="ja-JP" sz="3200" dirty="0" err="1"/>
              <a:t>lý</a:t>
            </a:r>
            <a:r>
              <a:rPr lang="en-US" altLang="ja-JP" sz="3200" dirty="0"/>
              <a:t> </a:t>
            </a:r>
            <a:r>
              <a:rPr lang="en-US" altLang="ja-JP" sz="3200" dirty="0" err="1"/>
              <a:t>thế</a:t>
            </a:r>
            <a:r>
              <a:rPr lang="en-US" altLang="ja-JP" sz="3200" dirty="0"/>
              <a:t> </a:t>
            </a:r>
            <a:r>
              <a:rPr lang="en-US" altLang="ja-JP" sz="3200" dirty="0" err="1"/>
              <a:t>nào</a:t>
            </a:r>
            <a:r>
              <a:rPr lang="en-US" altLang="ja-JP" sz="3200" dirty="0"/>
              <a:t>?</a:t>
            </a:r>
          </a:p>
        </p:txBody>
      </p:sp>
      <p:sp>
        <p:nvSpPr>
          <p:cNvPr id="3" name="Text Placeholder 2">
            <a:extLst>
              <a:ext uri="{FF2B5EF4-FFF2-40B4-BE49-F238E27FC236}">
                <a16:creationId xmlns:a16="http://schemas.microsoft.com/office/drawing/2014/main" xmlns="" id="{A6AF6ECE-BA0D-4689-BE4E-28E9C9C546C9}"/>
              </a:ext>
            </a:extLst>
          </p:cNvPr>
          <p:cNvSpPr>
            <a:spLocks noGrp="1"/>
          </p:cNvSpPr>
          <p:nvPr>
            <p:ph type="body" sz="quarter" idx="13"/>
          </p:nvPr>
        </p:nvSpPr>
        <p:spPr>
          <a:xfrm>
            <a:off x="234950" y="963168"/>
            <a:ext cx="8674100" cy="983491"/>
          </a:xfrm>
        </p:spPr>
        <p:txBody>
          <a:bodyPr/>
          <a:lstStyle/>
          <a:p>
            <a:r>
              <a:rPr lang="en-US" altLang="ja-JP" sz="2400"/>
              <a:t>Chìa khóa để quản lý tốt là thực hiện chu trình “PDCA” nh</a:t>
            </a:r>
            <a:r>
              <a:rPr lang="vi-VN" altLang="ja-JP" sz="2400"/>
              <a:t>ư</a:t>
            </a:r>
            <a:r>
              <a:rPr lang="en-US" altLang="ja-JP" sz="2400"/>
              <a:t> sau;</a:t>
            </a:r>
          </a:p>
          <a:p>
            <a:pPr marL="0" indent="0">
              <a:buNone/>
            </a:pPr>
            <a:endParaRPr lang="en-US"/>
          </a:p>
        </p:txBody>
      </p:sp>
      <p:grpSp>
        <p:nvGrpSpPr>
          <p:cNvPr id="46083" name="Group 25"/>
          <p:cNvGrpSpPr>
            <a:grpSpLocks/>
          </p:cNvGrpSpPr>
          <p:nvPr/>
        </p:nvGrpSpPr>
        <p:grpSpPr bwMode="auto">
          <a:xfrm>
            <a:off x="3537556" y="2310827"/>
            <a:ext cx="5400675" cy="3468687"/>
            <a:chOff x="1066" y="1314"/>
            <a:chExt cx="3402" cy="2185"/>
          </a:xfrm>
        </p:grpSpPr>
        <p:sp>
          <p:nvSpPr>
            <p:cNvPr id="46086" name="AutoShape 26"/>
            <p:cNvSpPr>
              <a:spLocks noChangeArrowheads="1"/>
            </p:cNvSpPr>
            <p:nvPr/>
          </p:nvSpPr>
          <p:spPr bwMode="auto">
            <a:xfrm rot="5768727">
              <a:off x="2081" y="1462"/>
              <a:ext cx="1587" cy="1895"/>
            </a:xfrm>
            <a:custGeom>
              <a:avLst/>
              <a:gdLst>
                <a:gd name="T0" fmla="*/ 114 w 21600"/>
                <a:gd name="T1" fmla="*/ 60 h 21600"/>
                <a:gd name="T2" fmla="*/ 9 w 21600"/>
                <a:gd name="T3" fmla="*/ 83 h 21600"/>
                <a:gd name="T4" fmla="*/ 98 w 21600"/>
                <a:gd name="T5" fmla="*/ 67 h 21600"/>
                <a:gd name="T6" fmla="*/ -3 w 21600"/>
                <a:gd name="T7" fmla="*/ 139 h 21600"/>
                <a:gd name="T8" fmla="*/ 4 w 21600"/>
                <a:gd name="T9" fmla="*/ 93 h 21600"/>
                <a:gd name="T10" fmla="*/ 36 w 21600"/>
                <a:gd name="T11" fmla="*/ 103 h 21600"/>
                <a:gd name="T12" fmla="*/ 0 60000 65536"/>
                <a:gd name="T13" fmla="*/ 0 60000 65536"/>
                <a:gd name="T14" fmla="*/ 0 60000 65536"/>
                <a:gd name="T15" fmla="*/ 0 60000 65536"/>
                <a:gd name="T16" fmla="*/ 0 60000 65536"/>
                <a:gd name="T17" fmla="*/ 0 60000 65536"/>
                <a:gd name="T18" fmla="*/ 3158 w 21600"/>
                <a:gd name="T19" fmla="*/ 3157 h 21600"/>
                <a:gd name="T20" fmla="*/ 18442 w 21600"/>
                <a:gd name="T21" fmla="*/ 18443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4390" y="14871"/>
                  </a:moveTo>
                  <a:cubicBezTo>
                    <a:pt x="5783" y="17065"/>
                    <a:pt x="8201" y="18394"/>
                    <a:pt x="10800" y="18394"/>
                  </a:cubicBezTo>
                  <a:cubicBezTo>
                    <a:pt x="14994" y="18394"/>
                    <a:pt x="18394" y="14994"/>
                    <a:pt x="18394" y="10800"/>
                  </a:cubicBezTo>
                  <a:cubicBezTo>
                    <a:pt x="18394" y="6605"/>
                    <a:pt x="14994" y="3206"/>
                    <a:pt x="10800" y="3206"/>
                  </a:cubicBezTo>
                  <a:cubicBezTo>
                    <a:pt x="6605" y="3206"/>
                    <a:pt x="3206" y="6605"/>
                    <a:pt x="3206" y="10800"/>
                  </a:cubicBezTo>
                  <a:lnTo>
                    <a:pt x="0" y="10800"/>
                  </a:lnTo>
                  <a:cubicBezTo>
                    <a:pt x="0" y="4835"/>
                    <a:pt x="4835" y="0"/>
                    <a:pt x="10800" y="0"/>
                  </a:cubicBezTo>
                  <a:cubicBezTo>
                    <a:pt x="16764" y="0"/>
                    <a:pt x="21600" y="4835"/>
                    <a:pt x="21600" y="10800"/>
                  </a:cubicBezTo>
                  <a:cubicBezTo>
                    <a:pt x="21600" y="16764"/>
                    <a:pt x="16764" y="21600"/>
                    <a:pt x="10800" y="21600"/>
                  </a:cubicBezTo>
                  <a:cubicBezTo>
                    <a:pt x="7104" y="21600"/>
                    <a:pt x="3665" y="19710"/>
                    <a:pt x="1683" y="16591"/>
                  </a:cubicBezTo>
                  <a:lnTo>
                    <a:pt x="-596" y="18038"/>
                  </a:lnTo>
                  <a:lnTo>
                    <a:pt x="729" y="12098"/>
                  </a:lnTo>
                  <a:lnTo>
                    <a:pt x="6669" y="13424"/>
                  </a:lnTo>
                  <a:lnTo>
                    <a:pt x="4390" y="14871"/>
                  </a:lnTo>
                  <a:close/>
                </a:path>
              </a:pathLst>
            </a:custGeom>
            <a:solidFill>
              <a:srgbClr val="FFCC99"/>
            </a:solidFill>
            <a:ln w="9525" algn="ctr">
              <a:solidFill>
                <a:srgbClr val="FF9900"/>
              </a:solidFill>
              <a:miter lim="800000"/>
              <a:headEnd/>
              <a:tailEnd/>
            </a:ln>
            <a:effectLst>
              <a:outerShdw dist="107763" dir="2700000" algn="ctr" rotWithShape="0">
                <a:schemeClr val="bg2">
                  <a:alpha val="50000"/>
                </a:schemeClr>
              </a:outerShdw>
            </a:effectLst>
          </p:spPr>
          <p:txBody>
            <a:bodyPr wrap="none" anchor="ctr"/>
            <a:lstStyle/>
            <a:p>
              <a:endParaRPr lang="en-US"/>
            </a:p>
          </p:txBody>
        </p:sp>
        <p:sp>
          <p:nvSpPr>
            <p:cNvPr id="46087" name="Text Box 27"/>
            <p:cNvSpPr txBox="1">
              <a:spLocks noChangeArrowheads="1"/>
            </p:cNvSpPr>
            <p:nvPr/>
          </p:nvSpPr>
          <p:spPr bwMode="auto">
            <a:xfrm>
              <a:off x="2512" y="1314"/>
              <a:ext cx="63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algn="ctr" eaLnBrk="1" hangingPunct="1">
                <a:spcBef>
                  <a:spcPct val="50000"/>
                </a:spcBef>
              </a:pPr>
              <a:r>
                <a:rPr lang="en-US" altLang="ja-JP" sz="2000" b="1" u="sng">
                  <a:solidFill>
                    <a:srgbClr val="FF3300"/>
                  </a:solidFill>
                  <a:latin typeface="ＭＳ Ｐゴシック" pitchFamily="50" charset="-128"/>
                </a:rPr>
                <a:t>PLAN</a:t>
              </a:r>
            </a:p>
          </p:txBody>
        </p:sp>
        <p:sp>
          <p:nvSpPr>
            <p:cNvPr id="46088" name="Text Box 28"/>
            <p:cNvSpPr txBox="1">
              <a:spLocks noChangeArrowheads="1"/>
            </p:cNvSpPr>
            <p:nvPr/>
          </p:nvSpPr>
          <p:spPr bwMode="auto">
            <a:xfrm>
              <a:off x="3833" y="2296"/>
              <a:ext cx="63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algn="ctr" eaLnBrk="1" hangingPunct="1">
                <a:spcBef>
                  <a:spcPct val="50000"/>
                </a:spcBef>
              </a:pPr>
              <a:r>
                <a:rPr lang="en-US" altLang="ja-JP" sz="2000" b="1">
                  <a:solidFill>
                    <a:srgbClr val="FF3300"/>
                  </a:solidFill>
                  <a:latin typeface="ＭＳ Ｐゴシック" pitchFamily="50" charset="-128"/>
                </a:rPr>
                <a:t>DO</a:t>
              </a:r>
            </a:p>
          </p:txBody>
        </p:sp>
        <p:sp>
          <p:nvSpPr>
            <p:cNvPr id="46089" name="Text Box 29"/>
            <p:cNvSpPr txBox="1">
              <a:spLocks noChangeArrowheads="1"/>
            </p:cNvSpPr>
            <p:nvPr/>
          </p:nvSpPr>
          <p:spPr bwMode="auto">
            <a:xfrm>
              <a:off x="2517" y="3249"/>
              <a:ext cx="77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algn="ctr" eaLnBrk="1" hangingPunct="1">
                <a:spcBef>
                  <a:spcPct val="50000"/>
                </a:spcBef>
              </a:pPr>
              <a:r>
                <a:rPr lang="en-US" altLang="ja-JP" sz="2000" b="1">
                  <a:solidFill>
                    <a:srgbClr val="FF3300"/>
                  </a:solidFill>
                  <a:latin typeface="ＭＳ Ｐゴシック" pitchFamily="50" charset="-128"/>
                </a:rPr>
                <a:t>CHECK</a:t>
              </a:r>
            </a:p>
          </p:txBody>
        </p:sp>
        <p:sp>
          <p:nvSpPr>
            <p:cNvPr id="46090" name="Text Box 30"/>
            <p:cNvSpPr txBox="1">
              <a:spLocks noChangeArrowheads="1"/>
            </p:cNvSpPr>
            <p:nvPr/>
          </p:nvSpPr>
          <p:spPr bwMode="auto">
            <a:xfrm>
              <a:off x="1066" y="2296"/>
              <a:ext cx="77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algn="ctr" eaLnBrk="1" hangingPunct="1">
                <a:spcBef>
                  <a:spcPct val="50000"/>
                </a:spcBef>
              </a:pPr>
              <a:r>
                <a:rPr lang="en-US" altLang="ja-JP" sz="2000" b="1">
                  <a:solidFill>
                    <a:srgbClr val="FF3300"/>
                  </a:solidFill>
                  <a:latin typeface="ＭＳ Ｐゴシック" pitchFamily="50" charset="-128"/>
                </a:rPr>
                <a:t>ACT</a:t>
              </a:r>
            </a:p>
          </p:txBody>
        </p:sp>
      </p:grpSp>
      <p:sp>
        <p:nvSpPr>
          <p:cNvPr id="40964" name="Oval 31"/>
          <p:cNvSpPr>
            <a:spLocks noChangeArrowheads="1"/>
          </p:cNvSpPr>
          <p:nvPr/>
        </p:nvSpPr>
        <p:spPr bwMode="auto">
          <a:xfrm rot="1949338">
            <a:off x="3141133" y="4053144"/>
            <a:ext cx="4335462" cy="1371600"/>
          </a:xfrm>
          <a:prstGeom prst="ellipse">
            <a:avLst/>
          </a:prstGeom>
          <a:noFill/>
          <a:ln w="28575">
            <a:solidFill>
              <a:schemeClr val="tx1">
                <a:lumMod val="65000"/>
                <a:lumOff val="35000"/>
              </a:schemeClr>
            </a:solidFill>
            <a:round/>
            <a:headEnd/>
            <a:tailEnd/>
          </a:ln>
        </p:spPr>
        <p:txBody>
          <a:bodyPr wrap="none" anchor="ctr"/>
          <a:lstStyle/>
          <a:p>
            <a:pPr>
              <a:defRPr/>
            </a:pPr>
            <a:endParaRPr lang="ja-JP" altLang="en-US"/>
          </a:p>
        </p:txBody>
      </p:sp>
      <p:sp>
        <p:nvSpPr>
          <p:cNvPr id="2" name="TextBox 1">
            <a:extLst>
              <a:ext uri="{FF2B5EF4-FFF2-40B4-BE49-F238E27FC236}">
                <a16:creationId xmlns:a16="http://schemas.microsoft.com/office/drawing/2014/main" xmlns="" id="{8A56559F-3F99-4474-84D2-FC2C9265194D}"/>
              </a:ext>
            </a:extLst>
          </p:cNvPr>
          <p:cNvSpPr txBox="1"/>
          <p:nvPr/>
        </p:nvSpPr>
        <p:spPr>
          <a:xfrm>
            <a:off x="4958239" y="6134116"/>
            <a:ext cx="4185761" cy="369332"/>
          </a:xfrm>
          <a:prstGeom prst="rect">
            <a:avLst/>
          </a:prstGeom>
          <a:noFill/>
        </p:spPr>
        <p:txBody>
          <a:bodyPr wrap="none" rtlCol="0">
            <a:spAutoFit/>
          </a:bodyPr>
          <a:lstStyle/>
          <a:p>
            <a:pPr marL="228600" indent="-228600" eaLnBrk="1" hangingPunct="1"/>
            <a:r>
              <a:rPr lang="en-US"/>
              <a:t>Ví du: </a:t>
            </a:r>
            <a:r>
              <a:rPr lang="en-US" altLang="ja-JP"/>
              <a:t>Kiểm tra tiến độ vào mỗi thứ sáu</a:t>
            </a:r>
          </a:p>
        </p:txBody>
      </p:sp>
      <p:sp>
        <p:nvSpPr>
          <p:cNvPr id="12" name="TextBox 11">
            <a:extLst>
              <a:ext uri="{FF2B5EF4-FFF2-40B4-BE49-F238E27FC236}">
                <a16:creationId xmlns:a16="http://schemas.microsoft.com/office/drawing/2014/main" xmlns="" id="{F67326DA-4E29-4D89-9BA4-354B5F17453B}"/>
              </a:ext>
            </a:extLst>
          </p:cNvPr>
          <p:cNvSpPr txBox="1"/>
          <p:nvPr/>
        </p:nvSpPr>
        <p:spPr>
          <a:xfrm>
            <a:off x="128574" y="4045171"/>
            <a:ext cx="4272439" cy="1754326"/>
          </a:xfrm>
          <a:prstGeom prst="rect">
            <a:avLst/>
          </a:prstGeom>
          <a:noFill/>
        </p:spPr>
        <p:txBody>
          <a:bodyPr wrap="square" rtlCol="0">
            <a:spAutoFit/>
          </a:bodyPr>
          <a:lstStyle/>
          <a:p>
            <a:pPr marL="228600" indent="-228600" eaLnBrk="1" hangingPunct="1"/>
            <a:r>
              <a:rPr lang="en-US" dirty="0"/>
              <a:t>Ví du:</a:t>
            </a:r>
          </a:p>
          <a:p>
            <a:pPr marL="228600" indent="-228600" eaLnBrk="1" hangingPunct="1">
              <a:buFontTx/>
              <a:buChar char="-"/>
            </a:pPr>
            <a:r>
              <a:rPr lang="en-US" altLang="ja-JP" dirty="0"/>
              <a:t>Chỉ có PM mới đ</a:t>
            </a:r>
            <a:r>
              <a:rPr lang="vi-VN" altLang="ja-JP" dirty="0"/>
              <a:t>ư</a:t>
            </a:r>
            <a:r>
              <a:rPr lang="en-US" altLang="ja-JP" dirty="0" err="1"/>
              <a:t>ợc</a:t>
            </a:r>
            <a:r>
              <a:rPr lang="en-US" altLang="ja-JP" dirty="0"/>
              <a:t> quyền </a:t>
            </a:r>
            <a:r>
              <a:rPr lang="en-US" altLang="ja-JP" dirty="0" err="1"/>
              <a:t>thay</a:t>
            </a:r>
            <a:r>
              <a:rPr lang="en-US" altLang="ja-JP" dirty="0"/>
              <a:t> đổi kế </a:t>
            </a:r>
            <a:r>
              <a:rPr lang="en-US" altLang="ja-JP" dirty="0" err="1"/>
              <a:t>hoạch</a:t>
            </a:r>
            <a:r>
              <a:rPr lang="en-US" altLang="ja-JP" dirty="0"/>
              <a:t> </a:t>
            </a:r>
            <a:r>
              <a:rPr lang="en-US" altLang="ja-JP" dirty="0" err="1"/>
              <a:t>chính</a:t>
            </a:r>
            <a:endParaRPr lang="en-US" altLang="ja-JP" dirty="0"/>
          </a:p>
          <a:p>
            <a:pPr marL="228600" indent="-228600" eaLnBrk="1" hangingPunct="1">
              <a:buFontTx/>
              <a:buChar char="-"/>
            </a:pPr>
            <a:r>
              <a:rPr lang="en-US" altLang="ja-JP" dirty="0"/>
              <a:t>Các </a:t>
            </a:r>
            <a:r>
              <a:rPr lang="en-US" altLang="ja-JP" dirty="0" err="1"/>
              <a:t>thay</a:t>
            </a:r>
            <a:r>
              <a:rPr lang="en-US" altLang="ja-JP" dirty="0"/>
              <a:t> đổi </a:t>
            </a:r>
            <a:r>
              <a:rPr lang="en-US" altLang="ja-JP" dirty="0" err="1"/>
              <a:t>sẽ</a:t>
            </a:r>
            <a:r>
              <a:rPr lang="en-US" altLang="ja-JP" dirty="0"/>
              <a:t> đ</a:t>
            </a:r>
            <a:r>
              <a:rPr lang="vi-VN" altLang="ja-JP" dirty="0"/>
              <a:t>ư</a:t>
            </a:r>
            <a:r>
              <a:rPr lang="en-US" altLang="ja-JP" dirty="0" err="1"/>
              <a:t>ợc</a:t>
            </a:r>
            <a:r>
              <a:rPr lang="en-US" altLang="ja-JP" dirty="0"/>
              <a:t> </a:t>
            </a:r>
            <a:r>
              <a:rPr lang="en-US" altLang="ja-JP" dirty="0" err="1"/>
              <a:t>thông</a:t>
            </a:r>
            <a:r>
              <a:rPr lang="en-US" altLang="ja-JP" dirty="0"/>
              <a:t> </a:t>
            </a:r>
            <a:r>
              <a:rPr lang="en-US" altLang="ja-JP" dirty="0" err="1"/>
              <a:t>báo</a:t>
            </a:r>
            <a:r>
              <a:rPr lang="en-US" altLang="ja-JP" dirty="0"/>
              <a:t> </a:t>
            </a:r>
            <a:r>
              <a:rPr lang="en-US" altLang="ja-JP" dirty="0" err="1"/>
              <a:t>bằng</a:t>
            </a:r>
            <a:r>
              <a:rPr lang="en-US" altLang="ja-JP" dirty="0"/>
              <a:t> email </a:t>
            </a:r>
            <a:r>
              <a:rPr lang="en-US" altLang="ja-JP" dirty="0" err="1"/>
              <a:t>sớm</a:t>
            </a:r>
            <a:r>
              <a:rPr lang="en-US" altLang="ja-JP" dirty="0"/>
              <a:t> </a:t>
            </a:r>
            <a:r>
              <a:rPr lang="en-US" altLang="ja-JP" dirty="0" err="1"/>
              <a:t>nhất</a:t>
            </a:r>
            <a:r>
              <a:rPr lang="en-US" altLang="ja-JP" dirty="0"/>
              <a:t> có </a:t>
            </a:r>
            <a:r>
              <a:rPr lang="en-US" altLang="ja-JP" dirty="0" err="1"/>
              <a:t>thể</a:t>
            </a:r>
            <a:endParaRPr lang="en-US" altLang="ja-JP" dirty="0"/>
          </a:p>
          <a:p>
            <a:pPr marL="228600" indent="-228600" eaLnBrk="1" hangingPunct="1"/>
            <a:endParaRPr lang="en-US" altLang="ja-JP" dirty="0"/>
          </a:p>
        </p:txBody>
      </p:sp>
    </p:spTree>
    <p:extLst>
      <p:ext uri="{BB962C8B-B14F-4D97-AF65-F5344CB8AC3E}">
        <p14:creationId xmlns:p14="http://schemas.microsoft.com/office/powerpoint/2010/main" val="9715432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3. </a:t>
            </a:r>
            <a:r>
              <a:rPr lang="en-US" dirty="0" err="1" smtClean="0"/>
              <a:t>Lập</a:t>
            </a:r>
            <a:r>
              <a:rPr lang="en-US" dirty="0" smtClean="0"/>
              <a:t> kế </a:t>
            </a:r>
            <a:r>
              <a:rPr lang="en-US" dirty="0" err="1" smtClean="0"/>
              <a:t>hoạch</a:t>
            </a:r>
            <a:r>
              <a:rPr lang="en-US" dirty="0" smtClean="0"/>
              <a:t> QL </a:t>
            </a:r>
            <a:r>
              <a:rPr lang="en-US" dirty="0" err="1" smtClean="0"/>
              <a:t>phạm</a:t>
            </a:r>
            <a:r>
              <a:rPr lang="en-US" dirty="0" smtClean="0"/>
              <a:t> vi</a:t>
            </a:r>
            <a:endParaRPr lang="en-US" dirty="0"/>
          </a:p>
        </p:txBody>
      </p:sp>
      <p:sp>
        <p:nvSpPr>
          <p:cNvPr id="4" name="Text Placeholder 3"/>
          <p:cNvSpPr>
            <a:spLocks noGrp="1"/>
          </p:cNvSpPr>
          <p:nvPr>
            <p:ph type="body" sz="quarter" idx="13"/>
          </p:nvPr>
        </p:nvSpPr>
        <p:spPr/>
        <p:txBody>
          <a:bodyPr/>
          <a:lstStyle/>
          <a:p>
            <a:endParaRPr lang="en-US"/>
          </a:p>
        </p:txBody>
      </p:sp>
      <p:sp>
        <p:nvSpPr>
          <p:cNvPr id="2" name="Slide Number Placeholder 1"/>
          <p:cNvSpPr>
            <a:spLocks noGrp="1"/>
          </p:cNvSpPr>
          <p:nvPr>
            <p:ph type="sldNum" sz="quarter" idx="12"/>
          </p:nvPr>
        </p:nvSpPr>
        <p:spPr/>
        <p:txBody>
          <a:bodyPr/>
          <a:lstStyle/>
          <a:p>
            <a:fld id="{9EA0BE3B-158A-4EDF-80DC-E394A0D1600F}" type="slidenum">
              <a:rPr lang="en-US" smtClean="0"/>
              <a:pPr/>
              <a:t>13</a:t>
            </a:fld>
            <a:endParaRPr lang="en-US" dirty="0"/>
          </a:p>
        </p:txBody>
      </p:sp>
    </p:spTree>
    <p:extLst>
      <p:ext uri="{BB962C8B-B14F-4D97-AF65-F5344CB8AC3E}">
        <p14:creationId xmlns:p14="http://schemas.microsoft.com/office/powerpoint/2010/main" val="30822727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117221"/>
            <a:ext cx="8072119" cy="1060752"/>
          </a:xfrm>
          <a:prstGeom prst="rect">
            <a:avLst/>
          </a:prstGeom>
        </p:spPr>
        <p:txBody>
          <a:bodyPr vert="horz" wrap="square" lIns="0" tIns="562813" rIns="0" bIns="0" rtlCol="0">
            <a:spAutoFit/>
          </a:bodyPr>
          <a:lstStyle/>
          <a:p>
            <a:pPr marL="241300">
              <a:lnSpc>
                <a:spcPct val="100000"/>
              </a:lnSpc>
              <a:spcBef>
                <a:spcPts val="105"/>
              </a:spcBef>
            </a:pPr>
            <a:r>
              <a:rPr dirty="0" smtClean="0"/>
              <a:t>Project</a:t>
            </a:r>
            <a:r>
              <a:rPr spc="-5" dirty="0" smtClean="0"/>
              <a:t> </a:t>
            </a:r>
            <a:r>
              <a:rPr dirty="0"/>
              <a:t>scope</a:t>
            </a:r>
            <a:r>
              <a:rPr spc="-35" dirty="0"/>
              <a:t> </a:t>
            </a:r>
            <a:r>
              <a:rPr spc="-20" dirty="0" smtClean="0"/>
              <a:t>plan</a:t>
            </a:r>
            <a:r>
              <a:rPr lang="en-US" spc="-20" dirty="0" smtClean="0"/>
              <a:t> – </a:t>
            </a:r>
            <a:r>
              <a:rPr lang="en-US" spc="-20" dirty="0" err="1" smtClean="0"/>
              <a:t>Lập</a:t>
            </a:r>
            <a:r>
              <a:rPr lang="en-US" spc="-20" dirty="0" smtClean="0"/>
              <a:t> KH QL </a:t>
            </a:r>
            <a:r>
              <a:rPr lang="en-US" spc="-20" dirty="0" err="1" smtClean="0"/>
              <a:t>phạm</a:t>
            </a:r>
            <a:r>
              <a:rPr lang="en-US" spc="-20" dirty="0" smtClean="0"/>
              <a:t> vi</a:t>
            </a:r>
            <a:endParaRPr spc="-20" dirty="0"/>
          </a:p>
        </p:txBody>
      </p:sp>
      <p:sp>
        <p:nvSpPr>
          <p:cNvPr id="3" name="object 3"/>
          <p:cNvSpPr txBox="1"/>
          <p:nvPr/>
        </p:nvSpPr>
        <p:spPr>
          <a:xfrm>
            <a:off x="522287" y="3556000"/>
            <a:ext cx="1506855" cy="650875"/>
          </a:xfrm>
          <a:prstGeom prst="rect">
            <a:avLst/>
          </a:prstGeom>
          <a:solidFill>
            <a:srgbClr val="FD8537">
              <a:alpha val="10195"/>
            </a:srgbClr>
          </a:solidFill>
          <a:ln w="9525">
            <a:solidFill>
              <a:srgbClr val="000000"/>
            </a:solidFill>
          </a:ln>
        </p:spPr>
        <p:txBody>
          <a:bodyPr vert="horz" wrap="square" lIns="0" tIns="45720" rIns="0" bIns="0" rtlCol="0">
            <a:spAutoFit/>
          </a:bodyPr>
          <a:lstStyle/>
          <a:p>
            <a:pPr marL="224154" marR="215265" indent="154940">
              <a:lnSpc>
                <a:spcPct val="100000"/>
              </a:lnSpc>
              <a:spcBef>
                <a:spcPts val="360"/>
              </a:spcBef>
            </a:pPr>
            <a:r>
              <a:rPr sz="1800" b="1" spc="-10" dirty="0">
                <a:solidFill>
                  <a:srgbClr val="7E7E7E"/>
                </a:solidFill>
                <a:latin typeface="Tahoma"/>
                <a:cs typeface="Tahoma"/>
              </a:rPr>
              <a:t>Define Activities</a:t>
            </a:r>
            <a:endParaRPr sz="1800">
              <a:latin typeface="Tahoma"/>
              <a:cs typeface="Tahoma"/>
            </a:endParaRPr>
          </a:p>
        </p:txBody>
      </p:sp>
      <p:sp>
        <p:nvSpPr>
          <p:cNvPr id="4" name="object 4"/>
          <p:cNvSpPr txBox="1"/>
          <p:nvPr/>
        </p:nvSpPr>
        <p:spPr>
          <a:xfrm>
            <a:off x="2147823" y="5146675"/>
            <a:ext cx="2230755" cy="650875"/>
          </a:xfrm>
          <a:prstGeom prst="rect">
            <a:avLst/>
          </a:prstGeom>
          <a:solidFill>
            <a:srgbClr val="FD8537">
              <a:alpha val="10195"/>
            </a:srgbClr>
          </a:solidFill>
          <a:ln w="9525">
            <a:solidFill>
              <a:srgbClr val="000000"/>
            </a:solidFill>
          </a:ln>
        </p:spPr>
        <p:txBody>
          <a:bodyPr vert="horz" wrap="square" lIns="0" tIns="46355" rIns="0" bIns="0" rtlCol="0">
            <a:spAutoFit/>
          </a:bodyPr>
          <a:lstStyle/>
          <a:p>
            <a:pPr marL="1270" algn="ctr">
              <a:lnSpc>
                <a:spcPct val="100000"/>
              </a:lnSpc>
              <a:spcBef>
                <a:spcPts val="365"/>
              </a:spcBef>
            </a:pPr>
            <a:r>
              <a:rPr sz="1800" b="1" dirty="0">
                <a:solidFill>
                  <a:srgbClr val="7E7E7E"/>
                </a:solidFill>
                <a:latin typeface="Tahoma"/>
                <a:cs typeface="Tahoma"/>
              </a:rPr>
              <a:t>Estimate</a:t>
            </a:r>
            <a:r>
              <a:rPr sz="1800" b="1" spc="-35" dirty="0">
                <a:solidFill>
                  <a:srgbClr val="7E7E7E"/>
                </a:solidFill>
                <a:latin typeface="Tahoma"/>
                <a:cs typeface="Tahoma"/>
              </a:rPr>
              <a:t> </a:t>
            </a:r>
            <a:r>
              <a:rPr sz="1800" b="1" spc="-10" dirty="0">
                <a:solidFill>
                  <a:srgbClr val="7E7E7E"/>
                </a:solidFill>
                <a:latin typeface="Tahoma"/>
                <a:cs typeface="Tahoma"/>
              </a:rPr>
              <a:t>Activity</a:t>
            </a:r>
            <a:endParaRPr sz="1800">
              <a:latin typeface="Tahoma"/>
              <a:cs typeface="Tahoma"/>
            </a:endParaRPr>
          </a:p>
          <a:p>
            <a:pPr algn="ctr">
              <a:lnSpc>
                <a:spcPct val="100000"/>
              </a:lnSpc>
            </a:pPr>
            <a:r>
              <a:rPr sz="1800" b="1" spc="-10" dirty="0">
                <a:solidFill>
                  <a:srgbClr val="7E7E7E"/>
                </a:solidFill>
                <a:latin typeface="Tahoma"/>
                <a:cs typeface="Tahoma"/>
              </a:rPr>
              <a:t>Durations</a:t>
            </a:r>
            <a:endParaRPr sz="1800">
              <a:latin typeface="Tahoma"/>
              <a:cs typeface="Tahoma"/>
            </a:endParaRPr>
          </a:p>
        </p:txBody>
      </p:sp>
      <p:sp>
        <p:nvSpPr>
          <p:cNvPr id="5" name="object 5"/>
          <p:cNvSpPr txBox="1"/>
          <p:nvPr/>
        </p:nvSpPr>
        <p:spPr>
          <a:xfrm>
            <a:off x="2224023" y="6076950"/>
            <a:ext cx="2087880" cy="650875"/>
          </a:xfrm>
          <a:prstGeom prst="rect">
            <a:avLst/>
          </a:prstGeom>
          <a:solidFill>
            <a:srgbClr val="FD8537">
              <a:alpha val="10195"/>
            </a:srgbClr>
          </a:solidFill>
          <a:ln w="9525">
            <a:solidFill>
              <a:srgbClr val="000000"/>
            </a:solidFill>
          </a:ln>
        </p:spPr>
        <p:txBody>
          <a:bodyPr vert="horz" wrap="square" lIns="0" tIns="46355" rIns="0" bIns="0" rtlCol="0">
            <a:spAutoFit/>
          </a:bodyPr>
          <a:lstStyle/>
          <a:p>
            <a:pPr marL="578485">
              <a:lnSpc>
                <a:spcPct val="100000"/>
              </a:lnSpc>
              <a:spcBef>
                <a:spcPts val="365"/>
              </a:spcBef>
            </a:pPr>
            <a:r>
              <a:rPr sz="1800" b="1" spc="-10" dirty="0">
                <a:solidFill>
                  <a:srgbClr val="7E7E7E"/>
                </a:solidFill>
                <a:latin typeface="Tahoma"/>
                <a:cs typeface="Tahoma"/>
              </a:rPr>
              <a:t>Develop</a:t>
            </a:r>
            <a:endParaRPr sz="1800">
              <a:latin typeface="Tahoma"/>
              <a:cs typeface="Tahoma"/>
            </a:endParaRPr>
          </a:p>
          <a:p>
            <a:pPr marL="523240">
              <a:lnSpc>
                <a:spcPct val="100000"/>
              </a:lnSpc>
            </a:pPr>
            <a:r>
              <a:rPr sz="1800" b="1" spc="-10" dirty="0">
                <a:solidFill>
                  <a:srgbClr val="7E7E7E"/>
                </a:solidFill>
                <a:latin typeface="Tahoma"/>
                <a:cs typeface="Tahoma"/>
              </a:rPr>
              <a:t>Schedule</a:t>
            </a:r>
            <a:endParaRPr sz="1800">
              <a:latin typeface="Tahoma"/>
              <a:cs typeface="Tahoma"/>
            </a:endParaRPr>
          </a:p>
        </p:txBody>
      </p:sp>
      <p:sp>
        <p:nvSpPr>
          <p:cNvPr id="6" name="object 6"/>
          <p:cNvSpPr/>
          <p:nvPr/>
        </p:nvSpPr>
        <p:spPr>
          <a:xfrm>
            <a:off x="6637273" y="2393950"/>
            <a:ext cx="2159000" cy="650875"/>
          </a:xfrm>
          <a:custGeom>
            <a:avLst/>
            <a:gdLst/>
            <a:ahLst/>
            <a:cxnLst/>
            <a:rect l="l" t="t" r="r" b="b"/>
            <a:pathLst>
              <a:path w="2159000" h="650875">
                <a:moveTo>
                  <a:pt x="2159000" y="0"/>
                </a:moveTo>
                <a:lnTo>
                  <a:pt x="0" y="0"/>
                </a:lnTo>
                <a:lnTo>
                  <a:pt x="0" y="650875"/>
                </a:lnTo>
                <a:lnTo>
                  <a:pt x="2159000" y="650875"/>
                </a:lnTo>
                <a:lnTo>
                  <a:pt x="2159000" y="0"/>
                </a:lnTo>
                <a:close/>
              </a:path>
            </a:pathLst>
          </a:custGeom>
          <a:solidFill>
            <a:srgbClr val="FD8537">
              <a:alpha val="10195"/>
            </a:srgbClr>
          </a:solidFill>
        </p:spPr>
        <p:txBody>
          <a:bodyPr wrap="square" lIns="0" tIns="0" rIns="0" bIns="0" rtlCol="0"/>
          <a:lstStyle/>
          <a:p>
            <a:endParaRPr/>
          </a:p>
        </p:txBody>
      </p:sp>
      <p:sp>
        <p:nvSpPr>
          <p:cNvPr id="7" name="object 7"/>
          <p:cNvSpPr txBox="1"/>
          <p:nvPr/>
        </p:nvSpPr>
        <p:spPr>
          <a:xfrm>
            <a:off x="6637273" y="2393950"/>
            <a:ext cx="2159000" cy="650875"/>
          </a:xfrm>
          <a:prstGeom prst="rect">
            <a:avLst/>
          </a:prstGeom>
          <a:ln w="9525">
            <a:solidFill>
              <a:srgbClr val="000000"/>
            </a:solidFill>
          </a:ln>
        </p:spPr>
        <p:txBody>
          <a:bodyPr vert="horz" wrap="square" lIns="0" tIns="45720" rIns="0" bIns="0" rtlCol="0">
            <a:spAutoFit/>
          </a:bodyPr>
          <a:lstStyle/>
          <a:p>
            <a:pPr marL="1270" algn="ctr">
              <a:lnSpc>
                <a:spcPct val="100000"/>
              </a:lnSpc>
              <a:spcBef>
                <a:spcPts val="360"/>
              </a:spcBef>
            </a:pPr>
            <a:r>
              <a:rPr sz="1800" b="1" dirty="0">
                <a:solidFill>
                  <a:srgbClr val="7E7E7E"/>
                </a:solidFill>
                <a:latin typeface="Tahoma"/>
                <a:cs typeface="Tahoma"/>
              </a:rPr>
              <a:t>Plan</a:t>
            </a:r>
            <a:r>
              <a:rPr sz="1800" b="1" spc="-45" dirty="0">
                <a:solidFill>
                  <a:srgbClr val="7E7E7E"/>
                </a:solidFill>
                <a:latin typeface="Tahoma"/>
                <a:cs typeface="Tahoma"/>
              </a:rPr>
              <a:t> </a:t>
            </a:r>
            <a:r>
              <a:rPr sz="1800" b="1" spc="-20" dirty="0">
                <a:solidFill>
                  <a:srgbClr val="7E7E7E"/>
                </a:solidFill>
                <a:latin typeface="Tahoma"/>
                <a:cs typeface="Tahoma"/>
              </a:rPr>
              <a:t>Risk</a:t>
            </a:r>
            <a:endParaRPr sz="1800">
              <a:latin typeface="Tahoma"/>
              <a:cs typeface="Tahoma"/>
            </a:endParaRPr>
          </a:p>
          <a:p>
            <a:pPr marL="1270" algn="ctr">
              <a:lnSpc>
                <a:spcPct val="100000"/>
              </a:lnSpc>
            </a:pPr>
            <a:r>
              <a:rPr sz="1800" b="1" spc="-10" dirty="0">
                <a:solidFill>
                  <a:srgbClr val="7E7E7E"/>
                </a:solidFill>
                <a:latin typeface="Tahoma"/>
                <a:cs typeface="Tahoma"/>
              </a:rPr>
              <a:t>Management</a:t>
            </a:r>
            <a:endParaRPr sz="1800">
              <a:latin typeface="Tahoma"/>
              <a:cs typeface="Tahoma"/>
            </a:endParaRPr>
          </a:p>
        </p:txBody>
      </p:sp>
      <p:grpSp>
        <p:nvGrpSpPr>
          <p:cNvPr id="8" name="object 8"/>
          <p:cNvGrpSpPr/>
          <p:nvPr/>
        </p:nvGrpSpPr>
        <p:grpSpPr>
          <a:xfrm>
            <a:off x="2239962" y="3551301"/>
            <a:ext cx="2097405" cy="935355"/>
            <a:chOff x="2239962" y="3551301"/>
            <a:chExt cx="2097405" cy="935355"/>
          </a:xfrm>
        </p:grpSpPr>
        <p:sp>
          <p:nvSpPr>
            <p:cNvPr id="9" name="object 9"/>
            <p:cNvSpPr/>
            <p:nvPr/>
          </p:nvSpPr>
          <p:spPr>
            <a:xfrm>
              <a:off x="2244725" y="3556063"/>
              <a:ext cx="2087880" cy="925830"/>
            </a:xfrm>
            <a:custGeom>
              <a:avLst/>
              <a:gdLst/>
              <a:ahLst/>
              <a:cxnLst/>
              <a:rect l="l" t="t" r="r" b="b"/>
              <a:pathLst>
                <a:path w="2087879" h="925829">
                  <a:moveTo>
                    <a:pt x="2087499" y="0"/>
                  </a:moveTo>
                  <a:lnTo>
                    <a:pt x="0" y="0"/>
                  </a:lnTo>
                  <a:lnTo>
                    <a:pt x="0" y="925512"/>
                  </a:lnTo>
                  <a:lnTo>
                    <a:pt x="2087499" y="925512"/>
                  </a:lnTo>
                  <a:lnTo>
                    <a:pt x="2087499" y="0"/>
                  </a:lnTo>
                  <a:close/>
                </a:path>
              </a:pathLst>
            </a:custGeom>
            <a:solidFill>
              <a:srgbClr val="FD8537">
                <a:alpha val="10195"/>
              </a:srgbClr>
            </a:solidFill>
          </p:spPr>
          <p:txBody>
            <a:bodyPr wrap="square" lIns="0" tIns="0" rIns="0" bIns="0" rtlCol="0"/>
            <a:lstStyle/>
            <a:p>
              <a:endParaRPr/>
            </a:p>
          </p:txBody>
        </p:sp>
        <p:sp>
          <p:nvSpPr>
            <p:cNvPr id="10" name="object 10"/>
            <p:cNvSpPr/>
            <p:nvPr/>
          </p:nvSpPr>
          <p:spPr>
            <a:xfrm>
              <a:off x="2244725" y="3556063"/>
              <a:ext cx="2087880" cy="925830"/>
            </a:xfrm>
            <a:custGeom>
              <a:avLst/>
              <a:gdLst/>
              <a:ahLst/>
              <a:cxnLst/>
              <a:rect l="l" t="t" r="r" b="b"/>
              <a:pathLst>
                <a:path w="2087879" h="925829">
                  <a:moveTo>
                    <a:pt x="0" y="925512"/>
                  </a:moveTo>
                  <a:lnTo>
                    <a:pt x="2087499" y="925512"/>
                  </a:lnTo>
                  <a:lnTo>
                    <a:pt x="2087499" y="0"/>
                  </a:lnTo>
                  <a:lnTo>
                    <a:pt x="0" y="0"/>
                  </a:lnTo>
                  <a:lnTo>
                    <a:pt x="0" y="925512"/>
                  </a:lnTo>
                  <a:close/>
                </a:path>
              </a:pathLst>
            </a:custGeom>
            <a:ln w="9525">
              <a:solidFill>
                <a:srgbClr val="000000"/>
              </a:solidFill>
            </a:ln>
          </p:spPr>
          <p:txBody>
            <a:bodyPr wrap="square" lIns="0" tIns="0" rIns="0" bIns="0" rtlCol="0"/>
            <a:lstStyle/>
            <a:p>
              <a:endParaRPr/>
            </a:p>
          </p:txBody>
        </p:sp>
      </p:grpSp>
      <p:sp>
        <p:nvSpPr>
          <p:cNvPr id="11" name="object 11"/>
          <p:cNvSpPr txBox="1"/>
          <p:nvPr/>
        </p:nvSpPr>
        <p:spPr>
          <a:xfrm>
            <a:off x="2685414" y="3589401"/>
            <a:ext cx="1205230" cy="848360"/>
          </a:xfrm>
          <a:prstGeom prst="rect">
            <a:avLst/>
          </a:prstGeom>
        </p:spPr>
        <p:txBody>
          <a:bodyPr vert="horz" wrap="square" lIns="0" tIns="12700" rIns="0" bIns="0" rtlCol="0">
            <a:spAutoFit/>
          </a:bodyPr>
          <a:lstStyle/>
          <a:p>
            <a:pPr marL="12065" marR="5080" indent="635" algn="ctr">
              <a:lnSpc>
                <a:spcPct val="100000"/>
              </a:lnSpc>
              <a:spcBef>
                <a:spcPts val="100"/>
              </a:spcBef>
            </a:pPr>
            <a:r>
              <a:rPr sz="1800" b="1" spc="-10" dirty="0">
                <a:solidFill>
                  <a:srgbClr val="7E7E7E"/>
                </a:solidFill>
                <a:latin typeface="Tahoma"/>
                <a:cs typeface="Tahoma"/>
              </a:rPr>
              <a:t>Estimate Activity Resources</a:t>
            </a:r>
            <a:endParaRPr sz="1800">
              <a:latin typeface="Tahoma"/>
              <a:cs typeface="Tahoma"/>
            </a:endParaRPr>
          </a:p>
        </p:txBody>
      </p:sp>
      <p:sp>
        <p:nvSpPr>
          <p:cNvPr id="12" name="object 12"/>
          <p:cNvSpPr txBox="1"/>
          <p:nvPr/>
        </p:nvSpPr>
        <p:spPr>
          <a:xfrm>
            <a:off x="522287" y="5146675"/>
            <a:ext cx="1506855" cy="650875"/>
          </a:xfrm>
          <a:prstGeom prst="rect">
            <a:avLst/>
          </a:prstGeom>
          <a:solidFill>
            <a:srgbClr val="FD8537">
              <a:alpha val="10195"/>
            </a:srgbClr>
          </a:solidFill>
          <a:ln w="9525">
            <a:solidFill>
              <a:srgbClr val="000000"/>
            </a:solidFill>
          </a:ln>
        </p:spPr>
        <p:txBody>
          <a:bodyPr vert="horz" wrap="square" lIns="0" tIns="46355" rIns="0" bIns="0" rtlCol="0">
            <a:spAutoFit/>
          </a:bodyPr>
          <a:lstStyle/>
          <a:p>
            <a:pPr marL="198120">
              <a:lnSpc>
                <a:spcPct val="100000"/>
              </a:lnSpc>
              <a:spcBef>
                <a:spcPts val="365"/>
              </a:spcBef>
            </a:pPr>
            <a:r>
              <a:rPr sz="1800" b="1" spc="-10" dirty="0">
                <a:solidFill>
                  <a:srgbClr val="7E7E7E"/>
                </a:solidFill>
                <a:latin typeface="Tahoma"/>
                <a:cs typeface="Tahoma"/>
              </a:rPr>
              <a:t>Sequence</a:t>
            </a:r>
            <a:endParaRPr sz="1800">
              <a:latin typeface="Tahoma"/>
              <a:cs typeface="Tahoma"/>
            </a:endParaRPr>
          </a:p>
          <a:p>
            <a:pPr marL="224154">
              <a:lnSpc>
                <a:spcPct val="100000"/>
              </a:lnSpc>
            </a:pPr>
            <a:r>
              <a:rPr sz="1800" b="1" spc="-10" dirty="0">
                <a:solidFill>
                  <a:srgbClr val="7E7E7E"/>
                </a:solidFill>
                <a:latin typeface="Tahoma"/>
                <a:cs typeface="Tahoma"/>
              </a:rPr>
              <a:t>Activities</a:t>
            </a:r>
            <a:endParaRPr sz="1800">
              <a:latin typeface="Tahoma"/>
              <a:cs typeface="Tahoma"/>
            </a:endParaRPr>
          </a:p>
        </p:txBody>
      </p:sp>
      <p:sp>
        <p:nvSpPr>
          <p:cNvPr id="13" name="object 13"/>
          <p:cNvSpPr/>
          <p:nvPr/>
        </p:nvSpPr>
        <p:spPr>
          <a:xfrm>
            <a:off x="1309624" y="2624200"/>
            <a:ext cx="5327650" cy="2513330"/>
          </a:xfrm>
          <a:custGeom>
            <a:avLst/>
            <a:gdLst/>
            <a:ahLst/>
            <a:cxnLst/>
            <a:rect l="l" t="t" r="r" b="b"/>
            <a:pathLst>
              <a:path w="5327650" h="2513329">
                <a:moveTo>
                  <a:pt x="1450594" y="232664"/>
                </a:moveTo>
                <a:lnTo>
                  <a:pt x="1445133" y="221234"/>
                </a:lnTo>
                <a:lnTo>
                  <a:pt x="66192" y="874433"/>
                </a:lnTo>
                <a:lnTo>
                  <a:pt x="52578" y="845693"/>
                </a:lnTo>
                <a:lnTo>
                  <a:pt x="0" y="912749"/>
                </a:lnTo>
                <a:lnTo>
                  <a:pt x="85217" y="914527"/>
                </a:lnTo>
                <a:lnTo>
                  <a:pt x="74193" y="891286"/>
                </a:lnTo>
                <a:lnTo>
                  <a:pt x="71628" y="885875"/>
                </a:lnTo>
                <a:lnTo>
                  <a:pt x="1450594" y="232664"/>
                </a:lnTo>
                <a:close/>
              </a:path>
              <a:path w="5327650" h="2513329">
                <a:moveTo>
                  <a:pt x="1625600" y="2512949"/>
                </a:moveTo>
                <a:lnTo>
                  <a:pt x="1608277" y="2487168"/>
                </a:lnTo>
                <a:lnTo>
                  <a:pt x="1578102" y="2442210"/>
                </a:lnTo>
                <a:lnTo>
                  <a:pt x="1562468" y="2469858"/>
                </a:lnTo>
                <a:lnTo>
                  <a:pt x="15875" y="1592961"/>
                </a:lnTo>
                <a:lnTo>
                  <a:pt x="9652" y="1604010"/>
                </a:lnTo>
                <a:lnTo>
                  <a:pt x="1556232" y="2480894"/>
                </a:lnTo>
                <a:lnTo>
                  <a:pt x="1540637" y="2508504"/>
                </a:lnTo>
                <a:lnTo>
                  <a:pt x="1625600" y="2512949"/>
                </a:lnTo>
                <a:close/>
              </a:path>
              <a:path w="5327650" h="2513329">
                <a:moveTo>
                  <a:pt x="1981200" y="2436749"/>
                </a:moveTo>
                <a:lnTo>
                  <a:pt x="1949450" y="2436749"/>
                </a:lnTo>
                <a:lnTo>
                  <a:pt x="1949450" y="1855724"/>
                </a:lnTo>
                <a:lnTo>
                  <a:pt x="1936750" y="1855724"/>
                </a:lnTo>
                <a:lnTo>
                  <a:pt x="1936750" y="2436749"/>
                </a:lnTo>
                <a:lnTo>
                  <a:pt x="1905000" y="2436749"/>
                </a:lnTo>
                <a:lnTo>
                  <a:pt x="1943100" y="2512949"/>
                </a:lnTo>
                <a:lnTo>
                  <a:pt x="1974850" y="2449449"/>
                </a:lnTo>
                <a:lnTo>
                  <a:pt x="1981200" y="2436749"/>
                </a:lnTo>
                <a:close/>
              </a:path>
              <a:path w="5327650" h="2513329">
                <a:moveTo>
                  <a:pt x="1981200" y="836549"/>
                </a:moveTo>
                <a:lnTo>
                  <a:pt x="1949450" y="836549"/>
                </a:lnTo>
                <a:lnTo>
                  <a:pt x="1949450" y="192024"/>
                </a:lnTo>
                <a:lnTo>
                  <a:pt x="1936750" y="192024"/>
                </a:lnTo>
                <a:lnTo>
                  <a:pt x="1936750" y="836549"/>
                </a:lnTo>
                <a:lnTo>
                  <a:pt x="1905000" y="836549"/>
                </a:lnTo>
                <a:lnTo>
                  <a:pt x="1943100" y="912749"/>
                </a:lnTo>
                <a:lnTo>
                  <a:pt x="1974850" y="849249"/>
                </a:lnTo>
                <a:lnTo>
                  <a:pt x="1981200" y="836549"/>
                </a:lnTo>
                <a:close/>
              </a:path>
              <a:path w="5327650" h="2513329">
                <a:moveTo>
                  <a:pt x="5318976" y="116586"/>
                </a:moveTo>
                <a:lnTo>
                  <a:pt x="5264023" y="116586"/>
                </a:lnTo>
                <a:lnTo>
                  <a:pt x="5251323" y="116586"/>
                </a:lnTo>
                <a:lnTo>
                  <a:pt x="5250180" y="147828"/>
                </a:lnTo>
                <a:lnTo>
                  <a:pt x="5318976" y="116586"/>
                </a:lnTo>
                <a:close/>
              </a:path>
              <a:path w="5327650" h="2513329">
                <a:moveTo>
                  <a:pt x="5327650" y="112649"/>
                </a:moveTo>
                <a:lnTo>
                  <a:pt x="5252974" y="71755"/>
                </a:lnTo>
                <a:lnTo>
                  <a:pt x="5251805" y="103416"/>
                </a:lnTo>
                <a:lnTo>
                  <a:pt x="2472055" y="0"/>
                </a:lnTo>
                <a:lnTo>
                  <a:pt x="2471547" y="12573"/>
                </a:lnTo>
                <a:lnTo>
                  <a:pt x="5251335" y="116116"/>
                </a:lnTo>
                <a:lnTo>
                  <a:pt x="5264035" y="116116"/>
                </a:lnTo>
                <a:lnTo>
                  <a:pt x="5320017" y="116116"/>
                </a:lnTo>
                <a:lnTo>
                  <a:pt x="5327650" y="112649"/>
                </a:lnTo>
                <a:close/>
              </a:path>
            </a:pathLst>
          </a:custGeom>
          <a:solidFill>
            <a:srgbClr val="000000">
              <a:alpha val="12940"/>
            </a:srgbClr>
          </a:solidFill>
        </p:spPr>
        <p:txBody>
          <a:bodyPr wrap="square" lIns="0" tIns="0" rIns="0" bIns="0" rtlCol="0"/>
          <a:lstStyle/>
          <a:p>
            <a:endParaRPr/>
          </a:p>
        </p:txBody>
      </p:sp>
      <p:sp>
        <p:nvSpPr>
          <p:cNvPr id="14" name="object 14"/>
          <p:cNvSpPr/>
          <p:nvPr/>
        </p:nvSpPr>
        <p:spPr>
          <a:xfrm>
            <a:off x="1213662" y="5813475"/>
            <a:ext cx="1945639" cy="271780"/>
          </a:xfrm>
          <a:custGeom>
            <a:avLst/>
            <a:gdLst/>
            <a:ahLst/>
            <a:cxnLst/>
            <a:rect l="l" t="t" r="r" b="b"/>
            <a:pathLst>
              <a:path w="1945639" h="271779">
                <a:moveTo>
                  <a:pt x="1869061" y="239939"/>
                </a:moveTo>
                <a:lnTo>
                  <a:pt x="1865198" y="271462"/>
                </a:lnTo>
                <a:lnTo>
                  <a:pt x="1945462" y="242836"/>
                </a:lnTo>
                <a:lnTo>
                  <a:pt x="1943410" y="241477"/>
                </a:lnTo>
                <a:lnTo>
                  <a:pt x="1881708" y="241477"/>
                </a:lnTo>
                <a:lnTo>
                  <a:pt x="1869061" y="239939"/>
                </a:lnTo>
                <a:close/>
              </a:path>
              <a:path w="1945639" h="271779">
                <a:moveTo>
                  <a:pt x="1870606" y="227331"/>
                </a:moveTo>
                <a:lnTo>
                  <a:pt x="1869061" y="239939"/>
                </a:lnTo>
                <a:lnTo>
                  <a:pt x="1881708" y="241477"/>
                </a:lnTo>
                <a:lnTo>
                  <a:pt x="1883232" y="228866"/>
                </a:lnTo>
                <a:lnTo>
                  <a:pt x="1870606" y="227331"/>
                </a:lnTo>
                <a:close/>
              </a:path>
              <a:path w="1945639" h="271779">
                <a:moveTo>
                  <a:pt x="1874469" y="195808"/>
                </a:moveTo>
                <a:lnTo>
                  <a:pt x="1870606" y="227331"/>
                </a:lnTo>
                <a:lnTo>
                  <a:pt x="1883232" y="228866"/>
                </a:lnTo>
                <a:lnTo>
                  <a:pt x="1881708" y="241477"/>
                </a:lnTo>
                <a:lnTo>
                  <a:pt x="1943410" y="241477"/>
                </a:lnTo>
                <a:lnTo>
                  <a:pt x="1874469" y="195808"/>
                </a:lnTo>
                <a:close/>
              </a:path>
              <a:path w="1945639" h="271779">
                <a:moveTo>
                  <a:pt x="1536" y="0"/>
                </a:moveTo>
                <a:lnTo>
                  <a:pt x="0" y="12598"/>
                </a:lnTo>
                <a:lnTo>
                  <a:pt x="1869061" y="239939"/>
                </a:lnTo>
                <a:lnTo>
                  <a:pt x="1870606" y="227331"/>
                </a:lnTo>
                <a:lnTo>
                  <a:pt x="1536" y="0"/>
                </a:lnTo>
                <a:close/>
              </a:path>
            </a:pathLst>
          </a:custGeom>
          <a:solidFill>
            <a:srgbClr val="000000">
              <a:alpha val="12940"/>
            </a:srgbClr>
          </a:solidFill>
        </p:spPr>
        <p:txBody>
          <a:bodyPr wrap="square" lIns="0" tIns="0" rIns="0" bIns="0" rtlCol="0"/>
          <a:lstStyle/>
          <a:p>
            <a:endParaRPr/>
          </a:p>
        </p:txBody>
      </p:sp>
      <p:sp>
        <p:nvSpPr>
          <p:cNvPr id="15" name="object 15"/>
          <p:cNvSpPr/>
          <p:nvPr/>
        </p:nvSpPr>
        <p:spPr>
          <a:xfrm>
            <a:off x="3286125" y="5807075"/>
            <a:ext cx="76200" cy="274955"/>
          </a:xfrm>
          <a:custGeom>
            <a:avLst/>
            <a:gdLst/>
            <a:ahLst/>
            <a:cxnLst/>
            <a:rect l="l" t="t" r="r" b="b"/>
            <a:pathLst>
              <a:path w="76200" h="274954">
                <a:moveTo>
                  <a:pt x="31750" y="198437"/>
                </a:moveTo>
                <a:lnTo>
                  <a:pt x="0" y="198437"/>
                </a:lnTo>
                <a:lnTo>
                  <a:pt x="38100" y="274637"/>
                </a:lnTo>
                <a:lnTo>
                  <a:pt x="69850" y="211137"/>
                </a:lnTo>
                <a:lnTo>
                  <a:pt x="31750" y="211137"/>
                </a:lnTo>
                <a:lnTo>
                  <a:pt x="31750" y="198437"/>
                </a:lnTo>
                <a:close/>
              </a:path>
              <a:path w="76200" h="274954">
                <a:moveTo>
                  <a:pt x="44450" y="0"/>
                </a:moveTo>
                <a:lnTo>
                  <a:pt x="31750" y="0"/>
                </a:lnTo>
                <a:lnTo>
                  <a:pt x="31750" y="211137"/>
                </a:lnTo>
                <a:lnTo>
                  <a:pt x="44450" y="211137"/>
                </a:lnTo>
                <a:lnTo>
                  <a:pt x="44450" y="0"/>
                </a:lnTo>
                <a:close/>
              </a:path>
              <a:path w="76200" h="274954">
                <a:moveTo>
                  <a:pt x="76200" y="198437"/>
                </a:moveTo>
                <a:lnTo>
                  <a:pt x="44450" y="198437"/>
                </a:lnTo>
                <a:lnTo>
                  <a:pt x="44450" y="211137"/>
                </a:lnTo>
                <a:lnTo>
                  <a:pt x="69850" y="211137"/>
                </a:lnTo>
                <a:lnTo>
                  <a:pt x="76200" y="198437"/>
                </a:lnTo>
                <a:close/>
              </a:path>
            </a:pathLst>
          </a:custGeom>
          <a:solidFill>
            <a:srgbClr val="000000">
              <a:alpha val="12940"/>
            </a:srgbClr>
          </a:solidFill>
        </p:spPr>
        <p:txBody>
          <a:bodyPr wrap="square" lIns="0" tIns="0" rIns="0" bIns="0" rtlCol="0"/>
          <a:lstStyle/>
          <a:p>
            <a:endParaRPr/>
          </a:p>
        </p:txBody>
      </p:sp>
      <p:sp>
        <p:nvSpPr>
          <p:cNvPr id="16" name="object 16"/>
          <p:cNvSpPr/>
          <p:nvPr/>
        </p:nvSpPr>
        <p:spPr>
          <a:xfrm>
            <a:off x="1119187" y="4222750"/>
            <a:ext cx="76200" cy="914400"/>
          </a:xfrm>
          <a:custGeom>
            <a:avLst/>
            <a:gdLst/>
            <a:ahLst/>
            <a:cxnLst/>
            <a:rect l="l" t="t" r="r" b="b"/>
            <a:pathLst>
              <a:path w="76200" h="914400">
                <a:moveTo>
                  <a:pt x="31750" y="838200"/>
                </a:moveTo>
                <a:lnTo>
                  <a:pt x="0" y="838200"/>
                </a:lnTo>
                <a:lnTo>
                  <a:pt x="38100" y="914400"/>
                </a:lnTo>
                <a:lnTo>
                  <a:pt x="69850" y="850900"/>
                </a:lnTo>
                <a:lnTo>
                  <a:pt x="31750" y="850900"/>
                </a:lnTo>
                <a:lnTo>
                  <a:pt x="31750" y="838200"/>
                </a:lnTo>
                <a:close/>
              </a:path>
              <a:path w="76200" h="914400">
                <a:moveTo>
                  <a:pt x="44450" y="0"/>
                </a:moveTo>
                <a:lnTo>
                  <a:pt x="31750" y="0"/>
                </a:lnTo>
                <a:lnTo>
                  <a:pt x="31750" y="850900"/>
                </a:lnTo>
                <a:lnTo>
                  <a:pt x="44450" y="850900"/>
                </a:lnTo>
                <a:lnTo>
                  <a:pt x="44450" y="0"/>
                </a:lnTo>
                <a:close/>
              </a:path>
              <a:path w="76200" h="914400">
                <a:moveTo>
                  <a:pt x="76200" y="838200"/>
                </a:moveTo>
                <a:lnTo>
                  <a:pt x="44450" y="838200"/>
                </a:lnTo>
                <a:lnTo>
                  <a:pt x="44450" y="850900"/>
                </a:lnTo>
                <a:lnTo>
                  <a:pt x="69850" y="850900"/>
                </a:lnTo>
                <a:lnTo>
                  <a:pt x="76200" y="838200"/>
                </a:lnTo>
                <a:close/>
              </a:path>
            </a:pathLst>
          </a:custGeom>
          <a:solidFill>
            <a:srgbClr val="000000">
              <a:alpha val="12940"/>
            </a:srgbClr>
          </a:solidFill>
        </p:spPr>
        <p:txBody>
          <a:bodyPr wrap="square" lIns="0" tIns="0" rIns="0" bIns="0" rtlCol="0"/>
          <a:lstStyle/>
          <a:p>
            <a:endParaRPr/>
          </a:p>
        </p:txBody>
      </p:sp>
      <p:sp>
        <p:nvSpPr>
          <p:cNvPr id="17" name="object 17"/>
          <p:cNvSpPr txBox="1"/>
          <p:nvPr/>
        </p:nvSpPr>
        <p:spPr>
          <a:xfrm>
            <a:off x="4476750" y="3576701"/>
            <a:ext cx="1297305" cy="650875"/>
          </a:xfrm>
          <a:prstGeom prst="rect">
            <a:avLst/>
          </a:prstGeom>
          <a:solidFill>
            <a:srgbClr val="FD8537">
              <a:alpha val="10195"/>
            </a:srgbClr>
          </a:solidFill>
          <a:ln w="9525">
            <a:solidFill>
              <a:srgbClr val="000000"/>
            </a:solidFill>
          </a:ln>
        </p:spPr>
        <p:txBody>
          <a:bodyPr vert="horz" wrap="square" lIns="0" tIns="45720" rIns="0" bIns="0" rtlCol="0">
            <a:spAutoFit/>
          </a:bodyPr>
          <a:lstStyle/>
          <a:p>
            <a:pPr marL="1270" algn="ctr">
              <a:lnSpc>
                <a:spcPct val="100000"/>
              </a:lnSpc>
              <a:spcBef>
                <a:spcPts val="360"/>
              </a:spcBef>
            </a:pPr>
            <a:r>
              <a:rPr sz="1800" b="1" spc="-10" dirty="0">
                <a:solidFill>
                  <a:srgbClr val="7E7E7E"/>
                </a:solidFill>
                <a:latin typeface="Tahoma"/>
                <a:cs typeface="Tahoma"/>
              </a:rPr>
              <a:t>Estimate</a:t>
            </a:r>
            <a:endParaRPr sz="1800">
              <a:latin typeface="Tahoma"/>
              <a:cs typeface="Tahoma"/>
            </a:endParaRPr>
          </a:p>
          <a:p>
            <a:pPr marL="2540" algn="ctr">
              <a:lnSpc>
                <a:spcPct val="100000"/>
              </a:lnSpc>
            </a:pPr>
            <a:r>
              <a:rPr sz="1800" b="1" spc="-10" dirty="0">
                <a:solidFill>
                  <a:srgbClr val="7E7E7E"/>
                </a:solidFill>
                <a:latin typeface="Tahoma"/>
                <a:cs typeface="Tahoma"/>
              </a:rPr>
              <a:t>Costs</a:t>
            </a:r>
            <a:endParaRPr sz="1800">
              <a:latin typeface="Tahoma"/>
              <a:cs typeface="Tahoma"/>
            </a:endParaRPr>
          </a:p>
        </p:txBody>
      </p:sp>
      <p:sp>
        <p:nvSpPr>
          <p:cNvPr id="18" name="object 18"/>
          <p:cNvSpPr/>
          <p:nvPr/>
        </p:nvSpPr>
        <p:spPr>
          <a:xfrm>
            <a:off x="3633724" y="2802762"/>
            <a:ext cx="1540510" cy="2322195"/>
          </a:xfrm>
          <a:custGeom>
            <a:avLst/>
            <a:gdLst/>
            <a:ahLst/>
            <a:cxnLst/>
            <a:rect l="l" t="t" r="r" b="b"/>
            <a:pathLst>
              <a:path w="1540510" h="2322195">
                <a:moveTo>
                  <a:pt x="1460500" y="772287"/>
                </a:moveTo>
                <a:lnTo>
                  <a:pt x="1443253" y="747522"/>
                </a:lnTo>
                <a:lnTo>
                  <a:pt x="1411859" y="702437"/>
                </a:lnTo>
                <a:lnTo>
                  <a:pt x="1396682" y="730313"/>
                </a:lnTo>
                <a:lnTo>
                  <a:pt x="53848" y="0"/>
                </a:lnTo>
                <a:lnTo>
                  <a:pt x="47879" y="11049"/>
                </a:lnTo>
                <a:lnTo>
                  <a:pt x="1390586" y="741489"/>
                </a:lnTo>
                <a:lnTo>
                  <a:pt x="1375410" y="769366"/>
                </a:lnTo>
                <a:lnTo>
                  <a:pt x="1460500" y="772287"/>
                </a:lnTo>
                <a:close/>
              </a:path>
              <a:path w="1540510" h="2322195">
                <a:moveTo>
                  <a:pt x="1540002" y="1425448"/>
                </a:moveTo>
                <a:lnTo>
                  <a:pt x="1533525" y="1414526"/>
                </a:lnTo>
                <a:lnTo>
                  <a:pt x="62547" y="2277656"/>
                </a:lnTo>
                <a:lnTo>
                  <a:pt x="46482" y="2250313"/>
                </a:lnTo>
                <a:lnTo>
                  <a:pt x="0" y="2321687"/>
                </a:lnTo>
                <a:lnTo>
                  <a:pt x="85090" y="2315972"/>
                </a:lnTo>
                <a:lnTo>
                  <a:pt x="72758" y="2295017"/>
                </a:lnTo>
                <a:lnTo>
                  <a:pt x="68986" y="2288603"/>
                </a:lnTo>
                <a:lnTo>
                  <a:pt x="1540002" y="1425448"/>
                </a:lnTo>
                <a:close/>
              </a:path>
            </a:pathLst>
          </a:custGeom>
          <a:solidFill>
            <a:srgbClr val="000000">
              <a:alpha val="12940"/>
            </a:srgbClr>
          </a:solidFill>
        </p:spPr>
        <p:txBody>
          <a:bodyPr wrap="square" lIns="0" tIns="0" rIns="0" bIns="0" rtlCol="0"/>
          <a:lstStyle/>
          <a:p>
            <a:endParaRPr/>
          </a:p>
        </p:txBody>
      </p:sp>
      <p:sp>
        <p:nvSpPr>
          <p:cNvPr id="19" name="object 19"/>
          <p:cNvSpPr txBox="1"/>
          <p:nvPr/>
        </p:nvSpPr>
        <p:spPr>
          <a:xfrm>
            <a:off x="7100823" y="3556000"/>
            <a:ext cx="1713230" cy="1200150"/>
          </a:xfrm>
          <a:prstGeom prst="rect">
            <a:avLst/>
          </a:prstGeom>
          <a:solidFill>
            <a:srgbClr val="FD8537">
              <a:alpha val="10195"/>
            </a:srgbClr>
          </a:solidFill>
          <a:ln w="9525">
            <a:solidFill>
              <a:srgbClr val="000000"/>
            </a:solidFill>
          </a:ln>
        </p:spPr>
        <p:txBody>
          <a:bodyPr vert="horz" wrap="square" lIns="0" tIns="45720" rIns="0" bIns="0" rtlCol="0">
            <a:spAutoFit/>
          </a:bodyPr>
          <a:lstStyle/>
          <a:p>
            <a:pPr marL="325755" marR="316865" indent="635" algn="ctr">
              <a:lnSpc>
                <a:spcPct val="100000"/>
              </a:lnSpc>
              <a:spcBef>
                <a:spcPts val="360"/>
              </a:spcBef>
            </a:pPr>
            <a:r>
              <a:rPr sz="1800" b="1" spc="-10" dirty="0">
                <a:solidFill>
                  <a:srgbClr val="7E7E7E"/>
                </a:solidFill>
                <a:latin typeface="Tahoma"/>
                <a:cs typeface="Tahoma"/>
              </a:rPr>
              <a:t>Develop Human Resource </a:t>
            </a:r>
            <a:r>
              <a:rPr sz="1800" b="1" spc="-20" dirty="0">
                <a:solidFill>
                  <a:srgbClr val="7E7E7E"/>
                </a:solidFill>
                <a:latin typeface="Tahoma"/>
                <a:cs typeface="Tahoma"/>
              </a:rPr>
              <a:t>Plan</a:t>
            </a:r>
            <a:endParaRPr sz="1800">
              <a:latin typeface="Tahoma"/>
              <a:cs typeface="Tahoma"/>
            </a:endParaRPr>
          </a:p>
        </p:txBody>
      </p:sp>
      <p:sp>
        <p:nvSpPr>
          <p:cNvPr id="20" name="object 20"/>
          <p:cNvSpPr txBox="1"/>
          <p:nvPr/>
        </p:nvSpPr>
        <p:spPr>
          <a:xfrm>
            <a:off x="5845175" y="3556000"/>
            <a:ext cx="1151255" cy="650875"/>
          </a:xfrm>
          <a:prstGeom prst="rect">
            <a:avLst/>
          </a:prstGeom>
          <a:solidFill>
            <a:srgbClr val="FD8537">
              <a:alpha val="10195"/>
            </a:srgbClr>
          </a:solidFill>
          <a:ln w="9525">
            <a:solidFill>
              <a:srgbClr val="000000"/>
            </a:solidFill>
          </a:ln>
        </p:spPr>
        <p:txBody>
          <a:bodyPr vert="horz" wrap="square" lIns="0" tIns="45720" rIns="0" bIns="0" rtlCol="0">
            <a:spAutoFit/>
          </a:bodyPr>
          <a:lstStyle/>
          <a:p>
            <a:pPr marL="164465" marR="154940" indent="160020">
              <a:lnSpc>
                <a:spcPct val="100000"/>
              </a:lnSpc>
              <a:spcBef>
                <a:spcPts val="360"/>
              </a:spcBef>
            </a:pPr>
            <a:r>
              <a:rPr sz="1800" b="1" spc="-20" dirty="0">
                <a:solidFill>
                  <a:srgbClr val="7E7E7E"/>
                </a:solidFill>
                <a:latin typeface="Tahoma"/>
                <a:cs typeface="Tahoma"/>
              </a:rPr>
              <a:t>Plan </a:t>
            </a:r>
            <a:r>
              <a:rPr sz="1800" b="1" spc="-10" dirty="0">
                <a:solidFill>
                  <a:srgbClr val="7E7E7E"/>
                </a:solidFill>
                <a:latin typeface="Tahoma"/>
                <a:cs typeface="Tahoma"/>
              </a:rPr>
              <a:t>Quality</a:t>
            </a:r>
            <a:endParaRPr sz="1800">
              <a:latin typeface="Tahoma"/>
              <a:cs typeface="Tahoma"/>
            </a:endParaRPr>
          </a:p>
        </p:txBody>
      </p:sp>
      <p:sp>
        <p:nvSpPr>
          <p:cNvPr id="21" name="object 21"/>
          <p:cNvSpPr/>
          <p:nvPr/>
        </p:nvSpPr>
        <p:spPr>
          <a:xfrm>
            <a:off x="3754120" y="2675127"/>
            <a:ext cx="4185285" cy="883919"/>
          </a:xfrm>
          <a:custGeom>
            <a:avLst/>
            <a:gdLst/>
            <a:ahLst/>
            <a:cxnLst/>
            <a:rect l="l" t="t" r="r" b="b"/>
            <a:pathLst>
              <a:path w="4185284" h="883920">
                <a:moveTo>
                  <a:pt x="2584704" y="861822"/>
                </a:moveTo>
                <a:lnTo>
                  <a:pt x="2571445" y="849122"/>
                </a:lnTo>
                <a:lnTo>
                  <a:pt x="2523236" y="802894"/>
                </a:lnTo>
                <a:lnTo>
                  <a:pt x="2513876" y="833170"/>
                </a:lnTo>
                <a:lnTo>
                  <a:pt x="3810" y="55626"/>
                </a:lnTo>
                <a:lnTo>
                  <a:pt x="0" y="67818"/>
                </a:lnTo>
                <a:lnTo>
                  <a:pt x="2510104" y="845375"/>
                </a:lnTo>
                <a:lnTo>
                  <a:pt x="2500757" y="875665"/>
                </a:lnTo>
                <a:lnTo>
                  <a:pt x="2584704" y="861822"/>
                </a:lnTo>
                <a:close/>
              </a:path>
              <a:path w="4185284" h="883920">
                <a:moveTo>
                  <a:pt x="4184904" y="861822"/>
                </a:moveTo>
                <a:lnTo>
                  <a:pt x="4176649" y="855345"/>
                </a:lnTo>
                <a:lnTo>
                  <a:pt x="4117975" y="809244"/>
                </a:lnTo>
                <a:lnTo>
                  <a:pt x="4111561" y="840346"/>
                </a:lnTo>
                <a:lnTo>
                  <a:pt x="11176" y="0"/>
                </a:lnTo>
                <a:lnTo>
                  <a:pt x="8509" y="12319"/>
                </a:lnTo>
                <a:lnTo>
                  <a:pt x="4108996" y="852779"/>
                </a:lnTo>
                <a:lnTo>
                  <a:pt x="4102608" y="883805"/>
                </a:lnTo>
                <a:lnTo>
                  <a:pt x="4184904" y="861822"/>
                </a:lnTo>
                <a:close/>
              </a:path>
            </a:pathLst>
          </a:custGeom>
          <a:solidFill>
            <a:srgbClr val="000000">
              <a:alpha val="12940"/>
            </a:srgbClr>
          </a:solidFill>
        </p:spPr>
        <p:txBody>
          <a:bodyPr wrap="square" lIns="0" tIns="0" rIns="0" bIns="0" rtlCol="0"/>
          <a:lstStyle/>
          <a:p>
            <a:endParaRPr/>
          </a:p>
        </p:txBody>
      </p:sp>
      <p:sp>
        <p:nvSpPr>
          <p:cNvPr id="22" name="object 22"/>
          <p:cNvSpPr txBox="1"/>
          <p:nvPr/>
        </p:nvSpPr>
        <p:spPr>
          <a:xfrm>
            <a:off x="4548123" y="4899025"/>
            <a:ext cx="1475105" cy="650875"/>
          </a:xfrm>
          <a:prstGeom prst="rect">
            <a:avLst/>
          </a:prstGeom>
          <a:solidFill>
            <a:srgbClr val="FD8537">
              <a:alpha val="10195"/>
            </a:srgbClr>
          </a:solidFill>
          <a:ln w="9525">
            <a:solidFill>
              <a:srgbClr val="000000"/>
            </a:solidFill>
          </a:ln>
        </p:spPr>
        <p:txBody>
          <a:bodyPr vert="horz" wrap="square" lIns="0" tIns="46355" rIns="0" bIns="0" rtlCol="0">
            <a:spAutoFit/>
          </a:bodyPr>
          <a:lstStyle/>
          <a:p>
            <a:pPr marL="327025" marR="127000" indent="-193675">
              <a:lnSpc>
                <a:spcPct val="100000"/>
              </a:lnSpc>
              <a:spcBef>
                <a:spcPts val="365"/>
              </a:spcBef>
            </a:pPr>
            <a:r>
              <a:rPr sz="1800" b="1" spc="-10" dirty="0">
                <a:solidFill>
                  <a:srgbClr val="7E7E7E"/>
                </a:solidFill>
                <a:latin typeface="Tahoma"/>
                <a:cs typeface="Tahoma"/>
              </a:rPr>
              <a:t>Determine Budget</a:t>
            </a:r>
            <a:endParaRPr sz="1800">
              <a:latin typeface="Tahoma"/>
              <a:cs typeface="Tahoma"/>
            </a:endParaRPr>
          </a:p>
        </p:txBody>
      </p:sp>
      <p:grpSp>
        <p:nvGrpSpPr>
          <p:cNvPr id="23" name="object 23"/>
          <p:cNvGrpSpPr/>
          <p:nvPr/>
        </p:nvGrpSpPr>
        <p:grpSpPr>
          <a:xfrm>
            <a:off x="2570162" y="1433512"/>
            <a:ext cx="5297805" cy="4860290"/>
            <a:chOff x="2570162" y="1433512"/>
            <a:chExt cx="5297805" cy="4860290"/>
          </a:xfrm>
        </p:grpSpPr>
        <p:sp>
          <p:nvSpPr>
            <p:cNvPr id="24" name="object 24"/>
            <p:cNvSpPr/>
            <p:nvPr/>
          </p:nvSpPr>
          <p:spPr>
            <a:xfrm>
              <a:off x="5157723" y="4222750"/>
              <a:ext cx="76200" cy="660400"/>
            </a:xfrm>
            <a:custGeom>
              <a:avLst/>
              <a:gdLst/>
              <a:ahLst/>
              <a:cxnLst/>
              <a:rect l="l" t="t" r="r" b="b"/>
              <a:pathLst>
                <a:path w="76200" h="660400">
                  <a:moveTo>
                    <a:pt x="31750" y="584200"/>
                  </a:moveTo>
                  <a:lnTo>
                    <a:pt x="0" y="584200"/>
                  </a:lnTo>
                  <a:lnTo>
                    <a:pt x="38100" y="660400"/>
                  </a:lnTo>
                  <a:lnTo>
                    <a:pt x="69850" y="596900"/>
                  </a:lnTo>
                  <a:lnTo>
                    <a:pt x="31750" y="596900"/>
                  </a:lnTo>
                  <a:lnTo>
                    <a:pt x="31750" y="584200"/>
                  </a:lnTo>
                  <a:close/>
                </a:path>
                <a:path w="76200" h="660400">
                  <a:moveTo>
                    <a:pt x="44450" y="0"/>
                  </a:moveTo>
                  <a:lnTo>
                    <a:pt x="31750" y="0"/>
                  </a:lnTo>
                  <a:lnTo>
                    <a:pt x="31750" y="596900"/>
                  </a:lnTo>
                  <a:lnTo>
                    <a:pt x="44450" y="596900"/>
                  </a:lnTo>
                  <a:lnTo>
                    <a:pt x="44450" y="0"/>
                  </a:lnTo>
                  <a:close/>
                </a:path>
                <a:path w="76200" h="660400">
                  <a:moveTo>
                    <a:pt x="76200" y="584200"/>
                  </a:moveTo>
                  <a:lnTo>
                    <a:pt x="44450" y="584200"/>
                  </a:lnTo>
                  <a:lnTo>
                    <a:pt x="44450" y="596900"/>
                  </a:lnTo>
                  <a:lnTo>
                    <a:pt x="69850" y="596900"/>
                  </a:lnTo>
                  <a:lnTo>
                    <a:pt x="76200" y="584200"/>
                  </a:lnTo>
                  <a:close/>
                </a:path>
              </a:pathLst>
            </a:custGeom>
            <a:solidFill>
              <a:srgbClr val="000000">
                <a:alpha val="12940"/>
              </a:srgbClr>
            </a:solidFill>
          </p:spPr>
          <p:txBody>
            <a:bodyPr wrap="square" lIns="0" tIns="0" rIns="0" bIns="0" rtlCol="0"/>
            <a:lstStyle/>
            <a:p>
              <a:endParaRPr/>
            </a:p>
          </p:txBody>
        </p:sp>
        <p:sp>
          <p:nvSpPr>
            <p:cNvPr id="25" name="object 25"/>
            <p:cNvSpPr/>
            <p:nvPr/>
          </p:nvSpPr>
          <p:spPr>
            <a:xfrm>
              <a:off x="6415023" y="4210050"/>
              <a:ext cx="5080" cy="1656080"/>
            </a:xfrm>
            <a:custGeom>
              <a:avLst/>
              <a:gdLst/>
              <a:ahLst/>
              <a:cxnLst/>
              <a:rect l="l" t="t" r="r" b="b"/>
              <a:pathLst>
                <a:path w="5079" h="1656079">
                  <a:moveTo>
                    <a:pt x="0" y="0"/>
                  </a:moveTo>
                  <a:lnTo>
                    <a:pt x="4825" y="1655762"/>
                  </a:lnTo>
                </a:path>
              </a:pathLst>
            </a:custGeom>
            <a:ln w="9524">
              <a:solidFill>
                <a:srgbClr val="000000"/>
              </a:solidFill>
            </a:ln>
          </p:spPr>
          <p:txBody>
            <a:bodyPr wrap="square" lIns="0" tIns="0" rIns="0" bIns="0" rtlCol="0"/>
            <a:lstStyle/>
            <a:p>
              <a:endParaRPr/>
            </a:p>
          </p:txBody>
        </p:sp>
        <p:sp>
          <p:nvSpPr>
            <p:cNvPr id="26" name="object 26"/>
            <p:cNvSpPr/>
            <p:nvPr/>
          </p:nvSpPr>
          <p:spPr>
            <a:xfrm>
              <a:off x="4319523" y="5859526"/>
              <a:ext cx="2101215" cy="330835"/>
            </a:xfrm>
            <a:custGeom>
              <a:avLst/>
              <a:gdLst/>
              <a:ahLst/>
              <a:cxnLst/>
              <a:rect l="l" t="t" r="r" b="b"/>
              <a:pathLst>
                <a:path w="2101215" h="330835">
                  <a:moveTo>
                    <a:pt x="70230" y="254762"/>
                  </a:moveTo>
                  <a:lnTo>
                    <a:pt x="0" y="303149"/>
                  </a:lnTo>
                  <a:lnTo>
                    <a:pt x="80899" y="330212"/>
                  </a:lnTo>
                  <a:lnTo>
                    <a:pt x="76704" y="300545"/>
                  </a:lnTo>
                  <a:lnTo>
                    <a:pt x="63880" y="300545"/>
                  </a:lnTo>
                  <a:lnTo>
                    <a:pt x="62102" y="287972"/>
                  </a:lnTo>
                  <a:lnTo>
                    <a:pt x="74675" y="286195"/>
                  </a:lnTo>
                  <a:lnTo>
                    <a:pt x="70230" y="254762"/>
                  </a:lnTo>
                  <a:close/>
                </a:path>
                <a:path w="2101215" h="330835">
                  <a:moveTo>
                    <a:pt x="74675" y="286195"/>
                  </a:moveTo>
                  <a:lnTo>
                    <a:pt x="62102" y="287972"/>
                  </a:lnTo>
                  <a:lnTo>
                    <a:pt x="63880" y="300545"/>
                  </a:lnTo>
                  <a:lnTo>
                    <a:pt x="76453" y="298768"/>
                  </a:lnTo>
                  <a:lnTo>
                    <a:pt x="74675" y="286195"/>
                  </a:lnTo>
                  <a:close/>
                </a:path>
                <a:path w="2101215" h="330835">
                  <a:moveTo>
                    <a:pt x="76453" y="298768"/>
                  </a:moveTo>
                  <a:lnTo>
                    <a:pt x="63880" y="300545"/>
                  </a:lnTo>
                  <a:lnTo>
                    <a:pt x="76704" y="300545"/>
                  </a:lnTo>
                  <a:lnTo>
                    <a:pt x="76453" y="298768"/>
                  </a:lnTo>
                  <a:close/>
                </a:path>
                <a:path w="2101215" h="330835">
                  <a:moveTo>
                    <a:pt x="2099437" y="0"/>
                  </a:moveTo>
                  <a:lnTo>
                    <a:pt x="74675" y="286195"/>
                  </a:lnTo>
                  <a:lnTo>
                    <a:pt x="76453" y="298768"/>
                  </a:lnTo>
                  <a:lnTo>
                    <a:pt x="2101215" y="12573"/>
                  </a:lnTo>
                  <a:lnTo>
                    <a:pt x="2099437" y="0"/>
                  </a:lnTo>
                  <a:close/>
                </a:path>
              </a:pathLst>
            </a:custGeom>
            <a:solidFill>
              <a:srgbClr val="000000">
                <a:alpha val="12940"/>
              </a:srgbClr>
            </a:solidFill>
          </p:spPr>
          <p:txBody>
            <a:bodyPr wrap="square" lIns="0" tIns="0" rIns="0" bIns="0" rtlCol="0"/>
            <a:lstStyle/>
            <a:p>
              <a:endParaRPr/>
            </a:p>
          </p:txBody>
        </p:sp>
        <p:sp>
          <p:nvSpPr>
            <p:cNvPr id="27" name="object 27"/>
            <p:cNvSpPr/>
            <p:nvPr/>
          </p:nvSpPr>
          <p:spPr>
            <a:xfrm>
              <a:off x="7861300" y="4781550"/>
              <a:ext cx="1905" cy="1228725"/>
            </a:xfrm>
            <a:custGeom>
              <a:avLst/>
              <a:gdLst/>
              <a:ahLst/>
              <a:cxnLst/>
              <a:rect l="l" t="t" r="r" b="b"/>
              <a:pathLst>
                <a:path w="1904" h="1228725">
                  <a:moveTo>
                    <a:pt x="1524" y="0"/>
                  </a:moveTo>
                  <a:lnTo>
                    <a:pt x="0" y="1228725"/>
                  </a:lnTo>
                </a:path>
              </a:pathLst>
            </a:custGeom>
            <a:ln w="9525">
              <a:solidFill>
                <a:srgbClr val="000000"/>
              </a:solidFill>
            </a:ln>
          </p:spPr>
          <p:txBody>
            <a:bodyPr wrap="square" lIns="0" tIns="0" rIns="0" bIns="0" rtlCol="0"/>
            <a:lstStyle/>
            <a:p>
              <a:endParaRPr/>
            </a:p>
          </p:txBody>
        </p:sp>
        <p:sp>
          <p:nvSpPr>
            <p:cNvPr id="28" name="object 28"/>
            <p:cNvSpPr/>
            <p:nvPr/>
          </p:nvSpPr>
          <p:spPr>
            <a:xfrm>
              <a:off x="4314825" y="6003937"/>
              <a:ext cx="3547110" cy="290195"/>
            </a:xfrm>
            <a:custGeom>
              <a:avLst/>
              <a:gdLst/>
              <a:ahLst/>
              <a:cxnLst/>
              <a:rect l="l" t="t" r="r" b="b"/>
              <a:pathLst>
                <a:path w="3547109" h="290195">
                  <a:moveTo>
                    <a:pt x="73278" y="213779"/>
                  </a:moveTo>
                  <a:lnTo>
                    <a:pt x="0" y="257162"/>
                  </a:lnTo>
                  <a:lnTo>
                    <a:pt x="78739" y="289788"/>
                  </a:lnTo>
                  <a:lnTo>
                    <a:pt x="76529" y="259016"/>
                  </a:lnTo>
                  <a:lnTo>
                    <a:pt x="63753" y="259016"/>
                  </a:lnTo>
                  <a:lnTo>
                    <a:pt x="62864" y="246341"/>
                  </a:lnTo>
                  <a:lnTo>
                    <a:pt x="75554" y="245444"/>
                  </a:lnTo>
                  <a:lnTo>
                    <a:pt x="73278" y="213779"/>
                  </a:lnTo>
                  <a:close/>
                </a:path>
                <a:path w="3547109" h="290195">
                  <a:moveTo>
                    <a:pt x="75554" y="245444"/>
                  </a:moveTo>
                  <a:lnTo>
                    <a:pt x="62864" y="246341"/>
                  </a:lnTo>
                  <a:lnTo>
                    <a:pt x="63753" y="259016"/>
                  </a:lnTo>
                  <a:lnTo>
                    <a:pt x="76464" y="258117"/>
                  </a:lnTo>
                  <a:lnTo>
                    <a:pt x="75554" y="245444"/>
                  </a:lnTo>
                  <a:close/>
                </a:path>
                <a:path w="3547109" h="290195">
                  <a:moveTo>
                    <a:pt x="76464" y="258117"/>
                  </a:moveTo>
                  <a:lnTo>
                    <a:pt x="63753" y="259016"/>
                  </a:lnTo>
                  <a:lnTo>
                    <a:pt x="76529" y="259016"/>
                  </a:lnTo>
                  <a:lnTo>
                    <a:pt x="76464" y="258117"/>
                  </a:lnTo>
                  <a:close/>
                </a:path>
                <a:path w="3547109" h="290195">
                  <a:moveTo>
                    <a:pt x="3545967" y="0"/>
                  </a:moveTo>
                  <a:lnTo>
                    <a:pt x="75554" y="245444"/>
                  </a:lnTo>
                  <a:lnTo>
                    <a:pt x="76464" y="258117"/>
                  </a:lnTo>
                  <a:lnTo>
                    <a:pt x="3546982" y="12674"/>
                  </a:lnTo>
                  <a:lnTo>
                    <a:pt x="3545967" y="0"/>
                  </a:lnTo>
                  <a:close/>
                </a:path>
              </a:pathLst>
            </a:custGeom>
            <a:solidFill>
              <a:srgbClr val="000000">
                <a:alpha val="12940"/>
              </a:srgbClr>
            </a:solidFill>
          </p:spPr>
          <p:txBody>
            <a:bodyPr wrap="square" lIns="0" tIns="0" rIns="0" bIns="0" rtlCol="0"/>
            <a:lstStyle/>
            <a:p>
              <a:endParaRPr/>
            </a:p>
          </p:txBody>
        </p:sp>
        <p:sp>
          <p:nvSpPr>
            <p:cNvPr id="29" name="object 29"/>
            <p:cNvSpPr/>
            <p:nvPr/>
          </p:nvSpPr>
          <p:spPr>
            <a:xfrm>
              <a:off x="2574925" y="1438275"/>
              <a:ext cx="1325880" cy="650875"/>
            </a:xfrm>
            <a:custGeom>
              <a:avLst/>
              <a:gdLst/>
              <a:ahLst/>
              <a:cxnLst/>
              <a:rect l="l" t="t" r="r" b="b"/>
              <a:pathLst>
                <a:path w="1325879" h="650875">
                  <a:moveTo>
                    <a:pt x="1325499" y="0"/>
                  </a:moveTo>
                  <a:lnTo>
                    <a:pt x="0" y="0"/>
                  </a:lnTo>
                  <a:lnTo>
                    <a:pt x="0" y="650875"/>
                  </a:lnTo>
                  <a:lnTo>
                    <a:pt x="1325499" y="650875"/>
                  </a:lnTo>
                  <a:lnTo>
                    <a:pt x="1325499" y="0"/>
                  </a:lnTo>
                  <a:close/>
                </a:path>
              </a:pathLst>
            </a:custGeom>
            <a:solidFill>
              <a:srgbClr val="66FF66"/>
            </a:solidFill>
          </p:spPr>
          <p:txBody>
            <a:bodyPr wrap="square" lIns="0" tIns="0" rIns="0" bIns="0" rtlCol="0"/>
            <a:lstStyle/>
            <a:p>
              <a:endParaRPr/>
            </a:p>
          </p:txBody>
        </p:sp>
        <p:sp>
          <p:nvSpPr>
            <p:cNvPr id="30" name="object 30"/>
            <p:cNvSpPr/>
            <p:nvPr/>
          </p:nvSpPr>
          <p:spPr>
            <a:xfrm>
              <a:off x="2574925" y="1438275"/>
              <a:ext cx="1325880" cy="650875"/>
            </a:xfrm>
            <a:custGeom>
              <a:avLst/>
              <a:gdLst/>
              <a:ahLst/>
              <a:cxnLst/>
              <a:rect l="l" t="t" r="r" b="b"/>
              <a:pathLst>
                <a:path w="1325879" h="650875">
                  <a:moveTo>
                    <a:pt x="0" y="650875"/>
                  </a:moveTo>
                  <a:lnTo>
                    <a:pt x="1325499" y="650875"/>
                  </a:lnTo>
                  <a:lnTo>
                    <a:pt x="1325499" y="0"/>
                  </a:lnTo>
                  <a:lnTo>
                    <a:pt x="0" y="0"/>
                  </a:lnTo>
                  <a:lnTo>
                    <a:pt x="0" y="650875"/>
                  </a:lnTo>
                  <a:close/>
                </a:path>
              </a:pathLst>
            </a:custGeom>
            <a:ln w="9525">
              <a:solidFill>
                <a:srgbClr val="000000"/>
              </a:solidFill>
            </a:ln>
          </p:spPr>
          <p:txBody>
            <a:bodyPr wrap="square" lIns="0" tIns="0" rIns="0" bIns="0" rtlCol="0"/>
            <a:lstStyle/>
            <a:p>
              <a:endParaRPr/>
            </a:p>
          </p:txBody>
        </p:sp>
      </p:grpSp>
      <p:sp>
        <p:nvSpPr>
          <p:cNvPr id="31" name="object 31"/>
          <p:cNvSpPr txBox="1"/>
          <p:nvPr/>
        </p:nvSpPr>
        <p:spPr>
          <a:xfrm>
            <a:off x="2574925" y="1438275"/>
            <a:ext cx="1325880" cy="650875"/>
          </a:xfrm>
          <a:prstGeom prst="rect">
            <a:avLst/>
          </a:prstGeom>
        </p:spPr>
        <p:txBody>
          <a:bodyPr vert="horz" wrap="square" lIns="0" tIns="45085" rIns="0" bIns="0" rtlCol="0">
            <a:spAutoFit/>
          </a:bodyPr>
          <a:lstStyle/>
          <a:p>
            <a:pPr marL="319405" marR="281940" indent="-30480">
              <a:lnSpc>
                <a:spcPct val="100000"/>
              </a:lnSpc>
              <a:spcBef>
                <a:spcPts val="355"/>
              </a:spcBef>
            </a:pPr>
            <a:r>
              <a:rPr sz="1800" b="1" spc="-10" dirty="0">
                <a:latin typeface="Tahoma"/>
                <a:cs typeface="Tahoma"/>
              </a:rPr>
              <a:t>Define Scope</a:t>
            </a:r>
            <a:endParaRPr sz="1800">
              <a:latin typeface="Tahoma"/>
              <a:cs typeface="Tahoma"/>
            </a:endParaRPr>
          </a:p>
        </p:txBody>
      </p:sp>
      <p:grpSp>
        <p:nvGrpSpPr>
          <p:cNvPr id="32" name="object 32"/>
          <p:cNvGrpSpPr/>
          <p:nvPr/>
        </p:nvGrpSpPr>
        <p:grpSpPr>
          <a:xfrm>
            <a:off x="2562161" y="2198636"/>
            <a:ext cx="1335405" cy="658495"/>
            <a:chOff x="2562161" y="2198636"/>
            <a:chExt cx="1335405" cy="658495"/>
          </a:xfrm>
        </p:grpSpPr>
        <p:sp>
          <p:nvSpPr>
            <p:cNvPr id="33" name="object 33"/>
            <p:cNvSpPr/>
            <p:nvPr/>
          </p:nvSpPr>
          <p:spPr>
            <a:xfrm>
              <a:off x="2566923" y="2203399"/>
              <a:ext cx="1325880" cy="648970"/>
            </a:xfrm>
            <a:custGeom>
              <a:avLst/>
              <a:gdLst/>
              <a:ahLst/>
              <a:cxnLst/>
              <a:rect l="l" t="t" r="r" b="b"/>
              <a:pathLst>
                <a:path w="1325879" h="648969">
                  <a:moveTo>
                    <a:pt x="1325626" y="0"/>
                  </a:moveTo>
                  <a:lnTo>
                    <a:pt x="0" y="0"/>
                  </a:lnTo>
                  <a:lnTo>
                    <a:pt x="0" y="648512"/>
                  </a:lnTo>
                  <a:lnTo>
                    <a:pt x="1325626" y="648512"/>
                  </a:lnTo>
                  <a:lnTo>
                    <a:pt x="1325626" y="0"/>
                  </a:lnTo>
                  <a:close/>
                </a:path>
              </a:pathLst>
            </a:custGeom>
            <a:solidFill>
              <a:srgbClr val="66FF66"/>
            </a:solidFill>
          </p:spPr>
          <p:txBody>
            <a:bodyPr wrap="square" lIns="0" tIns="0" rIns="0" bIns="0" rtlCol="0"/>
            <a:lstStyle/>
            <a:p>
              <a:endParaRPr/>
            </a:p>
          </p:txBody>
        </p:sp>
        <p:sp>
          <p:nvSpPr>
            <p:cNvPr id="34" name="object 34"/>
            <p:cNvSpPr/>
            <p:nvPr/>
          </p:nvSpPr>
          <p:spPr>
            <a:xfrm>
              <a:off x="2566923" y="2203399"/>
              <a:ext cx="1325880" cy="648970"/>
            </a:xfrm>
            <a:custGeom>
              <a:avLst/>
              <a:gdLst/>
              <a:ahLst/>
              <a:cxnLst/>
              <a:rect l="l" t="t" r="r" b="b"/>
              <a:pathLst>
                <a:path w="1325879" h="648969">
                  <a:moveTo>
                    <a:pt x="0" y="648512"/>
                  </a:moveTo>
                  <a:lnTo>
                    <a:pt x="1325626" y="648512"/>
                  </a:lnTo>
                  <a:lnTo>
                    <a:pt x="1325626" y="0"/>
                  </a:lnTo>
                  <a:lnTo>
                    <a:pt x="0" y="0"/>
                  </a:lnTo>
                  <a:lnTo>
                    <a:pt x="0" y="648512"/>
                  </a:lnTo>
                  <a:close/>
                </a:path>
              </a:pathLst>
            </a:custGeom>
            <a:ln w="9525">
              <a:solidFill>
                <a:srgbClr val="000000"/>
              </a:solidFill>
            </a:ln>
          </p:spPr>
          <p:txBody>
            <a:bodyPr wrap="square" lIns="0" tIns="0" rIns="0" bIns="0" rtlCol="0"/>
            <a:lstStyle/>
            <a:p>
              <a:endParaRPr/>
            </a:p>
          </p:txBody>
        </p:sp>
      </p:grpSp>
      <p:sp>
        <p:nvSpPr>
          <p:cNvPr id="35" name="object 35"/>
          <p:cNvSpPr txBox="1"/>
          <p:nvPr/>
        </p:nvSpPr>
        <p:spPr>
          <a:xfrm>
            <a:off x="2566923" y="2203399"/>
            <a:ext cx="1325880" cy="648970"/>
          </a:xfrm>
          <a:prstGeom prst="rect">
            <a:avLst/>
          </a:prstGeom>
        </p:spPr>
        <p:txBody>
          <a:bodyPr vert="horz" wrap="square" lIns="0" tIns="45720" rIns="0" bIns="0" rtlCol="0">
            <a:spAutoFit/>
          </a:bodyPr>
          <a:lstStyle/>
          <a:p>
            <a:pPr marL="635" algn="ctr">
              <a:lnSpc>
                <a:spcPct val="100000"/>
              </a:lnSpc>
              <a:spcBef>
                <a:spcPts val="360"/>
              </a:spcBef>
            </a:pPr>
            <a:r>
              <a:rPr sz="1800" b="1" spc="-10" dirty="0">
                <a:latin typeface="Tahoma"/>
                <a:cs typeface="Tahoma"/>
              </a:rPr>
              <a:t>Visualize</a:t>
            </a:r>
            <a:endParaRPr sz="1800">
              <a:latin typeface="Tahoma"/>
              <a:cs typeface="Tahoma"/>
            </a:endParaRPr>
          </a:p>
          <a:p>
            <a:pPr algn="ctr">
              <a:lnSpc>
                <a:spcPct val="100000"/>
              </a:lnSpc>
            </a:pPr>
            <a:r>
              <a:rPr sz="1800" b="1" spc="-25" dirty="0">
                <a:latin typeface="Tahoma"/>
                <a:cs typeface="Tahoma"/>
              </a:rPr>
              <a:t>WBS</a:t>
            </a:r>
            <a:endParaRPr sz="1800">
              <a:latin typeface="Tahoma"/>
              <a:cs typeface="Tahoma"/>
            </a:endParaRPr>
          </a:p>
        </p:txBody>
      </p:sp>
      <p:grpSp>
        <p:nvGrpSpPr>
          <p:cNvPr id="36" name="object 36"/>
          <p:cNvGrpSpPr/>
          <p:nvPr/>
        </p:nvGrpSpPr>
        <p:grpSpPr>
          <a:xfrm>
            <a:off x="257556" y="1306067"/>
            <a:ext cx="1765300" cy="928369"/>
            <a:chOff x="257556" y="1306067"/>
            <a:chExt cx="1765300" cy="928369"/>
          </a:xfrm>
        </p:grpSpPr>
        <p:pic>
          <p:nvPicPr>
            <p:cNvPr id="37" name="object 37"/>
            <p:cNvPicPr/>
            <p:nvPr/>
          </p:nvPicPr>
          <p:blipFill>
            <a:blip r:embed="rId2" cstate="print"/>
            <a:stretch>
              <a:fillRect/>
            </a:stretch>
          </p:blipFill>
          <p:spPr>
            <a:xfrm>
              <a:off x="297180" y="1322831"/>
              <a:ext cx="1691639" cy="911351"/>
            </a:xfrm>
            <a:prstGeom prst="rect">
              <a:avLst/>
            </a:prstGeom>
          </p:spPr>
        </p:pic>
        <p:pic>
          <p:nvPicPr>
            <p:cNvPr id="38" name="object 38"/>
            <p:cNvPicPr/>
            <p:nvPr/>
          </p:nvPicPr>
          <p:blipFill>
            <a:blip r:embed="rId3" cstate="print"/>
            <a:stretch>
              <a:fillRect/>
            </a:stretch>
          </p:blipFill>
          <p:spPr>
            <a:xfrm>
              <a:off x="257556" y="1306067"/>
              <a:ext cx="1764792" cy="723900"/>
            </a:xfrm>
            <a:prstGeom prst="rect">
              <a:avLst/>
            </a:prstGeom>
          </p:spPr>
        </p:pic>
        <p:sp>
          <p:nvSpPr>
            <p:cNvPr id="39" name="object 39"/>
            <p:cNvSpPr/>
            <p:nvPr/>
          </p:nvSpPr>
          <p:spPr>
            <a:xfrm>
              <a:off x="357162" y="1357248"/>
              <a:ext cx="1571625" cy="792480"/>
            </a:xfrm>
            <a:custGeom>
              <a:avLst/>
              <a:gdLst/>
              <a:ahLst/>
              <a:cxnLst/>
              <a:rect l="l" t="t" r="r" b="b"/>
              <a:pathLst>
                <a:path w="1571625" h="792480">
                  <a:moveTo>
                    <a:pt x="1571586" y="0"/>
                  </a:moveTo>
                  <a:lnTo>
                    <a:pt x="0" y="0"/>
                  </a:lnTo>
                  <a:lnTo>
                    <a:pt x="0" y="749553"/>
                  </a:lnTo>
                  <a:lnTo>
                    <a:pt x="63699" y="760287"/>
                  </a:lnTo>
                  <a:lnTo>
                    <a:pt x="123962" y="769321"/>
                  </a:lnTo>
                  <a:lnTo>
                    <a:pt x="180991" y="776736"/>
                  </a:lnTo>
                  <a:lnTo>
                    <a:pt x="234989" y="782614"/>
                  </a:lnTo>
                  <a:lnTo>
                    <a:pt x="286157" y="787036"/>
                  </a:lnTo>
                  <a:lnTo>
                    <a:pt x="334697" y="790082"/>
                  </a:lnTo>
                  <a:lnTo>
                    <a:pt x="380812" y="791834"/>
                  </a:lnTo>
                  <a:lnTo>
                    <a:pt x="424704" y="792373"/>
                  </a:lnTo>
                  <a:lnTo>
                    <a:pt x="466575" y="791779"/>
                  </a:lnTo>
                  <a:lnTo>
                    <a:pt x="506627" y="790134"/>
                  </a:lnTo>
                  <a:lnTo>
                    <a:pt x="545062" y="787518"/>
                  </a:lnTo>
                  <a:lnTo>
                    <a:pt x="617889" y="779699"/>
                  </a:lnTo>
                  <a:lnTo>
                    <a:pt x="686673" y="768971"/>
                  </a:lnTo>
                  <a:lnTo>
                    <a:pt x="753032" y="755980"/>
                  </a:lnTo>
                  <a:lnTo>
                    <a:pt x="818582" y="741376"/>
                  </a:lnTo>
                  <a:lnTo>
                    <a:pt x="953724" y="709917"/>
                  </a:lnTo>
                  <a:lnTo>
                    <a:pt x="989530" y="702055"/>
                  </a:lnTo>
                  <a:lnTo>
                    <a:pt x="1064982" y="686905"/>
                  </a:lnTo>
                  <a:lnTo>
                    <a:pt x="1105032" y="679777"/>
                  </a:lnTo>
                  <a:lnTo>
                    <a:pt x="1146901" y="673056"/>
                  </a:lnTo>
                  <a:lnTo>
                    <a:pt x="1190791" y="666822"/>
                  </a:lnTo>
                  <a:lnTo>
                    <a:pt x="1236905" y="661156"/>
                  </a:lnTo>
                  <a:lnTo>
                    <a:pt x="1285443" y="656140"/>
                  </a:lnTo>
                  <a:lnTo>
                    <a:pt x="1336609" y="651854"/>
                  </a:lnTo>
                  <a:lnTo>
                    <a:pt x="1390604" y="648380"/>
                  </a:lnTo>
                  <a:lnTo>
                    <a:pt x="1447630" y="645798"/>
                  </a:lnTo>
                  <a:lnTo>
                    <a:pt x="1507890" y="644190"/>
                  </a:lnTo>
                  <a:lnTo>
                    <a:pt x="1571586" y="643636"/>
                  </a:lnTo>
                  <a:lnTo>
                    <a:pt x="1571586" y="0"/>
                  </a:lnTo>
                  <a:close/>
                </a:path>
              </a:pathLst>
            </a:custGeom>
            <a:solidFill>
              <a:srgbClr val="92D050"/>
            </a:solidFill>
          </p:spPr>
          <p:txBody>
            <a:bodyPr wrap="square" lIns="0" tIns="0" rIns="0" bIns="0" rtlCol="0"/>
            <a:lstStyle/>
            <a:p>
              <a:endParaRPr/>
            </a:p>
          </p:txBody>
        </p:sp>
        <p:sp>
          <p:nvSpPr>
            <p:cNvPr id="40" name="object 40"/>
            <p:cNvSpPr/>
            <p:nvPr/>
          </p:nvSpPr>
          <p:spPr>
            <a:xfrm>
              <a:off x="357162" y="1357248"/>
              <a:ext cx="1571625" cy="792480"/>
            </a:xfrm>
            <a:custGeom>
              <a:avLst/>
              <a:gdLst/>
              <a:ahLst/>
              <a:cxnLst/>
              <a:rect l="l" t="t" r="r" b="b"/>
              <a:pathLst>
                <a:path w="1571625" h="792480">
                  <a:moveTo>
                    <a:pt x="0" y="0"/>
                  </a:moveTo>
                  <a:lnTo>
                    <a:pt x="1571586" y="0"/>
                  </a:lnTo>
                  <a:lnTo>
                    <a:pt x="1571586" y="643636"/>
                  </a:lnTo>
                  <a:lnTo>
                    <a:pt x="1507890" y="644190"/>
                  </a:lnTo>
                  <a:lnTo>
                    <a:pt x="1447630" y="645798"/>
                  </a:lnTo>
                  <a:lnTo>
                    <a:pt x="1390604" y="648380"/>
                  </a:lnTo>
                  <a:lnTo>
                    <a:pt x="1336609" y="651854"/>
                  </a:lnTo>
                  <a:lnTo>
                    <a:pt x="1285443" y="656140"/>
                  </a:lnTo>
                  <a:lnTo>
                    <a:pt x="1236905" y="661156"/>
                  </a:lnTo>
                  <a:lnTo>
                    <a:pt x="1190791" y="666822"/>
                  </a:lnTo>
                  <a:lnTo>
                    <a:pt x="1146901" y="673056"/>
                  </a:lnTo>
                  <a:lnTo>
                    <a:pt x="1105032" y="679777"/>
                  </a:lnTo>
                  <a:lnTo>
                    <a:pt x="1064982" y="686905"/>
                  </a:lnTo>
                  <a:lnTo>
                    <a:pt x="1026549" y="694358"/>
                  </a:lnTo>
                  <a:lnTo>
                    <a:pt x="953724" y="709917"/>
                  </a:lnTo>
                  <a:lnTo>
                    <a:pt x="884941" y="725805"/>
                  </a:lnTo>
                  <a:lnTo>
                    <a:pt x="851559" y="733671"/>
                  </a:lnTo>
                  <a:lnTo>
                    <a:pt x="818582" y="741376"/>
                  </a:lnTo>
                  <a:lnTo>
                    <a:pt x="753032" y="755980"/>
                  </a:lnTo>
                  <a:lnTo>
                    <a:pt x="686673" y="768971"/>
                  </a:lnTo>
                  <a:lnTo>
                    <a:pt x="617889" y="779699"/>
                  </a:lnTo>
                  <a:lnTo>
                    <a:pt x="545062" y="787518"/>
                  </a:lnTo>
                  <a:lnTo>
                    <a:pt x="506627" y="790134"/>
                  </a:lnTo>
                  <a:lnTo>
                    <a:pt x="466575" y="791779"/>
                  </a:lnTo>
                  <a:lnTo>
                    <a:pt x="424704" y="792373"/>
                  </a:lnTo>
                  <a:lnTo>
                    <a:pt x="380812" y="791834"/>
                  </a:lnTo>
                  <a:lnTo>
                    <a:pt x="334697" y="790082"/>
                  </a:lnTo>
                  <a:lnTo>
                    <a:pt x="286157" y="787036"/>
                  </a:lnTo>
                  <a:lnTo>
                    <a:pt x="234989" y="782614"/>
                  </a:lnTo>
                  <a:lnTo>
                    <a:pt x="180991" y="776736"/>
                  </a:lnTo>
                  <a:lnTo>
                    <a:pt x="123962" y="769321"/>
                  </a:lnTo>
                  <a:lnTo>
                    <a:pt x="63699" y="760287"/>
                  </a:lnTo>
                  <a:lnTo>
                    <a:pt x="0" y="749553"/>
                  </a:lnTo>
                  <a:lnTo>
                    <a:pt x="0" y="0"/>
                  </a:lnTo>
                  <a:close/>
                </a:path>
              </a:pathLst>
            </a:custGeom>
            <a:ln w="12700">
              <a:solidFill>
                <a:srgbClr val="FD8537"/>
              </a:solidFill>
            </a:ln>
          </p:spPr>
          <p:txBody>
            <a:bodyPr wrap="square" lIns="0" tIns="0" rIns="0" bIns="0" rtlCol="0"/>
            <a:lstStyle/>
            <a:p>
              <a:endParaRPr/>
            </a:p>
          </p:txBody>
        </p:sp>
      </p:grpSp>
      <p:sp>
        <p:nvSpPr>
          <p:cNvPr id="41" name="object 41"/>
          <p:cNvSpPr txBox="1"/>
          <p:nvPr/>
        </p:nvSpPr>
        <p:spPr>
          <a:xfrm>
            <a:off x="435965" y="1384553"/>
            <a:ext cx="1344930" cy="574040"/>
          </a:xfrm>
          <a:prstGeom prst="rect">
            <a:avLst/>
          </a:prstGeom>
        </p:spPr>
        <p:txBody>
          <a:bodyPr vert="horz" wrap="square" lIns="0" tIns="12700" rIns="0" bIns="0" rtlCol="0">
            <a:spAutoFit/>
          </a:bodyPr>
          <a:lstStyle/>
          <a:p>
            <a:pPr marL="12700" marR="5080">
              <a:lnSpc>
                <a:spcPct val="100000"/>
              </a:lnSpc>
              <a:spcBef>
                <a:spcPts val="100"/>
              </a:spcBef>
            </a:pPr>
            <a:r>
              <a:rPr sz="1800" b="1" spc="-10" dirty="0">
                <a:latin typeface="Arial"/>
                <a:cs typeface="Arial"/>
              </a:rPr>
              <a:t>Collect requirement</a:t>
            </a:r>
            <a:endParaRPr sz="1800">
              <a:latin typeface="Arial"/>
              <a:cs typeface="Arial"/>
            </a:endParaRPr>
          </a:p>
        </p:txBody>
      </p:sp>
      <p:grpSp>
        <p:nvGrpSpPr>
          <p:cNvPr id="42" name="object 42"/>
          <p:cNvGrpSpPr/>
          <p:nvPr/>
        </p:nvGrpSpPr>
        <p:grpSpPr>
          <a:xfrm>
            <a:off x="1928748" y="1711325"/>
            <a:ext cx="1358900" cy="492125"/>
            <a:chOff x="1928748" y="1711325"/>
            <a:chExt cx="1358900" cy="492125"/>
          </a:xfrm>
        </p:grpSpPr>
        <p:sp>
          <p:nvSpPr>
            <p:cNvPr id="43" name="object 43"/>
            <p:cNvSpPr/>
            <p:nvPr/>
          </p:nvSpPr>
          <p:spPr>
            <a:xfrm>
              <a:off x="1928748" y="1711325"/>
              <a:ext cx="646430" cy="103505"/>
            </a:xfrm>
            <a:custGeom>
              <a:avLst/>
              <a:gdLst/>
              <a:ahLst/>
              <a:cxnLst/>
              <a:rect l="l" t="t" r="r" b="b"/>
              <a:pathLst>
                <a:path w="646430" h="103505">
                  <a:moveTo>
                    <a:pt x="609953" y="58484"/>
                  </a:moveTo>
                  <a:lnTo>
                    <a:pt x="553846" y="90677"/>
                  </a:lnTo>
                  <a:lnTo>
                    <a:pt x="550799" y="92328"/>
                  </a:lnTo>
                  <a:lnTo>
                    <a:pt x="549782" y="96265"/>
                  </a:lnTo>
                  <a:lnTo>
                    <a:pt x="553338" y="102362"/>
                  </a:lnTo>
                  <a:lnTo>
                    <a:pt x="557149" y="103377"/>
                  </a:lnTo>
                  <a:lnTo>
                    <a:pt x="560196" y="101600"/>
                  </a:lnTo>
                  <a:lnTo>
                    <a:pt x="635289" y="58674"/>
                  </a:lnTo>
                  <a:lnTo>
                    <a:pt x="609953" y="58484"/>
                  </a:lnTo>
                  <a:close/>
                </a:path>
                <a:path w="646430" h="103505">
                  <a:moveTo>
                    <a:pt x="620907" y="52199"/>
                  </a:moveTo>
                  <a:lnTo>
                    <a:pt x="609953" y="58484"/>
                  </a:lnTo>
                  <a:lnTo>
                    <a:pt x="633602" y="58674"/>
                  </a:lnTo>
                  <a:lnTo>
                    <a:pt x="633602" y="57785"/>
                  </a:lnTo>
                  <a:lnTo>
                    <a:pt x="630301" y="57785"/>
                  </a:lnTo>
                  <a:lnTo>
                    <a:pt x="620907" y="52199"/>
                  </a:lnTo>
                  <a:close/>
                </a:path>
                <a:path w="646430" h="103505">
                  <a:moveTo>
                    <a:pt x="558038" y="0"/>
                  </a:moveTo>
                  <a:lnTo>
                    <a:pt x="554101" y="1015"/>
                  </a:lnTo>
                  <a:lnTo>
                    <a:pt x="552323" y="3937"/>
                  </a:lnTo>
                  <a:lnTo>
                    <a:pt x="550544" y="6985"/>
                  </a:lnTo>
                  <a:lnTo>
                    <a:pt x="551561" y="10922"/>
                  </a:lnTo>
                  <a:lnTo>
                    <a:pt x="554482" y="12700"/>
                  </a:lnTo>
                  <a:lnTo>
                    <a:pt x="610121" y="45785"/>
                  </a:lnTo>
                  <a:lnTo>
                    <a:pt x="633602" y="45974"/>
                  </a:lnTo>
                  <a:lnTo>
                    <a:pt x="633602" y="58674"/>
                  </a:lnTo>
                  <a:lnTo>
                    <a:pt x="635289" y="58674"/>
                  </a:lnTo>
                  <a:lnTo>
                    <a:pt x="646176" y="52450"/>
                  </a:lnTo>
                  <a:lnTo>
                    <a:pt x="560958" y="1777"/>
                  </a:lnTo>
                  <a:lnTo>
                    <a:pt x="558038" y="0"/>
                  </a:lnTo>
                  <a:close/>
                </a:path>
                <a:path w="646430" h="103505">
                  <a:moveTo>
                    <a:pt x="126" y="40894"/>
                  </a:moveTo>
                  <a:lnTo>
                    <a:pt x="0" y="53594"/>
                  </a:lnTo>
                  <a:lnTo>
                    <a:pt x="609953" y="58484"/>
                  </a:lnTo>
                  <a:lnTo>
                    <a:pt x="620907" y="52199"/>
                  </a:lnTo>
                  <a:lnTo>
                    <a:pt x="610121" y="45785"/>
                  </a:lnTo>
                  <a:lnTo>
                    <a:pt x="126" y="40894"/>
                  </a:lnTo>
                  <a:close/>
                </a:path>
                <a:path w="646430" h="103505">
                  <a:moveTo>
                    <a:pt x="630427" y="46736"/>
                  </a:moveTo>
                  <a:lnTo>
                    <a:pt x="620907" y="52199"/>
                  </a:lnTo>
                  <a:lnTo>
                    <a:pt x="630301" y="57785"/>
                  </a:lnTo>
                  <a:lnTo>
                    <a:pt x="630427" y="46736"/>
                  </a:lnTo>
                  <a:close/>
                </a:path>
                <a:path w="646430" h="103505">
                  <a:moveTo>
                    <a:pt x="633602" y="46736"/>
                  </a:moveTo>
                  <a:lnTo>
                    <a:pt x="630427" y="46736"/>
                  </a:lnTo>
                  <a:lnTo>
                    <a:pt x="630301" y="57785"/>
                  </a:lnTo>
                  <a:lnTo>
                    <a:pt x="633602" y="57785"/>
                  </a:lnTo>
                  <a:lnTo>
                    <a:pt x="633602" y="46736"/>
                  </a:lnTo>
                  <a:close/>
                </a:path>
                <a:path w="646430" h="103505">
                  <a:moveTo>
                    <a:pt x="610121" y="45785"/>
                  </a:moveTo>
                  <a:lnTo>
                    <a:pt x="620907" y="52199"/>
                  </a:lnTo>
                  <a:lnTo>
                    <a:pt x="630427" y="46736"/>
                  </a:lnTo>
                  <a:lnTo>
                    <a:pt x="633602" y="46736"/>
                  </a:lnTo>
                  <a:lnTo>
                    <a:pt x="633602" y="45974"/>
                  </a:lnTo>
                  <a:lnTo>
                    <a:pt x="610121" y="45785"/>
                  </a:lnTo>
                  <a:close/>
                </a:path>
              </a:pathLst>
            </a:custGeom>
            <a:solidFill>
              <a:srgbClr val="FD8537"/>
            </a:solidFill>
          </p:spPr>
          <p:txBody>
            <a:bodyPr wrap="square" lIns="0" tIns="0" rIns="0" bIns="0" rtlCol="0"/>
            <a:lstStyle/>
            <a:p>
              <a:endParaRPr/>
            </a:p>
          </p:txBody>
        </p:sp>
        <p:pic>
          <p:nvPicPr>
            <p:cNvPr id="44" name="object 44"/>
            <p:cNvPicPr/>
            <p:nvPr/>
          </p:nvPicPr>
          <p:blipFill>
            <a:blip r:embed="rId4" cstate="print"/>
            <a:stretch>
              <a:fillRect/>
            </a:stretch>
          </p:blipFill>
          <p:spPr>
            <a:xfrm>
              <a:off x="3184270" y="2088768"/>
              <a:ext cx="103251" cy="114680"/>
            </a:xfrm>
            <a:prstGeom prst="rect">
              <a:avLst/>
            </a:prstGeom>
          </p:spPr>
        </p:pic>
      </p:grpSp>
    </p:spTree>
    <p:extLst>
      <p:ext uri="{BB962C8B-B14F-4D97-AF65-F5344CB8AC3E}">
        <p14:creationId xmlns:p14="http://schemas.microsoft.com/office/powerpoint/2010/main" val="25723938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568D0BC5-51B6-4A67-87C7-ED5319C5FB90}"/>
              </a:ext>
            </a:extLst>
          </p:cNvPr>
          <p:cNvSpPr>
            <a:spLocks noGrp="1"/>
          </p:cNvSpPr>
          <p:nvPr>
            <p:ph type="sldNum" sz="quarter" idx="12"/>
          </p:nvPr>
        </p:nvSpPr>
        <p:spPr/>
        <p:txBody>
          <a:bodyPr/>
          <a:lstStyle/>
          <a:p>
            <a:fld id="{9EA0BE3B-158A-4EDF-80DC-E394A0D1600F}" type="slidenum">
              <a:rPr lang="en-US" smtClean="0"/>
              <a:pPr/>
              <a:t>15</a:t>
            </a:fld>
            <a:endParaRPr lang="en-US" dirty="0"/>
          </a:p>
        </p:txBody>
      </p:sp>
      <p:sp>
        <p:nvSpPr>
          <p:cNvPr id="48130" name="Rectangle 2"/>
          <p:cNvSpPr>
            <a:spLocks noGrp="1" noChangeArrowheads="1"/>
          </p:cNvSpPr>
          <p:nvPr>
            <p:ph type="title"/>
          </p:nvPr>
        </p:nvSpPr>
        <p:spPr/>
        <p:txBody>
          <a:bodyPr/>
          <a:lstStyle/>
          <a:p>
            <a:pPr eaLnBrk="1" hangingPunct="1"/>
            <a:r>
              <a:rPr lang="en-US" altLang="ja-JP" sz="3200" dirty="0" smtClean="0"/>
              <a:t>Thu </a:t>
            </a:r>
            <a:r>
              <a:rPr lang="en-US" altLang="ja-JP" sz="3200" dirty="0" err="1"/>
              <a:t>thập</a:t>
            </a:r>
            <a:r>
              <a:rPr lang="en-US" altLang="ja-JP" sz="3200" dirty="0"/>
              <a:t> các </a:t>
            </a:r>
            <a:r>
              <a:rPr lang="en-US" altLang="ja-JP" sz="3200" dirty="0" err="1"/>
              <a:t>yêu</a:t>
            </a:r>
            <a:r>
              <a:rPr lang="en-US" altLang="ja-JP" sz="3200" dirty="0"/>
              <a:t> </a:t>
            </a:r>
            <a:r>
              <a:rPr lang="en-US" altLang="ja-JP" sz="3200" dirty="0" err="1"/>
              <a:t>cầu</a:t>
            </a:r>
            <a:r>
              <a:rPr lang="en-US" altLang="ja-JP" sz="3200" dirty="0"/>
              <a:t> </a:t>
            </a:r>
            <a:r>
              <a:rPr lang="en-US" altLang="ja-JP" sz="3200" dirty="0" smtClean="0"/>
              <a:t>– Collect requirements</a:t>
            </a:r>
            <a:endParaRPr lang="en-US" altLang="ja-JP" sz="3200" dirty="0"/>
          </a:p>
        </p:txBody>
      </p:sp>
      <p:sp>
        <p:nvSpPr>
          <p:cNvPr id="48131" name="Rectangle 3"/>
          <p:cNvSpPr>
            <a:spLocks noGrp="1" noChangeArrowheads="1"/>
          </p:cNvSpPr>
          <p:nvPr>
            <p:ph type="body" sz="quarter" idx="13"/>
          </p:nvPr>
        </p:nvSpPr>
        <p:spPr/>
        <p:txBody>
          <a:bodyPr/>
          <a:lstStyle/>
          <a:p>
            <a:pPr eaLnBrk="1" hangingPunct="1">
              <a:buClr>
                <a:schemeClr val="tx1"/>
              </a:buClr>
              <a:buFont typeface="Wingdings" pitchFamily="2" charset="2"/>
              <a:buChar char="Ø"/>
            </a:pPr>
            <a:r>
              <a:rPr lang="en-US" altLang="ja-JP" sz="1800"/>
              <a:t>Quá trình xác định và lập tài liệu ghi lại các nhu cầu của stakeholders nhằm để đạt đ</a:t>
            </a:r>
            <a:r>
              <a:rPr lang="vi-VN" altLang="ja-JP" sz="1800"/>
              <a:t>ư</a:t>
            </a:r>
            <a:r>
              <a:rPr lang="en-US" altLang="ja-JP" sz="1800"/>
              <a:t>ợc mục đích của dự án</a:t>
            </a:r>
          </a:p>
          <a:p>
            <a:pPr eaLnBrk="1" hangingPunct="1"/>
            <a:r>
              <a:rPr lang="en-US" altLang="ja-JP" sz="1800"/>
              <a:t>Việc thu thập yêu cầu là một tiến trình khá quan trọng bởi vì yêu cầu cầu khách hàng là một trong các mục tiêu của dự án</a:t>
            </a:r>
          </a:p>
          <a:p>
            <a:pPr eaLnBrk="1" hangingPunct="1"/>
            <a:r>
              <a:rPr lang="en-US" altLang="ja-JP" sz="1800"/>
              <a:t>Yêu cầu khách hàng ảnh h</a:t>
            </a:r>
            <a:r>
              <a:rPr lang="vi-VN" altLang="ja-JP" sz="1800"/>
              <a:t>ư</a:t>
            </a:r>
            <a:r>
              <a:rPr lang="en-US" altLang="ja-JP" sz="1800"/>
              <a:t>ởng tới phạm vi, thời gian, chi phí, chất l</a:t>
            </a:r>
            <a:r>
              <a:rPr lang="vi-VN" altLang="ja-JP" sz="1800"/>
              <a:t>ư</a:t>
            </a:r>
            <a:r>
              <a:rPr lang="en-US" altLang="ja-JP" sz="1800"/>
              <a:t>ợng, rủi ro của dự án.</a:t>
            </a:r>
          </a:p>
          <a:p>
            <a:pPr eaLnBrk="1" hangingPunct="1">
              <a:buClr>
                <a:schemeClr val="tx1"/>
              </a:buClr>
              <a:buFont typeface="Wingdings" pitchFamily="2" charset="2"/>
              <a:buChar char="Ø"/>
            </a:pPr>
            <a:endParaRPr lang="en-US" altLang="ja-JP" sz="1800"/>
          </a:p>
          <a:p>
            <a:pPr eaLnBrk="1" hangingPunct="1">
              <a:buClr>
                <a:schemeClr val="tx1"/>
              </a:buClr>
              <a:buFont typeface="Wingdings" pitchFamily="2" charset="2"/>
              <a:buChar char="Ø"/>
            </a:pPr>
            <a:endParaRPr lang="en-US" altLang="ja-JP" sz="2000"/>
          </a:p>
          <a:p>
            <a:pPr eaLnBrk="1" hangingPunct="1">
              <a:buClr>
                <a:schemeClr val="tx1"/>
              </a:buClr>
              <a:buFont typeface="Wingdings" pitchFamily="2" charset="2"/>
              <a:buNone/>
            </a:pPr>
            <a:endParaRPr lang="en-US" altLang="ja-JP" sz="2000"/>
          </a:p>
          <a:p>
            <a:pPr eaLnBrk="1" hangingPunct="1">
              <a:buClr>
                <a:schemeClr val="tx1"/>
              </a:buClr>
              <a:buFont typeface="Wingdings" pitchFamily="2" charset="2"/>
              <a:buChar char="Ø"/>
            </a:pPr>
            <a:endParaRPr lang="en-US" altLang="ja-JP" sz="2000"/>
          </a:p>
        </p:txBody>
      </p:sp>
      <p:sp>
        <p:nvSpPr>
          <p:cNvPr id="48132" name="AutoShape 4"/>
          <p:cNvSpPr>
            <a:spLocks noChangeArrowheads="1"/>
          </p:cNvSpPr>
          <p:nvPr/>
        </p:nvSpPr>
        <p:spPr bwMode="auto">
          <a:xfrm>
            <a:off x="838200" y="3048000"/>
            <a:ext cx="2743200" cy="3124200"/>
          </a:xfrm>
          <a:prstGeom prst="foldedCorner">
            <a:avLst>
              <a:gd name="adj" fmla="val 12500"/>
            </a:avLst>
          </a:prstGeom>
          <a:solidFill>
            <a:srgbClr val="CCFFFF"/>
          </a:solidFill>
          <a:ln w="9525">
            <a:solidFill>
              <a:schemeClr val="tx1"/>
            </a:solidFill>
            <a:round/>
            <a:headEnd/>
            <a:tailEnd/>
          </a:ln>
        </p:spPr>
        <p:txBody>
          <a:bodyPr wrap="none" anchor="ctr"/>
          <a:lstStyle/>
          <a:p>
            <a:r>
              <a:rPr lang="en-US" altLang="ja-JP"/>
              <a:t>        </a:t>
            </a:r>
          </a:p>
          <a:p>
            <a:pPr algn="ctr"/>
            <a:r>
              <a:rPr lang="en-US" altLang="ja-JP" b="1" u="sng"/>
              <a:t>Tuyên ngôn</a:t>
            </a:r>
          </a:p>
          <a:p>
            <a:r>
              <a:rPr lang="en-US" altLang="ja-JP"/>
              <a:t> 1. C</a:t>
            </a:r>
            <a:r>
              <a:rPr lang="vi-VN" altLang="ja-JP"/>
              <a:t>ơ</a:t>
            </a:r>
            <a:r>
              <a:rPr lang="en-US" altLang="ja-JP"/>
              <a:t> sở nền tảng</a:t>
            </a:r>
          </a:p>
          <a:p>
            <a:r>
              <a:rPr lang="en-US" altLang="ja-JP"/>
              <a:t> 2. Mục đích</a:t>
            </a:r>
          </a:p>
          <a:p>
            <a:r>
              <a:rPr lang="en-US" altLang="ja-JP"/>
              <a:t> 3. Các mục tiêu (đo đ</a:t>
            </a:r>
            <a:r>
              <a:rPr lang="vi-VN" altLang="ja-JP"/>
              <a:t>ư</a:t>
            </a:r>
            <a:r>
              <a:rPr lang="en-US" altLang="ja-JP"/>
              <a:t>ợc)</a:t>
            </a:r>
          </a:p>
          <a:p>
            <a:r>
              <a:rPr lang="en-US" altLang="ja-JP"/>
              <a:t>     - Chất l</a:t>
            </a:r>
            <a:r>
              <a:rPr lang="vi-VN" altLang="ja-JP"/>
              <a:t>ư</a:t>
            </a:r>
            <a:r>
              <a:rPr lang="en-US" altLang="ja-JP"/>
              <a:t>ợng</a:t>
            </a:r>
          </a:p>
          <a:p>
            <a:r>
              <a:rPr lang="en-US" altLang="ja-JP"/>
              <a:t>     - Chi phí (Ngân sách)</a:t>
            </a:r>
          </a:p>
          <a:p>
            <a:r>
              <a:rPr lang="en-US" altLang="ja-JP"/>
              <a:t>     - Bàn giao (Milestone)</a:t>
            </a:r>
          </a:p>
          <a:p>
            <a:r>
              <a:rPr lang="en-US" altLang="ja-JP"/>
              <a:t> 4. Cấu hình hệ thống</a:t>
            </a:r>
          </a:p>
          <a:p>
            <a:pPr>
              <a:buFont typeface="Wingdings" pitchFamily="2" charset="2"/>
              <a:buNone/>
            </a:pPr>
            <a:r>
              <a:rPr lang="en-US" altLang="ja-JP"/>
              <a:t> 5. WBS</a:t>
            </a:r>
          </a:p>
          <a:p>
            <a:pPr>
              <a:buFont typeface="Wingdings" pitchFamily="2" charset="2"/>
              <a:buNone/>
            </a:pPr>
            <a:r>
              <a:rPr lang="en-US" altLang="ja-JP"/>
              <a:t> 6. S</a:t>
            </a:r>
            <a:r>
              <a:rPr lang="vi-VN" altLang="ja-JP"/>
              <a:t>ơ</a:t>
            </a:r>
            <a:r>
              <a:rPr lang="en-US" altLang="ja-JP"/>
              <a:t> đồ tổ chức</a:t>
            </a:r>
          </a:p>
          <a:p>
            <a:pPr>
              <a:buFont typeface="Wingdings" pitchFamily="2" charset="2"/>
              <a:buNone/>
            </a:pPr>
            <a:r>
              <a:rPr lang="en-US" altLang="ja-JP"/>
              <a:t> 7. Phụ lục</a:t>
            </a:r>
          </a:p>
        </p:txBody>
      </p:sp>
      <p:sp>
        <p:nvSpPr>
          <p:cNvPr id="48133" name="AutoShape 5"/>
          <p:cNvSpPr>
            <a:spLocks noChangeArrowheads="1"/>
          </p:cNvSpPr>
          <p:nvPr/>
        </p:nvSpPr>
        <p:spPr bwMode="auto">
          <a:xfrm>
            <a:off x="3733800" y="3810000"/>
            <a:ext cx="1676400" cy="838200"/>
          </a:xfrm>
          <a:prstGeom prst="rightArrow">
            <a:avLst>
              <a:gd name="adj1" fmla="val 50000"/>
              <a:gd name="adj2" fmla="val 50000"/>
            </a:avLst>
          </a:prstGeom>
          <a:solidFill>
            <a:schemeClr val="accent1"/>
          </a:solidFill>
          <a:ln w="9525">
            <a:solidFill>
              <a:schemeClr val="tx1"/>
            </a:solidFill>
            <a:miter lim="800000"/>
            <a:headEnd/>
            <a:tailEnd/>
          </a:ln>
        </p:spPr>
        <p:txBody>
          <a:bodyPr wrap="none" anchor="ctr"/>
          <a:lstStyle/>
          <a:p>
            <a:endParaRPr lang="ja-JP" altLang="en-US"/>
          </a:p>
        </p:txBody>
      </p:sp>
      <p:sp>
        <p:nvSpPr>
          <p:cNvPr id="48134" name="AutoShape 6"/>
          <p:cNvSpPr>
            <a:spLocks noChangeArrowheads="1"/>
          </p:cNvSpPr>
          <p:nvPr/>
        </p:nvSpPr>
        <p:spPr bwMode="auto">
          <a:xfrm>
            <a:off x="5867400" y="3048000"/>
            <a:ext cx="2743200" cy="3124200"/>
          </a:xfrm>
          <a:prstGeom prst="foldedCorner">
            <a:avLst>
              <a:gd name="adj" fmla="val 12500"/>
            </a:avLst>
          </a:prstGeom>
          <a:solidFill>
            <a:schemeClr val="accent6">
              <a:lumMod val="20000"/>
              <a:lumOff val="80000"/>
            </a:schemeClr>
          </a:solidFill>
          <a:ln w="9525">
            <a:solidFill>
              <a:schemeClr val="tx1"/>
            </a:solidFill>
            <a:round/>
            <a:headEnd/>
            <a:tailEnd/>
          </a:ln>
        </p:spPr>
        <p:txBody>
          <a:bodyPr wrap="none" anchor="ctr"/>
          <a:lstStyle/>
          <a:p>
            <a:r>
              <a:rPr lang="en-US" altLang="ja-JP"/>
              <a:t>        </a:t>
            </a:r>
          </a:p>
          <a:p>
            <a:pPr algn="ctr"/>
            <a:r>
              <a:rPr lang="en-US" altLang="ja-JP" b="1" u="sng"/>
              <a:t>Viết các yêu cầu </a:t>
            </a:r>
            <a:br>
              <a:rPr lang="en-US" altLang="ja-JP" b="1" u="sng"/>
            </a:br>
            <a:r>
              <a:rPr lang="en-US" altLang="ja-JP" b="1" u="sng"/>
              <a:t>thành tài liệu</a:t>
            </a:r>
          </a:p>
          <a:p>
            <a:r>
              <a:rPr lang="en-US" altLang="ja-JP"/>
              <a:t> 1. Yêu cầu kinh doanh</a:t>
            </a:r>
          </a:p>
          <a:p>
            <a:r>
              <a:rPr lang="en-US" altLang="ja-JP"/>
              <a:t> 2. Mục đích dự án</a:t>
            </a:r>
          </a:p>
          <a:p>
            <a:r>
              <a:rPr lang="en-US" altLang="ja-JP"/>
              <a:t> 3. Các mục tiêu</a:t>
            </a:r>
          </a:p>
          <a:p>
            <a:r>
              <a:rPr lang="en-US" altLang="ja-JP"/>
              <a:t> 4. </a:t>
            </a:r>
            <a:r>
              <a:rPr lang="en-US" altLang="ja-JP">
                <a:solidFill>
                  <a:srgbClr val="FF0000"/>
                </a:solidFill>
              </a:rPr>
              <a:t>WBS sao cho có thể</a:t>
            </a:r>
            <a:br>
              <a:rPr lang="en-US" altLang="ja-JP">
                <a:solidFill>
                  <a:srgbClr val="FF0000"/>
                </a:solidFill>
              </a:rPr>
            </a:br>
            <a:r>
              <a:rPr lang="en-US" altLang="ja-JP">
                <a:solidFill>
                  <a:srgbClr val="FF0000"/>
                </a:solidFill>
              </a:rPr>
              <a:t>      chuyển giao đ</a:t>
            </a:r>
            <a:r>
              <a:rPr lang="vi-VN" altLang="ja-JP">
                <a:solidFill>
                  <a:srgbClr val="FF0000"/>
                </a:solidFill>
              </a:rPr>
              <a:t>ư</a:t>
            </a:r>
            <a:r>
              <a:rPr lang="en-US" altLang="ja-JP">
                <a:solidFill>
                  <a:srgbClr val="FF0000"/>
                </a:solidFill>
              </a:rPr>
              <a:t>ợc</a:t>
            </a:r>
          </a:p>
          <a:p>
            <a:r>
              <a:rPr lang="en-US" altLang="ja-JP"/>
              <a:t> 5. Thiết kế</a:t>
            </a:r>
          </a:p>
          <a:p>
            <a:r>
              <a:rPr lang="en-US" altLang="ja-JP"/>
              <a:t> 6. Phát triển sản phẩm</a:t>
            </a:r>
          </a:p>
          <a:p>
            <a:r>
              <a:rPr lang="en-US" altLang="ja-JP"/>
              <a:t> 7. Kịch bản kiểm thử</a:t>
            </a:r>
          </a:p>
          <a:p>
            <a:r>
              <a:rPr lang="en-US" altLang="ja-JP"/>
              <a:t> 8. Các yêu cầu chi tiết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xmlns="" id="{9E63295C-C34B-4E37-B26B-5F1BA8DA09B7}"/>
              </a:ext>
            </a:extLst>
          </p:cNvPr>
          <p:cNvSpPr>
            <a:spLocks noGrp="1"/>
          </p:cNvSpPr>
          <p:nvPr>
            <p:ph type="sldNum" sz="quarter" idx="12"/>
          </p:nvPr>
        </p:nvSpPr>
        <p:spPr/>
        <p:txBody>
          <a:bodyPr/>
          <a:lstStyle/>
          <a:p>
            <a:fld id="{9EA0BE3B-158A-4EDF-80DC-E394A0D1600F}" type="slidenum">
              <a:rPr lang="en-US" smtClean="0"/>
              <a:pPr/>
              <a:t>16</a:t>
            </a:fld>
            <a:endParaRPr lang="en-US" dirty="0"/>
          </a:p>
        </p:txBody>
      </p:sp>
      <p:sp>
        <p:nvSpPr>
          <p:cNvPr id="49154" name="Rectangle 2"/>
          <p:cNvSpPr>
            <a:spLocks noGrp="1" noChangeArrowheads="1"/>
          </p:cNvSpPr>
          <p:nvPr>
            <p:ph type="title"/>
          </p:nvPr>
        </p:nvSpPr>
        <p:spPr>
          <a:prstGeom prst="rect">
            <a:avLst/>
          </a:prstGeom>
        </p:spPr>
        <p:txBody>
          <a:bodyPr/>
          <a:lstStyle/>
          <a:p>
            <a:pPr eaLnBrk="1" hangingPunct="1"/>
            <a:r>
              <a:rPr lang="en-US" altLang="ja-JP" sz="3200" dirty="0" err="1" smtClean="0"/>
              <a:t>Kỹ</a:t>
            </a:r>
            <a:r>
              <a:rPr lang="en-US" altLang="ja-JP" sz="3200" dirty="0" smtClean="0"/>
              <a:t> </a:t>
            </a:r>
            <a:r>
              <a:rPr lang="en-US" altLang="ja-JP" sz="3200" dirty="0" err="1"/>
              <a:t>năng</a:t>
            </a:r>
            <a:r>
              <a:rPr lang="en-US" altLang="ja-JP" sz="3200" dirty="0"/>
              <a:t> </a:t>
            </a:r>
            <a:r>
              <a:rPr lang="en-US" altLang="ja-JP" sz="3200" dirty="0" err="1"/>
              <a:t>phỏng</a:t>
            </a:r>
            <a:r>
              <a:rPr lang="en-US" altLang="ja-JP" sz="3200" dirty="0"/>
              <a:t> </a:t>
            </a:r>
            <a:r>
              <a:rPr lang="en-US" altLang="ja-JP" sz="3200" dirty="0" err="1"/>
              <a:t>vấn</a:t>
            </a:r>
            <a:endParaRPr lang="en-US" altLang="ja-JP" sz="3200" dirty="0"/>
          </a:p>
        </p:txBody>
      </p:sp>
      <p:sp>
        <p:nvSpPr>
          <p:cNvPr id="49155" name="Rectangle 3"/>
          <p:cNvSpPr>
            <a:spLocks noGrp="1" noChangeArrowheads="1"/>
          </p:cNvSpPr>
          <p:nvPr>
            <p:ph type="body" sz="quarter" idx="13"/>
          </p:nvPr>
        </p:nvSpPr>
        <p:spPr>
          <a:prstGeom prst="rect">
            <a:avLst/>
          </a:prstGeom>
        </p:spPr>
        <p:txBody>
          <a:bodyPr/>
          <a:lstStyle/>
          <a:p>
            <a:pPr eaLnBrk="1" hangingPunct="1">
              <a:buClr>
                <a:schemeClr val="tx1"/>
              </a:buClr>
              <a:buFont typeface="Wingdings" pitchFamily="2" charset="2"/>
              <a:buChar char="Ø"/>
            </a:pPr>
            <a:r>
              <a:rPr lang="en-US" altLang="ja-JP" sz="2400" b="1">
                <a:solidFill>
                  <a:srgbClr val="FF0000"/>
                </a:solidFill>
              </a:rPr>
              <a:t>Kỹ năng phỏng vấn</a:t>
            </a:r>
            <a:r>
              <a:rPr lang="en-US" altLang="ja-JP" sz="2400"/>
              <a:t> là cốt lõi để thu thập yêu cầu.</a:t>
            </a:r>
          </a:p>
          <a:p>
            <a:pPr lvl="1" eaLnBrk="1" hangingPunct="1">
              <a:buClr>
                <a:schemeClr val="tx1"/>
              </a:buClr>
              <a:buFont typeface="Wingdings" pitchFamily="2" charset="2"/>
              <a:buChar char="Ø"/>
            </a:pPr>
            <a:r>
              <a:rPr lang="en-US" altLang="ja-JP" sz="2400"/>
              <a:t>bao gồm các cách tiếp cận chính thống và phi chính thống để có đ</a:t>
            </a:r>
            <a:r>
              <a:rPr lang="vi-VN" altLang="ja-JP" sz="2400"/>
              <a:t>ư</a:t>
            </a:r>
            <a:r>
              <a:rPr lang="en-US" altLang="ja-JP" sz="2400"/>
              <a:t>ợc thông tin từ stackholder bằng cách hỏi họ trực tiếp</a:t>
            </a:r>
          </a:p>
          <a:p>
            <a:pPr eaLnBrk="1" hangingPunct="1">
              <a:buClr>
                <a:schemeClr val="tx1"/>
              </a:buClr>
              <a:buFont typeface="Wingdings" pitchFamily="2" charset="2"/>
              <a:buChar char="Ø"/>
            </a:pPr>
            <a:r>
              <a:rPr lang="en-US" altLang="ja-JP" sz="2400" b="1">
                <a:solidFill>
                  <a:srgbClr val="FF0000"/>
                </a:solidFill>
              </a:rPr>
              <a:t>Kỹ năng lắng nghe </a:t>
            </a:r>
            <a:r>
              <a:rPr lang="en-US" altLang="ja-JP" sz="2400"/>
              <a:t>(phải dựa trên tập luyện dần dần) và các kỹ năng hỏi khác.</a:t>
            </a:r>
            <a:endParaRPr lang="en-US" altLang="ja-JP"/>
          </a:p>
          <a:p>
            <a:pPr eaLnBrk="1" hangingPunct="1">
              <a:buClr>
                <a:schemeClr val="tx1"/>
              </a:buClr>
              <a:buFont typeface="Wingdings" pitchFamily="2" charset="2"/>
              <a:buChar char="Ø"/>
            </a:pPr>
            <a:r>
              <a:rPr lang="en-US" altLang="ja-JP" sz="2400"/>
              <a:t>Thực tế rằng </a:t>
            </a:r>
            <a:r>
              <a:rPr lang="en-US" altLang="ja-JP" sz="2400" b="1"/>
              <a:t>biết lắng nghe </a:t>
            </a:r>
            <a:r>
              <a:rPr lang="en-US" altLang="ja-JP" sz="2400"/>
              <a:t>không hề đ</a:t>
            </a:r>
            <a:r>
              <a:rPr lang="vi-VN" altLang="ja-JP" sz="2400"/>
              <a:t>ơ</a:t>
            </a:r>
            <a:r>
              <a:rPr lang="en-US" altLang="ja-JP" sz="2400"/>
              <a:t>n giản</a:t>
            </a:r>
          </a:p>
          <a:p>
            <a:pPr lvl="1" eaLnBrk="1" hangingPunct="1">
              <a:buClr>
                <a:schemeClr val="tx1"/>
              </a:buClr>
              <a:buFont typeface="Wingdings" pitchFamily="2" charset="2"/>
              <a:buChar char="Ø"/>
            </a:pPr>
            <a:r>
              <a:rPr lang="en-US" altLang="ja-JP" sz="2400"/>
              <a:t>Vội vàng hành động</a:t>
            </a:r>
          </a:p>
          <a:p>
            <a:pPr lvl="1" eaLnBrk="1" hangingPunct="1">
              <a:buClr>
                <a:schemeClr val="tx1"/>
              </a:buClr>
              <a:buFont typeface="Wingdings" pitchFamily="2" charset="2"/>
              <a:buChar char="Ø"/>
            </a:pPr>
            <a:r>
              <a:rPr lang="en-US" altLang="ja-JP" sz="2400"/>
              <a:t>Khác biệt về tốc độ: nói 135-175 WPM, nghe 400-500 WPM</a:t>
            </a:r>
          </a:p>
          <a:p>
            <a:pPr lvl="1" eaLnBrk="1" hangingPunct="1">
              <a:buClr>
                <a:schemeClr val="tx1"/>
              </a:buClr>
              <a:buFont typeface="Wingdings" pitchFamily="2" charset="2"/>
              <a:buChar char="Ø"/>
            </a:pPr>
            <a:r>
              <a:rPr lang="en-US" altLang="ja-JP" sz="2400"/>
              <a:t>thiếu đào tạo</a:t>
            </a:r>
          </a:p>
          <a:p>
            <a:pPr eaLnBrk="1" hangingPunct="1">
              <a:buClr>
                <a:schemeClr val="tx1"/>
              </a:buClr>
              <a:buFont typeface="Wingdings" pitchFamily="2" charset="2"/>
              <a:buChar char="Ø"/>
            </a:pPr>
            <a:r>
              <a:rPr lang="en-US" altLang="ja-JP" sz="2400"/>
              <a:t>Vì vậy cần luyện tập cả 2 kỹ năng trên để đạt hiệu quả cao</a:t>
            </a:r>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xmlns="" id="{F7636D38-5651-4DC8-8F55-5F0FFB6C1588}"/>
                  </a:ext>
                </a:extLst>
              </p14:cNvPr>
              <p14:cNvContentPartPr/>
              <p14:nvPr/>
            </p14:nvContentPartPr>
            <p14:xfrm>
              <a:off x="7007040" y="1762200"/>
              <a:ext cx="39240" cy="4320"/>
            </p14:xfrm>
          </p:contentPart>
        </mc:Choice>
        <mc:Fallback xmlns="">
          <p:pic>
            <p:nvPicPr>
              <p:cNvPr id="4" name="Ink 3">
                <a:extLst>
                  <a:ext uri="{FF2B5EF4-FFF2-40B4-BE49-F238E27FC236}">
                    <a16:creationId xmlns:a16="http://schemas.microsoft.com/office/drawing/2014/main" id="{F7636D38-5651-4DC8-8F55-5F0FFB6C1588}"/>
                  </a:ext>
                </a:extLst>
              </p:cNvPr>
              <p:cNvPicPr/>
              <p:nvPr/>
            </p:nvPicPr>
            <p:blipFill>
              <a:blip r:embed="rId6"/>
              <a:stretch>
                <a:fillRect/>
              </a:stretch>
            </p:blipFill>
            <p:spPr>
              <a:xfrm>
                <a:off x="6997680" y="1752840"/>
                <a:ext cx="57960" cy="23040"/>
              </a:xfrm>
              <a:prstGeom prst="rect">
                <a:avLst/>
              </a:prstGeom>
            </p:spPr>
          </p:pic>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xmlns="" id="{DE619F8F-FC5A-4CC1-9F6F-E025C511635A}"/>
              </a:ext>
            </a:extLst>
          </p:cNvPr>
          <p:cNvSpPr>
            <a:spLocks noGrp="1"/>
          </p:cNvSpPr>
          <p:nvPr>
            <p:ph type="sldNum" sz="quarter" idx="12"/>
          </p:nvPr>
        </p:nvSpPr>
        <p:spPr/>
        <p:txBody>
          <a:bodyPr/>
          <a:lstStyle/>
          <a:p>
            <a:fld id="{9EA0BE3B-158A-4EDF-80DC-E394A0D1600F}" type="slidenum">
              <a:rPr lang="en-US" smtClean="0"/>
              <a:pPr/>
              <a:t>17</a:t>
            </a:fld>
            <a:endParaRPr lang="en-US" dirty="0"/>
          </a:p>
        </p:txBody>
      </p:sp>
      <p:sp>
        <p:nvSpPr>
          <p:cNvPr id="3" name="Title 2">
            <a:extLst>
              <a:ext uri="{FF2B5EF4-FFF2-40B4-BE49-F238E27FC236}">
                <a16:creationId xmlns:a16="http://schemas.microsoft.com/office/drawing/2014/main" xmlns="" id="{C068161C-3A39-4F6C-93BC-6A2F6318324E}"/>
              </a:ext>
            </a:extLst>
          </p:cNvPr>
          <p:cNvSpPr>
            <a:spLocks noGrp="1"/>
          </p:cNvSpPr>
          <p:nvPr>
            <p:ph type="title"/>
          </p:nvPr>
        </p:nvSpPr>
        <p:spPr/>
        <p:txBody>
          <a:bodyPr/>
          <a:lstStyle/>
          <a:p>
            <a:r>
              <a:rPr lang="en-US" sz="3200"/>
              <a:t>Ứng dụng vào nghiên cứu thị tr</a:t>
            </a:r>
            <a:r>
              <a:rPr lang="vi-VN" sz="3200"/>
              <a:t>ư</a:t>
            </a:r>
            <a:r>
              <a:rPr lang="en-US" sz="3200"/>
              <a:t>ờng/nghiệp vụ</a:t>
            </a:r>
          </a:p>
        </p:txBody>
      </p:sp>
      <p:sp>
        <p:nvSpPr>
          <p:cNvPr id="5" name="Content Placeholder 4">
            <a:extLst>
              <a:ext uri="{FF2B5EF4-FFF2-40B4-BE49-F238E27FC236}">
                <a16:creationId xmlns:a16="http://schemas.microsoft.com/office/drawing/2014/main" xmlns="" id="{1BD03940-71FD-486B-8CC1-D5C382A2BA76}"/>
              </a:ext>
            </a:extLst>
          </p:cNvPr>
          <p:cNvSpPr>
            <a:spLocks noGrp="1"/>
          </p:cNvSpPr>
          <p:nvPr>
            <p:ph type="body" sz="quarter" idx="13"/>
          </p:nvPr>
        </p:nvSpPr>
        <p:spPr>
          <a:xfrm>
            <a:off x="457200" y="4127984"/>
            <a:ext cx="4040188" cy="1981200"/>
          </a:xfrm>
        </p:spPr>
        <p:txBody>
          <a:bodyPr/>
          <a:lstStyle/>
          <a:p>
            <a:pPr marL="0" indent="0">
              <a:buNone/>
            </a:pPr>
            <a:r>
              <a:rPr lang="en-US" sz="2000" b="1"/>
              <a:t>Nhóm tập trung</a:t>
            </a:r>
          </a:p>
          <a:p>
            <a:r>
              <a:rPr lang="en-US" sz="2000"/>
              <a:t>Tập hợp một nhóm ng</a:t>
            </a:r>
            <a:r>
              <a:rPr lang="vi-VN" sz="2000"/>
              <a:t>ư</a:t>
            </a:r>
            <a:r>
              <a:rPr lang="en-US" sz="2000"/>
              <a:t>ời đại điện cho thị tr</a:t>
            </a:r>
            <a:r>
              <a:rPr lang="vi-VN" sz="2000"/>
              <a:t>ư</a:t>
            </a:r>
            <a:r>
              <a:rPr lang="en-US" sz="2000"/>
              <a:t>ờng</a:t>
            </a:r>
          </a:p>
          <a:p>
            <a:r>
              <a:rPr lang="en-US" sz="2000"/>
              <a:t>Cùng thảo luận có định h</a:t>
            </a:r>
            <a:r>
              <a:rPr lang="vi-VN" sz="2000"/>
              <a:t>ư</a:t>
            </a:r>
            <a:r>
              <a:rPr lang="en-US" sz="2000"/>
              <a:t>ớng</a:t>
            </a:r>
          </a:p>
          <a:p>
            <a:r>
              <a:rPr lang="en-US" sz="2000"/>
              <a:t>Quan sát và thu thập phản hồi</a:t>
            </a:r>
          </a:p>
        </p:txBody>
      </p:sp>
      <p:sp>
        <p:nvSpPr>
          <p:cNvPr id="7" name="Content Placeholder 6">
            <a:extLst>
              <a:ext uri="{FF2B5EF4-FFF2-40B4-BE49-F238E27FC236}">
                <a16:creationId xmlns:a16="http://schemas.microsoft.com/office/drawing/2014/main" xmlns="" id="{DE96C45F-8F38-4E8F-9F68-13DE42E5AA94}"/>
              </a:ext>
            </a:extLst>
          </p:cNvPr>
          <p:cNvSpPr>
            <a:spLocks noGrp="1"/>
          </p:cNvSpPr>
          <p:nvPr>
            <p:ph sz="quarter" idx="4294967295"/>
          </p:nvPr>
        </p:nvSpPr>
        <p:spPr>
          <a:xfrm>
            <a:off x="4797425" y="4121150"/>
            <a:ext cx="4346575" cy="2239963"/>
          </a:xfrm>
        </p:spPr>
        <p:txBody>
          <a:bodyPr/>
          <a:lstStyle/>
          <a:p>
            <a:pPr marL="0" indent="0">
              <a:buNone/>
            </a:pPr>
            <a:r>
              <a:rPr lang="en-US" sz="2000" b="1"/>
              <a:t>Hội thảo</a:t>
            </a:r>
          </a:p>
          <a:p>
            <a:r>
              <a:rPr lang="en-US" sz="2000"/>
              <a:t>Tập hợp các stakeholder</a:t>
            </a:r>
          </a:p>
          <a:p>
            <a:r>
              <a:rPr lang="en-US" sz="2000"/>
              <a:t>Thảo luận, khai phá chủ đề</a:t>
            </a:r>
          </a:p>
          <a:p>
            <a:r>
              <a:rPr lang="en-US" sz="2000"/>
              <a:t>Cần bám theo mục tiêu, tránh lan man</a:t>
            </a:r>
          </a:p>
          <a:p>
            <a:r>
              <a:rPr lang="en-US" sz="2000"/>
              <a:t>Nên &lt; 20 ng</a:t>
            </a:r>
            <a:r>
              <a:rPr lang="vi-VN" sz="2000"/>
              <a:t>ư</a:t>
            </a:r>
            <a:r>
              <a:rPr lang="en-US" sz="2000"/>
              <a:t>ời</a:t>
            </a:r>
          </a:p>
          <a:p>
            <a:endParaRPr lang="en-US" sz="2000"/>
          </a:p>
        </p:txBody>
      </p:sp>
      <p:pic>
        <p:nvPicPr>
          <p:cNvPr id="2050" name="Picture 2" descr="What are focus groups in business">
            <a:extLst>
              <a:ext uri="{FF2B5EF4-FFF2-40B4-BE49-F238E27FC236}">
                <a16:creationId xmlns:a16="http://schemas.microsoft.com/office/drawing/2014/main" xmlns="" id="{B57C23A7-2D2B-4BFE-AFBE-4FFDC63F87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320275"/>
            <a:ext cx="4041775" cy="2696101"/>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2" name="Picture 2" descr="Image result for Facilitated Workshops">
            <a:extLst>
              <a:ext uri="{FF2B5EF4-FFF2-40B4-BE49-F238E27FC236}">
                <a16:creationId xmlns:a16="http://schemas.microsoft.com/office/drawing/2014/main" xmlns="" id="{C116F2F2-3662-45EC-861B-B746065E4A3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5025" y="1322161"/>
            <a:ext cx="4191000" cy="2694215"/>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xmlns="" id="{391BC7C1-9A80-4077-894E-A5F2896DE6BB}"/>
              </a:ext>
            </a:extLst>
          </p:cNvPr>
          <p:cNvSpPr/>
          <p:nvPr/>
        </p:nvSpPr>
        <p:spPr>
          <a:xfrm>
            <a:off x="4664710" y="1023421"/>
            <a:ext cx="2706831" cy="369332"/>
          </a:xfrm>
          <a:prstGeom prst="rect">
            <a:avLst/>
          </a:prstGeom>
        </p:spPr>
        <p:txBody>
          <a:bodyPr wrap="none">
            <a:spAutoFit/>
          </a:bodyPr>
          <a:lstStyle/>
          <a:p>
            <a:r>
              <a:rPr lang="en-US" altLang="ja-JP" b="1"/>
              <a:t>Facilitated Workshops </a:t>
            </a:r>
            <a:endParaRPr lang="en-US"/>
          </a:p>
        </p:txBody>
      </p:sp>
      <p:sp>
        <p:nvSpPr>
          <p:cNvPr id="10" name="Rectangle 9">
            <a:extLst>
              <a:ext uri="{FF2B5EF4-FFF2-40B4-BE49-F238E27FC236}">
                <a16:creationId xmlns:a16="http://schemas.microsoft.com/office/drawing/2014/main" xmlns="" id="{8492F148-9FAD-4D8C-99FA-71A503EEF571}"/>
              </a:ext>
            </a:extLst>
          </p:cNvPr>
          <p:cNvSpPr/>
          <p:nvPr/>
        </p:nvSpPr>
        <p:spPr>
          <a:xfrm>
            <a:off x="457200" y="948855"/>
            <a:ext cx="1620957" cy="369332"/>
          </a:xfrm>
          <a:prstGeom prst="rect">
            <a:avLst/>
          </a:prstGeom>
        </p:spPr>
        <p:txBody>
          <a:bodyPr wrap="none">
            <a:spAutoFit/>
          </a:bodyPr>
          <a:lstStyle/>
          <a:p>
            <a:r>
              <a:rPr lang="en-US" altLang="ja-JP" b="1"/>
              <a:t>Focus Group</a:t>
            </a:r>
            <a:endParaRPr lang="en-US"/>
          </a:p>
        </p:txBody>
      </p:sp>
    </p:spTree>
    <p:extLst>
      <p:ext uri="{BB962C8B-B14F-4D97-AF65-F5344CB8AC3E}">
        <p14:creationId xmlns:p14="http://schemas.microsoft.com/office/powerpoint/2010/main" val="23745986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xmlns="" id="{57261E28-F4A1-4054-9250-0FD1CDBFFBD1}"/>
              </a:ext>
            </a:extLst>
          </p:cNvPr>
          <p:cNvSpPr>
            <a:spLocks noGrp="1"/>
          </p:cNvSpPr>
          <p:nvPr>
            <p:ph type="sldNum" sz="quarter" idx="12"/>
          </p:nvPr>
        </p:nvSpPr>
        <p:spPr/>
        <p:txBody>
          <a:bodyPr/>
          <a:lstStyle/>
          <a:p>
            <a:fld id="{9EA0BE3B-158A-4EDF-80DC-E394A0D1600F}" type="slidenum">
              <a:rPr lang="en-US" smtClean="0"/>
              <a:pPr/>
              <a:t>18</a:t>
            </a:fld>
            <a:endParaRPr lang="en-US" dirty="0"/>
          </a:p>
        </p:txBody>
      </p:sp>
      <p:sp>
        <p:nvSpPr>
          <p:cNvPr id="50178" name="Rectangle 2"/>
          <p:cNvSpPr>
            <a:spLocks noGrp="1" noChangeArrowheads="1"/>
          </p:cNvSpPr>
          <p:nvPr>
            <p:ph type="title"/>
          </p:nvPr>
        </p:nvSpPr>
        <p:spPr>
          <a:prstGeom prst="rect">
            <a:avLst/>
          </a:prstGeom>
        </p:spPr>
        <p:txBody>
          <a:bodyPr/>
          <a:lstStyle/>
          <a:p>
            <a:pPr eaLnBrk="1" hangingPunct="1"/>
            <a:r>
              <a:rPr lang="en-US" altLang="ja-JP" sz="3200" dirty="0" smtClean="0"/>
              <a:t>C</a:t>
            </a:r>
            <a:r>
              <a:rPr lang="vi-VN" altLang="ja-JP" sz="3200" dirty="0"/>
              <a:t>ơ</a:t>
            </a:r>
            <a:r>
              <a:rPr lang="en-US" altLang="ja-JP" sz="3200" dirty="0"/>
              <a:t> </a:t>
            </a:r>
            <a:r>
              <a:rPr lang="en-US" altLang="ja-JP" sz="3200" dirty="0" err="1"/>
              <a:t>bản</a:t>
            </a:r>
            <a:r>
              <a:rPr lang="en-US" altLang="ja-JP" sz="3200" dirty="0"/>
              <a:t> </a:t>
            </a:r>
            <a:r>
              <a:rPr lang="en-US" altLang="ja-JP" sz="3200" dirty="0" err="1"/>
              <a:t>về</a:t>
            </a:r>
            <a:r>
              <a:rPr lang="en-US" altLang="ja-JP" sz="3200" dirty="0"/>
              <a:t> </a:t>
            </a:r>
            <a:r>
              <a:rPr lang="en-US" altLang="ja-JP" sz="3200" dirty="0" err="1"/>
              <a:t>kỹ</a:t>
            </a:r>
            <a:r>
              <a:rPr lang="en-US" altLang="ja-JP" sz="3200" dirty="0"/>
              <a:t> </a:t>
            </a:r>
            <a:r>
              <a:rPr lang="en-US" altLang="ja-JP" sz="3200" dirty="0" err="1"/>
              <a:t>năng</a:t>
            </a:r>
            <a:r>
              <a:rPr lang="en-US" altLang="ja-JP" sz="3200" dirty="0"/>
              <a:t> </a:t>
            </a:r>
            <a:r>
              <a:rPr lang="en-US" altLang="ja-JP" sz="3200" dirty="0" err="1"/>
              <a:t>phỏng</a:t>
            </a:r>
            <a:r>
              <a:rPr lang="en-US" altLang="ja-JP" sz="3200" dirty="0"/>
              <a:t> </a:t>
            </a:r>
            <a:r>
              <a:rPr lang="en-US" altLang="ja-JP" sz="3200" dirty="0" err="1"/>
              <a:t>vấn</a:t>
            </a:r>
            <a:endParaRPr lang="en-US" altLang="ja-JP" sz="3800" dirty="0"/>
          </a:p>
        </p:txBody>
      </p:sp>
      <p:sp>
        <p:nvSpPr>
          <p:cNvPr id="50179" name="Rectangle 3"/>
          <p:cNvSpPr>
            <a:spLocks noGrp="1" noChangeArrowheads="1"/>
          </p:cNvSpPr>
          <p:nvPr>
            <p:ph type="body" sz="quarter" idx="13"/>
          </p:nvPr>
        </p:nvSpPr>
        <p:spPr>
          <a:prstGeom prst="rect">
            <a:avLst/>
          </a:prstGeom>
        </p:spPr>
        <p:txBody>
          <a:bodyPr/>
          <a:lstStyle/>
          <a:p>
            <a:pPr eaLnBrk="1" hangingPunct="1">
              <a:buClr>
                <a:schemeClr val="tx1"/>
              </a:buClr>
              <a:buFont typeface="Wingdings" pitchFamily="2" charset="2"/>
              <a:buChar char="Ø"/>
            </a:pPr>
            <a:r>
              <a:rPr lang="en-US" altLang="ja-JP" sz="1800" b="1"/>
              <a:t>Câu hỏi mở:</a:t>
            </a:r>
          </a:p>
          <a:p>
            <a:pPr lvl="1" eaLnBrk="1" hangingPunct="1">
              <a:buClr>
                <a:schemeClr val="tx1"/>
              </a:buClr>
              <a:buFont typeface="Wingdings" pitchFamily="2" charset="2"/>
              <a:buChar char="Ø"/>
            </a:pPr>
            <a:r>
              <a:rPr lang="en-US" altLang="ja-JP" sz="1800"/>
              <a:t>Bắt đầu với  “What, Why, Who, When, Where, How, How many, How much, How long?” etc.</a:t>
            </a:r>
          </a:p>
          <a:p>
            <a:pPr eaLnBrk="1" hangingPunct="1">
              <a:buClr>
                <a:schemeClr val="tx1"/>
              </a:buClr>
              <a:buFont typeface="Wingdings" pitchFamily="2" charset="2"/>
              <a:buChar char="Ø"/>
            </a:pPr>
            <a:r>
              <a:rPr lang="en-US" altLang="ja-JP" sz="1800" b="1"/>
              <a:t>Câu hỏi đóng</a:t>
            </a:r>
          </a:p>
          <a:p>
            <a:pPr lvl="1" eaLnBrk="1" hangingPunct="1">
              <a:buClr>
                <a:schemeClr val="tx1"/>
              </a:buClr>
              <a:buFont typeface="Wingdings" pitchFamily="2" charset="2"/>
              <a:buChar char="Ø"/>
            </a:pPr>
            <a:r>
              <a:rPr lang="en-US" altLang="ja-JP" sz="1800"/>
              <a:t>Bắt đầu với “Do you</a:t>
            </a:r>
            <a:r>
              <a:rPr lang="ja-JP" altLang="en-US" sz="1800"/>
              <a:t>～</a:t>
            </a:r>
            <a:r>
              <a:rPr lang="en-US" altLang="ja-JP" sz="1800"/>
              <a:t>?/Are you”</a:t>
            </a:r>
          </a:p>
          <a:p>
            <a:pPr lvl="1" eaLnBrk="1" hangingPunct="1">
              <a:buClr>
                <a:schemeClr val="tx1"/>
              </a:buClr>
              <a:buFont typeface="Wingdings" pitchFamily="2" charset="2"/>
              <a:buChar char="Ø"/>
            </a:pPr>
            <a:r>
              <a:rPr lang="en-US" altLang="ja-JP" sz="1800"/>
              <a:t>Dễ dàng để trả lời với  'yes’ hoặc 'no’. </a:t>
            </a:r>
          </a:p>
          <a:p>
            <a:pPr eaLnBrk="1" hangingPunct="1"/>
            <a:r>
              <a:rPr lang="en-US" altLang="ja-JP" sz="1800"/>
              <a:t>Có thể bắt đầu bằng câu hỏi đóng, sau đó lấy thêm thông tin bằng câu hỏi mở</a:t>
            </a:r>
          </a:p>
          <a:p>
            <a:pPr lvl="1" eaLnBrk="1" hangingPunct="1"/>
            <a:r>
              <a:rPr lang="ja-JP" altLang="en-US" sz="1600"/>
              <a:t>“</a:t>
            </a:r>
            <a:r>
              <a:rPr lang="en-US" altLang="ja-JP" sz="1600"/>
              <a:t>Bạn có thấy mạng máy tính hiện h</a:t>
            </a:r>
            <a:r>
              <a:rPr lang="vi-VN" altLang="ja-JP" sz="1600"/>
              <a:t>ơ</a:t>
            </a:r>
            <a:r>
              <a:rPr lang="en-US" altLang="ja-JP" sz="1600"/>
              <a:t>i chậm không?” </a:t>
            </a:r>
          </a:p>
          <a:p>
            <a:pPr lvl="1" eaLnBrk="1" hangingPunct="1"/>
            <a:r>
              <a:rPr lang="en-US" altLang="ja-JP" sz="1600"/>
              <a:t>“Uh đúng đấy.”</a:t>
            </a:r>
          </a:p>
          <a:p>
            <a:pPr lvl="1" eaLnBrk="1" hangingPunct="1"/>
            <a:r>
              <a:rPr lang="en-US" altLang="ja-JP" sz="1600"/>
              <a:t>“Oh, lúc nào vậy, hoặc là khi dùng làm gì?”</a:t>
            </a:r>
            <a:endParaRPr lang="en-US" altLang="ja-JP" sz="1800"/>
          </a:p>
          <a:p>
            <a:pPr eaLnBrk="1" hangingPunct="1">
              <a:buClr>
                <a:schemeClr val="tx1"/>
              </a:buClr>
              <a:buFont typeface="Wingdings" pitchFamily="2" charset="2"/>
              <a:buChar char="Ø"/>
            </a:pPr>
            <a:r>
              <a:rPr lang="en-US" altLang="ja-JP" sz="1800"/>
              <a:t>Gợi ý: kết hợp với nhau để hỏi khách hàng</a:t>
            </a:r>
          </a:p>
          <a:p>
            <a:pPr lvl="1" eaLnBrk="1" hangingPunct="1">
              <a:buClr>
                <a:schemeClr val="tx1"/>
              </a:buClr>
              <a:buFont typeface="Wingdings" pitchFamily="2" charset="2"/>
              <a:buChar char="Ø"/>
            </a:pPr>
            <a:r>
              <a:rPr lang="en-US" altLang="ja-JP" sz="1800"/>
              <a:t>Câu hỏi mở: đẩy thế suy nghĩ chủ động về phía khách hàng, phù hợp với các nội dung mà ng</a:t>
            </a:r>
            <a:r>
              <a:rPr lang="vi-VN" altLang="ja-JP" sz="1800"/>
              <a:t>ư</a:t>
            </a:r>
            <a:r>
              <a:rPr lang="en-US" altLang="ja-JP" sz="1800"/>
              <a:t>ời đ</a:t>
            </a:r>
            <a:r>
              <a:rPr lang="vi-VN" altLang="ja-JP" sz="1800"/>
              <a:t>ư</a:t>
            </a:r>
            <a:r>
              <a:rPr lang="en-US" altLang="ja-JP" sz="1800"/>
              <a:t>ợc hỏi có chuyên môn</a:t>
            </a:r>
          </a:p>
          <a:p>
            <a:pPr lvl="1" eaLnBrk="1" hangingPunct="1">
              <a:buClr>
                <a:schemeClr val="tx1"/>
              </a:buClr>
              <a:buFont typeface="Wingdings" pitchFamily="2" charset="2"/>
              <a:buChar char="Ø"/>
            </a:pPr>
            <a:r>
              <a:rPr lang="en-US" altLang="ja-JP" sz="1800"/>
              <a:t>Câu hỏi đóng: ng</a:t>
            </a:r>
            <a:r>
              <a:rPr lang="vi-VN" altLang="ja-JP" sz="1800"/>
              <a:t>ư</a:t>
            </a:r>
            <a:r>
              <a:rPr lang="en-US" altLang="ja-JP" sz="1800"/>
              <a:t>ời hỏi có chuyên môn h</a:t>
            </a:r>
            <a:r>
              <a:rPr lang="vi-VN" altLang="ja-JP" sz="1800"/>
              <a:t>ơ</a:t>
            </a:r>
            <a:r>
              <a:rPr lang="en-US" altLang="ja-JP" sz="1800"/>
              <a:t>n, ng</a:t>
            </a:r>
            <a:r>
              <a:rPr lang="vi-VN" altLang="ja-JP" sz="1800"/>
              <a:t>ư</a:t>
            </a:r>
            <a:r>
              <a:rPr lang="en-US" altLang="ja-JP" sz="1800"/>
              <a:t>ời đ</a:t>
            </a:r>
            <a:r>
              <a:rPr lang="vi-VN" altLang="ja-JP" sz="1800"/>
              <a:t>ư</a:t>
            </a:r>
            <a:r>
              <a:rPr lang="en-US" altLang="ja-JP" sz="1800"/>
              <a:t>ợc hỏi cần đ</a:t>
            </a:r>
            <a:r>
              <a:rPr lang="vi-VN" altLang="ja-JP" sz="1800"/>
              <a:t>ư</a:t>
            </a:r>
            <a:r>
              <a:rPr lang="en-US" altLang="ja-JP" sz="1800"/>
              <a:t>ợc gợi ý để dễ ra quyết định</a:t>
            </a:r>
          </a:p>
          <a:p>
            <a:pPr lvl="1" eaLnBrk="1" hangingPunct="1">
              <a:buClr>
                <a:schemeClr val="tx1"/>
              </a:buClr>
              <a:buFont typeface="Wingdings" pitchFamily="2" charset="2"/>
              <a:buChar char="Ø"/>
            </a:pPr>
            <a:endParaRPr lang="en-US" altLang="ja-JP" sz="18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CD5A9326-5EED-44B0-9040-D734B4667BA3}"/>
              </a:ext>
            </a:extLst>
          </p:cNvPr>
          <p:cNvSpPr>
            <a:spLocks noGrp="1"/>
          </p:cNvSpPr>
          <p:nvPr>
            <p:ph type="sldNum" sz="quarter" idx="12"/>
          </p:nvPr>
        </p:nvSpPr>
        <p:spPr/>
        <p:txBody>
          <a:bodyPr/>
          <a:lstStyle/>
          <a:p>
            <a:fld id="{9EA0BE3B-158A-4EDF-80DC-E394A0D1600F}" type="slidenum">
              <a:rPr lang="en-US" smtClean="0"/>
              <a:pPr/>
              <a:t>19</a:t>
            </a:fld>
            <a:endParaRPr lang="en-US" dirty="0"/>
          </a:p>
        </p:txBody>
      </p:sp>
      <p:sp>
        <p:nvSpPr>
          <p:cNvPr id="51202" name="Rectangle 2"/>
          <p:cNvSpPr>
            <a:spLocks noGrp="1" noChangeArrowheads="1"/>
          </p:cNvSpPr>
          <p:nvPr>
            <p:ph type="title"/>
          </p:nvPr>
        </p:nvSpPr>
        <p:spPr>
          <a:prstGeom prst="rect">
            <a:avLst/>
          </a:prstGeom>
        </p:spPr>
        <p:txBody>
          <a:bodyPr/>
          <a:lstStyle/>
          <a:p>
            <a:pPr eaLnBrk="1" hangingPunct="1"/>
            <a:r>
              <a:rPr lang="en-US" altLang="ja-JP" sz="3200" dirty="0" err="1" smtClean="0"/>
              <a:t>Lắng</a:t>
            </a:r>
            <a:r>
              <a:rPr lang="en-US" altLang="ja-JP" sz="3200" dirty="0" smtClean="0"/>
              <a:t> </a:t>
            </a:r>
            <a:r>
              <a:rPr lang="en-US" altLang="ja-JP" sz="3200" dirty="0" err="1"/>
              <a:t>nghe</a:t>
            </a:r>
            <a:r>
              <a:rPr lang="en-US" altLang="ja-JP" sz="3200" dirty="0"/>
              <a:t> </a:t>
            </a:r>
            <a:r>
              <a:rPr lang="en-US" altLang="ja-JP" sz="3200" dirty="0" err="1"/>
              <a:t>tích</a:t>
            </a:r>
            <a:r>
              <a:rPr lang="en-US" altLang="ja-JP" sz="3200" dirty="0"/>
              <a:t> </a:t>
            </a:r>
            <a:r>
              <a:rPr lang="en-US" altLang="ja-JP" sz="3200" dirty="0" err="1"/>
              <a:t>cực</a:t>
            </a:r>
            <a:endParaRPr lang="en-US" altLang="ja-JP" sz="3200" dirty="0"/>
          </a:p>
        </p:txBody>
      </p:sp>
      <p:sp>
        <p:nvSpPr>
          <p:cNvPr id="51203" name="Rectangle 3"/>
          <p:cNvSpPr>
            <a:spLocks noGrp="1" noChangeArrowheads="1"/>
          </p:cNvSpPr>
          <p:nvPr>
            <p:ph type="body" sz="quarter" idx="13"/>
          </p:nvPr>
        </p:nvSpPr>
        <p:spPr>
          <a:prstGeom prst="rect">
            <a:avLst/>
          </a:prstGeom>
        </p:spPr>
        <p:txBody>
          <a:bodyPr/>
          <a:lstStyle/>
          <a:p>
            <a:pPr eaLnBrk="1" hangingPunct="1">
              <a:lnSpc>
                <a:spcPct val="80000"/>
              </a:lnSpc>
              <a:buClr>
                <a:schemeClr val="tx1"/>
              </a:buClr>
              <a:buFont typeface="Wingdings" pitchFamily="2" charset="2"/>
              <a:buChar char="Ø"/>
            </a:pPr>
            <a:r>
              <a:rPr lang="en-US" altLang="ja-JP" sz="2000"/>
              <a:t>Làm cho ng</a:t>
            </a:r>
            <a:r>
              <a:rPr lang="vi-VN" altLang="ja-JP" sz="2000"/>
              <a:t>ư</a:t>
            </a:r>
            <a:r>
              <a:rPr lang="en-US" altLang="ja-JP" sz="2000"/>
              <a:t>ời nói thoải mái h</a:t>
            </a:r>
            <a:r>
              <a:rPr lang="vi-VN" altLang="ja-JP" sz="2000"/>
              <a:t>ơ</a:t>
            </a:r>
            <a:r>
              <a:rPr lang="en-US" altLang="ja-JP" sz="2000"/>
              <a:t>n. C</a:t>
            </a:r>
            <a:r>
              <a:rPr lang="vi-VN" altLang="ja-JP" sz="2000"/>
              <a:t>ư</a:t>
            </a:r>
            <a:r>
              <a:rPr lang="en-US" altLang="ja-JP" sz="2000"/>
              <a:t>ời!</a:t>
            </a:r>
          </a:p>
          <a:p>
            <a:pPr eaLnBrk="1" hangingPunct="1">
              <a:lnSpc>
                <a:spcPct val="80000"/>
              </a:lnSpc>
              <a:buClr>
                <a:schemeClr val="tx1"/>
              </a:buClr>
              <a:buFont typeface="Wingdings" pitchFamily="2" charset="2"/>
              <a:buChar char="Ø"/>
            </a:pPr>
            <a:r>
              <a:rPr lang="en-US" altLang="ja-JP" sz="2000"/>
              <a:t>Giao tiếp qua ánh mắt, đặt câu hỏi, chú ý ghi chép.</a:t>
            </a:r>
          </a:p>
          <a:p>
            <a:pPr eaLnBrk="1" hangingPunct="1">
              <a:lnSpc>
                <a:spcPct val="80000"/>
              </a:lnSpc>
              <a:buClr>
                <a:schemeClr val="tx1"/>
              </a:buClr>
              <a:buFont typeface="Wingdings" pitchFamily="2" charset="2"/>
              <a:buChar char="Ø"/>
            </a:pPr>
            <a:r>
              <a:rPr lang="en-US" altLang="ja-JP" sz="2000"/>
              <a:t>Thể hiện rằng bạn muốn nghe</a:t>
            </a:r>
          </a:p>
          <a:p>
            <a:pPr eaLnBrk="1" hangingPunct="1">
              <a:lnSpc>
                <a:spcPct val="80000"/>
              </a:lnSpc>
              <a:buClr>
                <a:schemeClr val="tx1"/>
              </a:buClr>
              <a:buFont typeface="Wingdings" pitchFamily="2" charset="2"/>
              <a:buChar char="Ø"/>
            </a:pPr>
            <a:r>
              <a:rPr lang="en-US" altLang="ja-JP" sz="2000"/>
              <a:t>Thể hiện sự “gật gù” và biểu cảm trên khuôn mặt</a:t>
            </a:r>
          </a:p>
          <a:p>
            <a:pPr eaLnBrk="1" hangingPunct="1">
              <a:lnSpc>
                <a:spcPct val="80000"/>
              </a:lnSpc>
              <a:buClr>
                <a:schemeClr val="tx1"/>
              </a:buClr>
              <a:buFont typeface="Wingdings" pitchFamily="2" charset="2"/>
              <a:buChar char="Ø"/>
            </a:pPr>
            <a:r>
              <a:rPr lang="en-US" altLang="ja-JP" sz="2000"/>
              <a:t>Diễn giải lại ý ng</a:t>
            </a:r>
            <a:r>
              <a:rPr lang="vi-VN" altLang="ja-JP" sz="2000"/>
              <a:t>ư</a:t>
            </a:r>
            <a:r>
              <a:rPr lang="en-US" altLang="ja-JP" sz="2000"/>
              <a:t>ời nói</a:t>
            </a:r>
          </a:p>
          <a:p>
            <a:pPr eaLnBrk="1" hangingPunct="1">
              <a:lnSpc>
                <a:spcPct val="80000"/>
              </a:lnSpc>
              <a:buClr>
                <a:schemeClr val="tx1"/>
              </a:buClr>
              <a:buFont typeface="Wingdings" pitchFamily="2" charset="2"/>
              <a:buChar char="Ø"/>
            </a:pPr>
            <a:r>
              <a:rPr lang="en-US" altLang="ja-JP" sz="2000"/>
              <a:t>Đừng ngắt lời người nói. Đừng nói át.</a:t>
            </a:r>
          </a:p>
          <a:p>
            <a:pPr eaLnBrk="1" hangingPunct="1">
              <a:lnSpc>
                <a:spcPct val="80000"/>
              </a:lnSpc>
              <a:buClr>
                <a:schemeClr val="tx1"/>
              </a:buClr>
              <a:buFont typeface="Wingdings" pitchFamily="2" charset="2"/>
              <a:buChar char="Ø"/>
            </a:pPr>
            <a:r>
              <a:rPr lang="en-US" altLang="ja-JP" sz="2000"/>
              <a:t>Có câu hỏi khởi động tr</a:t>
            </a:r>
            <a:r>
              <a:rPr lang="vi-VN" altLang="ja-JP" sz="2000"/>
              <a:t>ư</a:t>
            </a:r>
            <a:r>
              <a:rPr lang="en-US" altLang="ja-JP" sz="2000"/>
              <a:t>ớc khi phỏng vấn.</a:t>
            </a:r>
          </a:p>
          <a:p>
            <a:pPr lvl="1" eaLnBrk="1" hangingPunct="1">
              <a:lnSpc>
                <a:spcPct val="80000"/>
              </a:lnSpc>
              <a:buClr>
                <a:schemeClr val="tx1"/>
              </a:buClr>
              <a:buFont typeface="Wingdings" pitchFamily="2" charset="2"/>
              <a:buChar char="Ø"/>
            </a:pPr>
            <a:r>
              <a:rPr lang="en-US" altLang="ja-JP"/>
              <a:t>“Hôm nay tắc đ</a:t>
            </a:r>
            <a:r>
              <a:rPr lang="vi-VN" altLang="ja-JP"/>
              <a:t>ư</a:t>
            </a:r>
            <a:r>
              <a:rPr lang="en-US" altLang="ja-JP"/>
              <a:t>ờng quá nhỉ?” </a:t>
            </a:r>
            <a:br>
              <a:rPr lang="en-US" altLang="ja-JP"/>
            </a:br>
            <a:r>
              <a:rPr lang="en-US" altLang="ja-JP"/>
              <a:t>“Ta bắt đầu nhé?” </a:t>
            </a:r>
          </a:p>
          <a:p>
            <a:pPr eaLnBrk="1" hangingPunct="1">
              <a:lnSpc>
                <a:spcPct val="80000"/>
              </a:lnSpc>
              <a:buClr>
                <a:schemeClr val="tx1"/>
              </a:buClr>
              <a:buFont typeface="Wingdings" pitchFamily="2" charset="2"/>
              <a:buChar char="Ø"/>
            </a:pPr>
            <a:r>
              <a:rPr lang="en-US" altLang="ja-JP" sz="2000" u="sng"/>
              <a:t>Gợi ý: </a:t>
            </a:r>
          </a:p>
          <a:p>
            <a:pPr lvl="1" eaLnBrk="1" hangingPunct="1">
              <a:lnSpc>
                <a:spcPct val="80000"/>
              </a:lnSpc>
              <a:buClr>
                <a:schemeClr val="tx1"/>
              </a:buClr>
              <a:buFont typeface="Wingdings" pitchFamily="2" charset="2"/>
              <a:buChar char="Ø"/>
            </a:pPr>
            <a:r>
              <a:rPr lang="en-US" altLang="ja-JP" u="sng"/>
              <a:t>Câu hỏi có xu hướng Yes</a:t>
            </a:r>
            <a:r>
              <a:rPr lang="en-US" altLang="ja-JP"/>
              <a:t>: Đặt câu hỏi sao cho câu trả lời thường là  “yes” sẽ tạo không khí tích cực.</a:t>
            </a:r>
          </a:p>
          <a:p>
            <a:pPr lvl="2" eaLnBrk="1" hangingPunct="1">
              <a:lnSpc>
                <a:spcPct val="80000"/>
              </a:lnSpc>
              <a:buClr>
                <a:schemeClr val="tx1"/>
              </a:buClr>
              <a:buFont typeface="Wingdings" pitchFamily="2" charset="2"/>
              <a:buChar char="Ø"/>
            </a:pPr>
            <a:r>
              <a:rPr lang="en-US" altLang="ja-JP" i="1"/>
              <a:t>“Chúng ta sẽ điểm danh ngay bây giờ nhé?” “</a:t>
            </a:r>
            <a:r>
              <a:rPr lang="en-US" altLang="ja-JP" i="1" u="sng"/>
              <a:t>Oh yeah</a:t>
            </a:r>
            <a:r>
              <a:rPr lang="en-US" altLang="ja-JP" i="1"/>
              <a:t>.”</a:t>
            </a:r>
          </a:p>
          <a:p>
            <a:pPr lvl="1" eaLnBrk="1" hangingPunct="1">
              <a:lnSpc>
                <a:spcPct val="80000"/>
              </a:lnSpc>
              <a:buClr>
                <a:schemeClr val="tx1"/>
              </a:buClr>
              <a:buFont typeface="Wingdings" pitchFamily="2" charset="2"/>
              <a:buChar char="Ø"/>
            </a:pPr>
            <a:r>
              <a:rPr lang="en-US" altLang="ja-JP"/>
              <a:t>Trả lời đầy đủ và lặp lại ý của ng</a:t>
            </a:r>
            <a:r>
              <a:rPr lang="vi-VN" altLang="ja-JP"/>
              <a:t>ư</a:t>
            </a:r>
            <a:r>
              <a:rPr lang="en-US" altLang="ja-JP"/>
              <a:t>ời nói</a:t>
            </a:r>
          </a:p>
          <a:p>
            <a:pPr lvl="2" eaLnBrk="1" hangingPunct="1">
              <a:lnSpc>
                <a:spcPct val="80000"/>
              </a:lnSpc>
              <a:buClr>
                <a:schemeClr val="tx1"/>
              </a:buClr>
              <a:buFont typeface="Wingdings" pitchFamily="2" charset="2"/>
              <a:buChar char="Ø"/>
            </a:pPr>
            <a:r>
              <a:rPr lang="en-US" altLang="ja-JP" i="1"/>
              <a:t>“Anh có nghĩ là C# hợp cho dự án này không?”     “Có”</a:t>
            </a:r>
          </a:p>
          <a:p>
            <a:pPr lvl="2" eaLnBrk="1" hangingPunct="1">
              <a:lnSpc>
                <a:spcPct val="80000"/>
              </a:lnSpc>
              <a:buClr>
                <a:schemeClr val="tx1"/>
              </a:buClr>
              <a:buFont typeface="Wingdings" pitchFamily="2" charset="2"/>
              <a:buChar char="Ø"/>
            </a:pPr>
            <a:r>
              <a:rPr lang="en-US" altLang="ja-JP" i="1"/>
              <a:t>“Uhm, Có đấy. Tôi cũng nghĩ là C# hợp đấy”</a:t>
            </a:r>
          </a:p>
          <a:p>
            <a:pPr eaLnBrk="1" hangingPunct="1">
              <a:lnSpc>
                <a:spcPct val="80000"/>
              </a:lnSpc>
              <a:buClr>
                <a:schemeClr val="tx1"/>
              </a:buClr>
              <a:buFont typeface="Wingdings" pitchFamily="2" charset="2"/>
              <a:buChar char="Ø"/>
            </a:pPr>
            <a:endParaRPr lang="en-US" altLang="ja-JP" sz="20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xmlns="" id="{B9DF5F6E-F9F3-43BF-899D-0C62F2344BC0}"/>
              </a:ext>
            </a:extLst>
          </p:cNvPr>
          <p:cNvSpPr>
            <a:spLocks noGrp="1"/>
          </p:cNvSpPr>
          <p:nvPr>
            <p:ph type="sldNum" sz="quarter" idx="12"/>
          </p:nvPr>
        </p:nvSpPr>
        <p:spPr/>
        <p:txBody>
          <a:bodyPr/>
          <a:lstStyle/>
          <a:p>
            <a:fld id="{9EA0BE3B-158A-4EDF-80DC-E394A0D1600F}" type="slidenum">
              <a:rPr lang="en-US" smtClean="0"/>
              <a:pPr/>
              <a:t>20</a:t>
            </a:fld>
            <a:endParaRPr lang="en-US" dirty="0"/>
          </a:p>
        </p:txBody>
      </p:sp>
      <p:sp>
        <p:nvSpPr>
          <p:cNvPr id="3" name="Title 2">
            <a:extLst>
              <a:ext uri="{FF2B5EF4-FFF2-40B4-BE49-F238E27FC236}">
                <a16:creationId xmlns:a16="http://schemas.microsoft.com/office/drawing/2014/main" xmlns="" id="{22BEAF63-F2B1-48B9-B547-A70D1C27A9E8}"/>
              </a:ext>
            </a:extLst>
          </p:cNvPr>
          <p:cNvSpPr>
            <a:spLocks noGrp="1"/>
          </p:cNvSpPr>
          <p:nvPr>
            <p:ph type="title"/>
          </p:nvPr>
        </p:nvSpPr>
        <p:spPr/>
        <p:txBody>
          <a:bodyPr/>
          <a:lstStyle/>
          <a:p>
            <a:r>
              <a:rPr lang="en-US"/>
              <a:t>Lắng nghe và quan sát</a:t>
            </a:r>
          </a:p>
        </p:txBody>
      </p:sp>
      <p:pic>
        <p:nvPicPr>
          <p:cNvPr id="3074" name="Picture 2" descr="Psychology of smiling: can you tell a fake smile from a genuine one? |  Science | The Guardian">
            <a:extLst>
              <a:ext uri="{FF2B5EF4-FFF2-40B4-BE49-F238E27FC236}">
                <a16:creationId xmlns:a16="http://schemas.microsoft.com/office/drawing/2014/main" xmlns="" id="{8B1C00C9-F964-4227-AA87-E1D70C7410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066800"/>
            <a:ext cx="6966409" cy="417984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xmlns="" id="{B87E64AC-BEDE-4865-A946-3E50B08E452E}"/>
              </a:ext>
            </a:extLst>
          </p:cNvPr>
          <p:cNvSpPr txBox="1"/>
          <p:nvPr/>
        </p:nvSpPr>
        <p:spPr>
          <a:xfrm>
            <a:off x="470154" y="5943600"/>
            <a:ext cx="8673846" cy="523220"/>
          </a:xfrm>
          <a:prstGeom prst="rect">
            <a:avLst/>
          </a:prstGeom>
          <a:noFill/>
        </p:spPr>
        <p:txBody>
          <a:bodyPr wrap="square" rtlCol="0">
            <a:spAutoFit/>
          </a:bodyPr>
          <a:lstStyle/>
          <a:p>
            <a:r>
              <a:rPr lang="en-US" sz="1400">
                <a:hlinkClick r:id="rId4"/>
              </a:rPr>
              <a:t>Psychology of smiling: can you tell a fake smile from a genuine one? | Science | The Guardian</a:t>
            </a:r>
            <a:endParaRPr lang="en-US" sz="1400"/>
          </a:p>
          <a:p>
            <a:r>
              <a:rPr lang="en-US" sz="1400"/>
              <a:t>https://www.theguardian.com/science/2015/apr/10/psychology-empathy-distinguish-fake-genuine-smiles</a:t>
            </a:r>
          </a:p>
        </p:txBody>
      </p:sp>
    </p:spTree>
    <p:extLst>
      <p:ext uri="{BB962C8B-B14F-4D97-AF65-F5344CB8AC3E}">
        <p14:creationId xmlns:p14="http://schemas.microsoft.com/office/powerpoint/2010/main" val="3927154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3E32ECBB-78E6-454B-B87C-09BC5F141041}"/>
              </a:ext>
            </a:extLst>
          </p:cNvPr>
          <p:cNvSpPr>
            <a:spLocks noGrp="1"/>
          </p:cNvSpPr>
          <p:nvPr>
            <p:ph type="sldNum" sz="quarter" idx="12"/>
          </p:nvPr>
        </p:nvSpPr>
        <p:spPr/>
        <p:txBody>
          <a:bodyPr/>
          <a:lstStyle/>
          <a:p>
            <a:fld id="{9EA0BE3B-158A-4EDF-80DC-E394A0D1600F}" type="slidenum">
              <a:rPr lang="en-US" smtClean="0"/>
              <a:pPr/>
              <a:t>21</a:t>
            </a:fld>
            <a:endParaRPr lang="en-US" dirty="0"/>
          </a:p>
        </p:txBody>
      </p:sp>
      <p:sp>
        <p:nvSpPr>
          <p:cNvPr id="52226" name="Rectangle 2"/>
          <p:cNvSpPr>
            <a:spLocks noGrp="1" noChangeArrowheads="1"/>
          </p:cNvSpPr>
          <p:nvPr>
            <p:ph type="title"/>
          </p:nvPr>
        </p:nvSpPr>
        <p:spPr/>
        <p:txBody>
          <a:bodyPr/>
          <a:lstStyle/>
          <a:p>
            <a:pPr eaLnBrk="1" hangingPunct="1"/>
            <a:r>
              <a:rPr lang="en-US" altLang="ja-JP" sz="3200" dirty="0" err="1" smtClean="0"/>
              <a:t>Xác</a:t>
            </a:r>
            <a:r>
              <a:rPr lang="en-US" altLang="ja-JP" sz="3200" dirty="0" smtClean="0"/>
              <a:t> </a:t>
            </a:r>
            <a:r>
              <a:rPr lang="en-US" altLang="ja-JP" sz="3200" dirty="0" err="1" smtClean="0"/>
              <a:t>định</a:t>
            </a:r>
            <a:r>
              <a:rPr lang="en-US" altLang="ja-JP" sz="3200" dirty="0" smtClean="0"/>
              <a:t> </a:t>
            </a:r>
            <a:r>
              <a:rPr lang="en-US" altLang="ja-JP" sz="3200" dirty="0" err="1" smtClean="0"/>
              <a:t>Phạm</a:t>
            </a:r>
            <a:r>
              <a:rPr lang="en-US" altLang="ja-JP" sz="3200" dirty="0" smtClean="0"/>
              <a:t> vi – Define scope</a:t>
            </a:r>
            <a:endParaRPr lang="en-US" altLang="ja-JP" sz="3200" dirty="0"/>
          </a:p>
        </p:txBody>
      </p:sp>
      <p:sp>
        <p:nvSpPr>
          <p:cNvPr id="52227" name="Rectangle 3"/>
          <p:cNvSpPr>
            <a:spLocks noGrp="1" noChangeArrowheads="1"/>
          </p:cNvSpPr>
          <p:nvPr>
            <p:ph type="body" sz="quarter" idx="13"/>
          </p:nvPr>
        </p:nvSpPr>
        <p:spPr/>
        <p:txBody>
          <a:bodyPr/>
          <a:lstStyle/>
          <a:p>
            <a:pPr eaLnBrk="1" hangingPunct="1">
              <a:buClr>
                <a:schemeClr val="tx1"/>
              </a:buClr>
              <a:buFont typeface="Wingdings" pitchFamily="2" charset="2"/>
              <a:buChar char="Ø"/>
            </a:pPr>
            <a:r>
              <a:rPr lang="en-US" altLang="ja-JP" sz="2400"/>
              <a:t>Qui mô, giới hạn cả về số l</a:t>
            </a:r>
            <a:r>
              <a:rPr lang="vi-VN" altLang="ja-JP" sz="2400"/>
              <a:t>ư</a:t>
            </a:r>
            <a:r>
              <a:rPr lang="en-US" altLang="ja-JP" sz="2400"/>
              <a:t>ợng, chất l</a:t>
            </a:r>
            <a:r>
              <a:rPr lang="vi-VN" altLang="ja-JP" sz="2400"/>
              <a:t>ư</a:t>
            </a:r>
            <a:r>
              <a:rPr lang="en-US" altLang="ja-JP" sz="2400"/>
              <a:t>ợng của sản phẩm</a:t>
            </a:r>
          </a:p>
          <a:p>
            <a:pPr eaLnBrk="1" hangingPunct="1">
              <a:buClr>
                <a:schemeClr val="tx1"/>
              </a:buClr>
              <a:buFont typeface="Wingdings" pitchFamily="2" charset="2"/>
              <a:buChar char="Ø"/>
            </a:pPr>
            <a:r>
              <a:rPr lang="en-US" altLang="ja-JP" sz="2400"/>
              <a:t>Có 2 loại phạm vi</a:t>
            </a:r>
            <a:endParaRPr lang="en-US" altLang="ja-JP" sz="1800"/>
          </a:p>
          <a:p>
            <a:pPr eaLnBrk="1" hangingPunct="1">
              <a:buClr>
                <a:schemeClr val="tx1"/>
              </a:buClr>
              <a:buFont typeface="Wingdings" pitchFamily="2" charset="2"/>
              <a:buChar char="Ø"/>
            </a:pPr>
            <a:endParaRPr lang="en-US" altLang="ja-JP" sz="1800"/>
          </a:p>
          <a:p>
            <a:pPr eaLnBrk="1" hangingPunct="1">
              <a:buClr>
                <a:schemeClr val="tx1"/>
              </a:buClr>
              <a:buFont typeface="Wingdings" pitchFamily="2" charset="2"/>
              <a:buNone/>
            </a:pPr>
            <a:endParaRPr lang="en-US" altLang="ja-JP" sz="1800"/>
          </a:p>
          <a:p>
            <a:pPr eaLnBrk="1" hangingPunct="1">
              <a:buClr>
                <a:schemeClr val="tx1"/>
              </a:buClr>
              <a:buFont typeface="Wingdings" pitchFamily="2" charset="2"/>
              <a:buChar char="Ø"/>
            </a:pPr>
            <a:endParaRPr lang="en-US" altLang="ja-JP" sz="1800"/>
          </a:p>
        </p:txBody>
      </p:sp>
      <p:sp>
        <p:nvSpPr>
          <p:cNvPr id="52228" name="AutoShape 5"/>
          <p:cNvSpPr>
            <a:spLocks noChangeArrowheads="1"/>
          </p:cNvSpPr>
          <p:nvPr/>
        </p:nvSpPr>
        <p:spPr bwMode="auto">
          <a:xfrm>
            <a:off x="1550988" y="2333625"/>
            <a:ext cx="2546350" cy="1008063"/>
          </a:xfrm>
          <a:prstGeom prst="cloudCallout">
            <a:avLst>
              <a:gd name="adj1" fmla="val -15398"/>
              <a:gd name="adj2" fmla="val 77403"/>
            </a:avLst>
          </a:prstGeom>
          <a:solidFill>
            <a:srgbClr val="FFFF99"/>
          </a:solidFill>
          <a:ln w="9525">
            <a:solidFill>
              <a:schemeClr val="tx1"/>
            </a:solidFill>
            <a:round/>
            <a:headEnd/>
            <a:tailEnd/>
          </a:ln>
          <a:effectLst>
            <a:outerShdw dist="107763" dir="18900000" algn="ctr" rotWithShape="0">
              <a:schemeClr val="bg2">
                <a:alpha val="50000"/>
              </a:schemeClr>
            </a:outerShdw>
          </a:effectLst>
        </p:spPr>
        <p:txBody>
          <a:bodyPr anchor="ctr"/>
          <a:lstStyle/>
          <a:p>
            <a:pPr algn="ctr"/>
            <a:r>
              <a:rPr lang="en-US" altLang="ja-JP" sz="2400" b="1">
                <a:latin typeface="Times New Roman" pitchFamily="18" charset="0"/>
              </a:rPr>
              <a:t>What to make?</a:t>
            </a:r>
          </a:p>
        </p:txBody>
      </p:sp>
      <p:sp>
        <p:nvSpPr>
          <p:cNvPr id="52229" name="AutoShape 6"/>
          <p:cNvSpPr>
            <a:spLocks noChangeArrowheads="1"/>
          </p:cNvSpPr>
          <p:nvPr/>
        </p:nvSpPr>
        <p:spPr bwMode="auto">
          <a:xfrm>
            <a:off x="1479550" y="4926013"/>
            <a:ext cx="2609850" cy="1008062"/>
          </a:xfrm>
          <a:prstGeom prst="cloudCallout">
            <a:avLst>
              <a:gd name="adj1" fmla="val -18491"/>
              <a:gd name="adj2" fmla="val -91417"/>
            </a:avLst>
          </a:prstGeom>
          <a:solidFill>
            <a:srgbClr val="FFFF99"/>
          </a:solidFill>
          <a:ln w="9525">
            <a:solidFill>
              <a:schemeClr val="tx1"/>
            </a:solidFill>
            <a:round/>
            <a:headEnd/>
            <a:tailEnd/>
          </a:ln>
          <a:effectLst>
            <a:outerShdw dist="107763" dir="2700000" algn="ctr" rotWithShape="0">
              <a:schemeClr val="bg2">
                <a:alpha val="50000"/>
              </a:schemeClr>
            </a:outerShdw>
          </a:effectLst>
        </p:spPr>
        <p:txBody>
          <a:bodyPr anchor="ctr"/>
          <a:lstStyle/>
          <a:p>
            <a:pPr algn="ctr"/>
            <a:r>
              <a:rPr lang="en-US" altLang="ja-JP" sz="2400" b="1">
                <a:latin typeface="Times New Roman" pitchFamily="18" charset="0"/>
              </a:rPr>
              <a:t>What to do?</a:t>
            </a:r>
          </a:p>
        </p:txBody>
      </p:sp>
      <p:sp>
        <p:nvSpPr>
          <p:cNvPr id="52230" name="AutoShape 7"/>
          <p:cNvSpPr>
            <a:spLocks noChangeArrowheads="1"/>
          </p:cNvSpPr>
          <p:nvPr/>
        </p:nvSpPr>
        <p:spPr bwMode="auto">
          <a:xfrm>
            <a:off x="1839913" y="3775075"/>
            <a:ext cx="2519362" cy="576263"/>
          </a:xfrm>
          <a:prstGeom prst="homePlate">
            <a:avLst>
              <a:gd name="adj" fmla="val 109297"/>
            </a:avLst>
          </a:prstGeom>
          <a:solidFill>
            <a:srgbClr val="CCFFCC"/>
          </a:solidFill>
          <a:ln w="9525">
            <a:solidFill>
              <a:schemeClr val="tx1"/>
            </a:solidFill>
            <a:miter lim="800000"/>
            <a:headEnd/>
            <a:tailEnd/>
          </a:ln>
        </p:spPr>
        <p:txBody>
          <a:bodyPr wrap="none" anchor="ctr"/>
          <a:lstStyle/>
          <a:p>
            <a:pPr algn="ctr"/>
            <a:r>
              <a:rPr lang="en-US" altLang="ja-JP" sz="2800" b="1">
                <a:latin typeface="Times New Roman" pitchFamily="18" charset="0"/>
              </a:rPr>
              <a:t>Project</a:t>
            </a:r>
          </a:p>
        </p:txBody>
      </p:sp>
      <p:sp>
        <p:nvSpPr>
          <p:cNvPr id="52231" name="AutoShape 8"/>
          <p:cNvSpPr>
            <a:spLocks noChangeArrowheads="1"/>
          </p:cNvSpPr>
          <p:nvPr/>
        </p:nvSpPr>
        <p:spPr bwMode="auto">
          <a:xfrm>
            <a:off x="4954588" y="2489200"/>
            <a:ext cx="3198812" cy="1158875"/>
          </a:xfrm>
          <a:prstGeom prst="wedgeRectCallout">
            <a:avLst>
              <a:gd name="adj1" fmla="val -39042"/>
              <a:gd name="adj2" fmla="val 83014"/>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r>
              <a:rPr lang="ja-JP" altLang="en-US" sz="1600">
                <a:latin typeface="+mn-lt"/>
              </a:rPr>
              <a:t>･</a:t>
            </a:r>
            <a:r>
              <a:rPr lang="en-US" altLang="ja-JP" sz="1600">
                <a:latin typeface="+mn-lt"/>
              </a:rPr>
              <a:t>Hệ thống website</a:t>
            </a:r>
          </a:p>
          <a:p>
            <a:r>
              <a:rPr lang="ja-JP" altLang="en-US" sz="1600">
                <a:latin typeface="+mn-lt"/>
              </a:rPr>
              <a:t>･</a:t>
            </a:r>
            <a:r>
              <a:rPr lang="en-US" altLang="ja-JP" sz="1600">
                <a:latin typeface="+mn-lt"/>
              </a:rPr>
              <a:t>Chức năng quản trị</a:t>
            </a:r>
          </a:p>
          <a:p>
            <a:r>
              <a:rPr lang="ja-JP" altLang="en-US" sz="1600">
                <a:latin typeface="+mn-lt"/>
              </a:rPr>
              <a:t>･</a:t>
            </a:r>
            <a:r>
              <a:rPr lang="en-US" altLang="ja-JP" sz="1600">
                <a:latin typeface="+mn-lt"/>
              </a:rPr>
              <a:t>Chức năng xác thực email</a:t>
            </a:r>
          </a:p>
          <a:p>
            <a:r>
              <a:rPr lang="en-US" altLang="ja-JP" sz="1600">
                <a:latin typeface="+mn-lt"/>
              </a:rPr>
              <a:t>…..</a:t>
            </a:r>
          </a:p>
        </p:txBody>
      </p:sp>
      <p:sp>
        <p:nvSpPr>
          <p:cNvPr id="52232" name="AutoShape 9"/>
          <p:cNvSpPr>
            <a:spLocks noChangeArrowheads="1"/>
          </p:cNvSpPr>
          <p:nvPr/>
        </p:nvSpPr>
        <p:spPr bwMode="auto">
          <a:xfrm>
            <a:off x="5026025" y="4562475"/>
            <a:ext cx="3127375" cy="1003300"/>
          </a:xfrm>
          <a:prstGeom prst="wedgeRectCallout">
            <a:avLst>
              <a:gd name="adj1" fmla="val -48042"/>
              <a:gd name="adj2" fmla="val -73574"/>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r>
              <a:rPr lang="ja-JP" altLang="en-US" sz="1400">
                <a:latin typeface="+mn-lt"/>
              </a:rPr>
              <a:t>･</a:t>
            </a:r>
            <a:r>
              <a:rPr lang="en-US" altLang="ja-JP" sz="1600">
                <a:latin typeface="+mn-lt"/>
              </a:rPr>
              <a:t>Tạo kế hoạch quản lý dự án</a:t>
            </a:r>
          </a:p>
          <a:p>
            <a:r>
              <a:rPr lang="ja-JP" altLang="en-US" sz="1600">
                <a:latin typeface="+mn-lt"/>
              </a:rPr>
              <a:t>･</a:t>
            </a:r>
            <a:r>
              <a:rPr lang="en-US" altLang="ja-JP" sz="1600">
                <a:latin typeface="+mn-lt"/>
              </a:rPr>
              <a:t>Quản lý chất l</a:t>
            </a:r>
            <a:r>
              <a:rPr lang="vi-VN" altLang="ja-JP" sz="1600">
                <a:latin typeface="+mn-lt"/>
              </a:rPr>
              <a:t>ư</a:t>
            </a:r>
            <a:r>
              <a:rPr lang="en-US" altLang="ja-JP" sz="1600">
                <a:latin typeface="+mn-lt"/>
              </a:rPr>
              <a:t>ợng</a:t>
            </a:r>
          </a:p>
          <a:p>
            <a:r>
              <a:rPr lang="ja-JP" altLang="en-US" sz="1600">
                <a:latin typeface="+mn-lt"/>
              </a:rPr>
              <a:t>･</a:t>
            </a:r>
            <a:r>
              <a:rPr lang="en-US" altLang="ja-JP" sz="1600">
                <a:latin typeface="+mn-lt"/>
              </a:rPr>
              <a:t>Viết báo cáo tổng kết</a:t>
            </a:r>
          </a:p>
        </p:txBody>
      </p:sp>
      <p:sp>
        <p:nvSpPr>
          <p:cNvPr id="52233" name="Rectangle 10"/>
          <p:cNvSpPr>
            <a:spLocks noChangeArrowheads="1"/>
          </p:cNvSpPr>
          <p:nvPr/>
        </p:nvSpPr>
        <p:spPr bwMode="auto">
          <a:xfrm>
            <a:off x="4954588" y="2057400"/>
            <a:ext cx="3198812" cy="431800"/>
          </a:xfrm>
          <a:prstGeom prst="rect">
            <a:avLst/>
          </a:prstGeom>
          <a:solidFill>
            <a:srgbClr val="FF99FF"/>
          </a:solidFill>
          <a:ln w="9525">
            <a:solidFill>
              <a:schemeClr val="tx1"/>
            </a:solidFill>
            <a:miter lim="800000"/>
            <a:headEnd/>
            <a:tailEnd/>
          </a:ln>
        </p:spPr>
        <p:txBody>
          <a:bodyPr wrap="none" anchor="ctr"/>
          <a:lstStyle/>
          <a:p>
            <a:pPr algn="ctr"/>
            <a:endParaRPr lang="ja-JP" altLang="en-US" sz="2000" b="1">
              <a:solidFill>
                <a:srgbClr val="006600"/>
              </a:solidFill>
              <a:latin typeface="Times New Roman" pitchFamily="18" charset="0"/>
              <a:ea typeface="HGP創英角ｺﾞｼｯｸUB" pitchFamily="50" charset="-128"/>
            </a:endParaRPr>
          </a:p>
        </p:txBody>
      </p:sp>
      <p:sp>
        <p:nvSpPr>
          <p:cNvPr id="52234" name="Rectangle 11"/>
          <p:cNvSpPr>
            <a:spLocks noChangeArrowheads="1"/>
          </p:cNvSpPr>
          <p:nvPr/>
        </p:nvSpPr>
        <p:spPr bwMode="auto">
          <a:xfrm>
            <a:off x="5027613" y="5578475"/>
            <a:ext cx="3125787" cy="431800"/>
          </a:xfrm>
          <a:prstGeom prst="rect">
            <a:avLst/>
          </a:prstGeom>
          <a:solidFill>
            <a:srgbClr val="66CCFF"/>
          </a:solidFill>
          <a:ln w="9525">
            <a:solidFill>
              <a:schemeClr val="tx1"/>
            </a:solidFill>
            <a:miter lim="800000"/>
            <a:headEnd/>
            <a:tailEnd/>
          </a:ln>
        </p:spPr>
        <p:txBody>
          <a:bodyPr wrap="none" anchor="ctr"/>
          <a:lstStyle/>
          <a:p>
            <a:pPr algn="ctr"/>
            <a:endParaRPr lang="ja-JP" altLang="en-US" sz="2000" b="1">
              <a:solidFill>
                <a:srgbClr val="006600"/>
              </a:solidFill>
              <a:latin typeface="Times New Roman" pitchFamily="18" charset="0"/>
              <a:ea typeface="HGP創英角ｺﾞｼｯｸUB" pitchFamily="50" charset="-128"/>
            </a:endParaRPr>
          </a:p>
        </p:txBody>
      </p:sp>
      <p:sp>
        <p:nvSpPr>
          <p:cNvPr id="52235" name="AutoShape 12"/>
          <p:cNvSpPr>
            <a:spLocks noChangeArrowheads="1"/>
          </p:cNvSpPr>
          <p:nvPr/>
        </p:nvSpPr>
        <p:spPr bwMode="auto">
          <a:xfrm rot="5400000">
            <a:off x="6049169" y="3829844"/>
            <a:ext cx="504825" cy="503237"/>
          </a:xfrm>
          <a:prstGeom prst="rightArrow">
            <a:avLst>
              <a:gd name="adj1" fmla="val 50000"/>
              <a:gd name="adj2" fmla="val 25079"/>
            </a:avLst>
          </a:prstGeom>
          <a:solidFill>
            <a:srgbClr val="006600"/>
          </a:solidFill>
          <a:ln w="9525">
            <a:solidFill>
              <a:schemeClr val="tx1"/>
            </a:solidFill>
            <a:miter lim="800000"/>
            <a:headEnd/>
            <a:tailEnd/>
          </a:ln>
        </p:spPr>
        <p:txBody>
          <a:bodyPr wrap="none" anchor="ctr"/>
          <a:lstStyle/>
          <a:p>
            <a:endParaRPr lang="ja-JP" altLang="en-US"/>
          </a:p>
        </p:txBody>
      </p:sp>
      <p:sp>
        <p:nvSpPr>
          <p:cNvPr id="52236" name="AutoShape 13"/>
          <p:cNvSpPr>
            <a:spLocks noChangeArrowheads="1"/>
          </p:cNvSpPr>
          <p:nvPr/>
        </p:nvSpPr>
        <p:spPr bwMode="auto">
          <a:xfrm>
            <a:off x="4295775" y="2551113"/>
            <a:ext cx="504825" cy="503237"/>
          </a:xfrm>
          <a:prstGeom prst="rightArrow">
            <a:avLst>
              <a:gd name="adj1" fmla="val 50000"/>
              <a:gd name="adj2" fmla="val 25079"/>
            </a:avLst>
          </a:prstGeom>
          <a:solidFill>
            <a:srgbClr val="006600"/>
          </a:solidFill>
          <a:ln w="9525">
            <a:solidFill>
              <a:schemeClr val="tx1"/>
            </a:solidFill>
            <a:miter lim="800000"/>
            <a:headEnd/>
            <a:tailEnd/>
          </a:ln>
        </p:spPr>
        <p:txBody>
          <a:bodyPr wrap="none" anchor="ctr"/>
          <a:lstStyle/>
          <a:p>
            <a:endParaRPr lang="ja-JP" altLang="en-US"/>
          </a:p>
        </p:txBody>
      </p:sp>
      <p:sp>
        <p:nvSpPr>
          <p:cNvPr id="52237" name="Text Box 14"/>
          <p:cNvSpPr txBox="1">
            <a:spLocks noChangeArrowheads="1"/>
          </p:cNvSpPr>
          <p:nvPr/>
        </p:nvSpPr>
        <p:spPr bwMode="auto">
          <a:xfrm>
            <a:off x="5164138" y="2062163"/>
            <a:ext cx="283686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algn="ctr" eaLnBrk="1" hangingPunct="1">
              <a:defRPr/>
            </a:pPr>
            <a:r>
              <a:rPr lang="en-US" altLang="ja-JP" sz="2000" b="1">
                <a:latin typeface="Times New Roman" pitchFamily="18" charset="0"/>
                <a:ea typeface="HGP創英角ｺﾞｼｯｸUB" pitchFamily="50" charset="-128"/>
              </a:rPr>
              <a:t>Phạm vi </a:t>
            </a:r>
            <a:r>
              <a:rPr lang="en-US" altLang="ja-JP" sz="2000" b="1">
                <a:solidFill>
                  <a:schemeClr val="accent2">
                    <a:lumMod val="75000"/>
                  </a:schemeClr>
                </a:solidFill>
                <a:latin typeface="Times New Roman" pitchFamily="18" charset="0"/>
                <a:ea typeface="HGP創英角ｺﾞｼｯｸUB" pitchFamily="50" charset="-128"/>
              </a:rPr>
              <a:t>SẢN PHẨM</a:t>
            </a:r>
            <a:endParaRPr lang="en-US" altLang="ja-JP" sz="2000" b="1" dirty="0">
              <a:latin typeface="Times New Roman" pitchFamily="18" charset="0"/>
              <a:ea typeface="HGP創英角ｺﾞｼｯｸUB" pitchFamily="50" charset="-128"/>
            </a:endParaRPr>
          </a:p>
        </p:txBody>
      </p:sp>
      <p:sp>
        <p:nvSpPr>
          <p:cNvPr id="52238" name="Text Box 15"/>
          <p:cNvSpPr txBox="1">
            <a:spLocks noChangeArrowheads="1"/>
          </p:cNvSpPr>
          <p:nvPr/>
        </p:nvSpPr>
        <p:spPr bwMode="auto">
          <a:xfrm>
            <a:off x="5057774" y="5608638"/>
            <a:ext cx="309562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algn="ctr" eaLnBrk="1" hangingPunct="1"/>
            <a:r>
              <a:rPr lang="en-US" altLang="ja-JP" sz="2000" b="1">
                <a:latin typeface="Times New Roman" pitchFamily="18" charset="0"/>
                <a:ea typeface="HGP創英角ｺﾞｼｯｸUB" pitchFamily="50" charset="-128"/>
              </a:rPr>
              <a:t>Phạm vi </a:t>
            </a:r>
            <a:r>
              <a:rPr lang="en-US" altLang="ja-JP" sz="2000" b="1">
                <a:solidFill>
                  <a:srgbClr val="0000FF"/>
                </a:solidFill>
                <a:latin typeface="Times New Roman" pitchFamily="18" charset="0"/>
                <a:ea typeface="HGP創英角ｺﾞｼｯｸUB" pitchFamily="50" charset="-128"/>
              </a:rPr>
              <a:t>DỰ ÁN</a:t>
            </a:r>
            <a:endParaRPr lang="en-US" altLang="ja-JP" sz="2000" b="1">
              <a:latin typeface="Times New Roman" pitchFamily="18" charset="0"/>
              <a:ea typeface="HGP創英角ｺﾞｼｯｸUB" pitchFamily="50" charset="-128"/>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xmlns="" id="{7F16847A-D83B-4A25-A46A-2C587FF796C6}"/>
              </a:ext>
            </a:extLst>
          </p:cNvPr>
          <p:cNvSpPr>
            <a:spLocks noGrp="1"/>
          </p:cNvSpPr>
          <p:nvPr>
            <p:ph type="sldNum" sz="quarter" idx="12"/>
          </p:nvPr>
        </p:nvSpPr>
        <p:spPr/>
        <p:txBody>
          <a:bodyPr/>
          <a:lstStyle/>
          <a:p>
            <a:fld id="{9EA0BE3B-158A-4EDF-80DC-E394A0D1600F}" type="slidenum">
              <a:rPr lang="en-US" smtClean="0"/>
              <a:pPr/>
              <a:t>22</a:t>
            </a:fld>
            <a:endParaRPr lang="en-US" dirty="0"/>
          </a:p>
        </p:txBody>
      </p:sp>
      <p:sp>
        <p:nvSpPr>
          <p:cNvPr id="53250" name="Rectangle 2"/>
          <p:cNvSpPr>
            <a:spLocks noGrp="1" noChangeArrowheads="1"/>
          </p:cNvSpPr>
          <p:nvPr>
            <p:ph type="title"/>
          </p:nvPr>
        </p:nvSpPr>
        <p:spPr/>
        <p:txBody>
          <a:bodyPr/>
          <a:lstStyle/>
          <a:p>
            <a:pPr eaLnBrk="1" hangingPunct="1"/>
            <a:r>
              <a:rPr lang="en-US" altLang="ja-JP" sz="3200" dirty="0" err="1" smtClean="0"/>
              <a:t>Lập</a:t>
            </a:r>
            <a:r>
              <a:rPr lang="en-US" altLang="ja-JP" sz="3200" dirty="0" smtClean="0"/>
              <a:t> </a:t>
            </a:r>
            <a:r>
              <a:rPr lang="en-US" altLang="ja-JP" sz="3200" dirty="0"/>
              <a:t>kế </a:t>
            </a:r>
            <a:r>
              <a:rPr lang="en-US" altLang="ja-JP" sz="3200" dirty="0" err="1"/>
              <a:t>hoạch</a:t>
            </a:r>
            <a:r>
              <a:rPr lang="en-US" altLang="ja-JP" sz="3200" dirty="0"/>
              <a:t> </a:t>
            </a:r>
            <a:r>
              <a:rPr lang="en-US" altLang="ja-JP" sz="3200" dirty="0" err="1"/>
              <a:t>quản</a:t>
            </a:r>
            <a:r>
              <a:rPr lang="en-US" altLang="ja-JP" sz="3200" dirty="0"/>
              <a:t> </a:t>
            </a:r>
            <a:r>
              <a:rPr lang="en-US" altLang="ja-JP" sz="3200" dirty="0" err="1"/>
              <a:t>lý</a:t>
            </a:r>
            <a:r>
              <a:rPr lang="en-US" altLang="ja-JP" sz="3200" dirty="0"/>
              <a:t> </a:t>
            </a:r>
            <a:r>
              <a:rPr lang="en-US" altLang="ja-JP" sz="3200" dirty="0" err="1"/>
              <a:t>phạm</a:t>
            </a:r>
            <a:r>
              <a:rPr lang="en-US" altLang="ja-JP" sz="3200" dirty="0"/>
              <a:t> vi</a:t>
            </a:r>
          </a:p>
        </p:txBody>
      </p:sp>
      <p:sp>
        <p:nvSpPr>
          <p:cNvPr id="53251" name="Rectangle 3"/>
          <p:cNvSpPr>
            <a:spLocks noGrp="1" noChangeArrowheads="1"/>
          </p:cNvSpPr>
          <p:nvPr>
            <p:ph type="body" sz="quarter" idx="13"/>
          </p:nvPr>
        </p:nvSpPr>
        <p:spPr/>
        <p:txBody>
          <a:bodyPr/>
          <a:lstStyle/>
          <a:p>
            <a:pPr eaLnBrk="1" hangingPunct="1">
              <a:lnSpc>
                <a:spcPct val="90000"/>
              </a:lnSpc>
              <a:buClrTx/>
              <a:buFont typeface="Wingdings" pitchFamily="2" charset="2"/>
              <a:buChar char="Ø"/>
            </a:pPr>
            <a:r>
              <a:rPr lang="en-US" altLang="ja-JP" sz="2000"/>
              <a:t>Quan trọng. Cần đ</a:t>
            </a:r>
            <a:r>
              <a:rPr lang="vi-VN" altLang="ja-JP" sz="2000"/>
              <a:t>ư</a:t>
            </a:r>
            <a:r>
              <a:rPr lang="en-US" altLang="ja-JP" sz="2000"/>
              <a:t>ợc kiểm soát trong toàn bộ quá trình làm dự án</a:t>
            </a:r>
          </a:p>
          <a:p>
            <a:pPr eaLnBrk="1" hangingPunct="1">
              <a:lnSpc>
                <a:spcPct val="90000"/>
              </a:lnSpc>
              <a:buClrTx/>
              <a:buFont typeface="Wingdings" pitchFamily="2" charset="2"/>
              <a:buChar char="Ø"/>
            </a:pPr>
            <a:r>
              <a:rPr lang="en-US" altLang="ja-JP" sz="2000"/>
              <a:t>Có thể điều chỉnh nhỏ về phạm vi, gọi là “Scope Creep.”</a:t>
            </a:r>
          </a:p>
          <a:p>
            <a:pPr eaLnBrk="1" hangingPunct="1">
              <a:lnSpc>
                <a:spcPct val="90000"/>
              </a:lnSpc>
              <a:buClrTx/>
              <a:buFont typeface="Wingdings" pitchFamily="2" charset="2"/>
              <a:buChar char="Ø"/>
            </a:pPr>
            <a:r>
              <a:rPr lang="en-US" altLang="ja-JP" sz="2000"/>
              <a:t>Chắc chắn dự án luôn thay đổi.</a:t>
            </a:r>
          </a:p>
          <a:p>
            <a:pPr eaLnBrk="1" hangingPunct="1">
              <a:lnSpc>
                <a:spcPct val="90000"/>
              </a:lnSpc>
              <a:buClrTx/>
              <a:buFont typeface="Wingdings" pitchFamily="2" charset="2"/>
              <a:buChar char="Ø"/>
            </a:pPr>
            <a:r>
              <a:rPr lang="en-US" altLang="ja-JP" sz="2000"/>
              <a:t>Phải lập kế hoạch để kiểm soát quá trình quản lý các thay đổi, để chủ động ứng phó</a:t>
            </a:r>
          </a:p>
          <a:p>
            <a:pPr eaLnBrk="1" hangingPunct="1">
              <a:lnSpc>
                <a:spcPct val="90000"/>
              </a:lnSpc>
              <a:buClrTx/>
              <a:buFont typeface="Wingdings" pitchFamily="2" charset="2"/>
              <a:buChar char="Ø"/>
            </a:pPr>
            <a:r>
              <a:rPr lang="en-US" altLang="ja-JP" sz="2000"/>
              <a:t>Tuân thủ theo các qui tắc trong </a:t>
            </a:r>
            <a:r>
              <a:rPr lang="vi-VN" altLang="ja-JP" sz="2000"/>
              <a:t>quản lý phạm vi</a:t>
            </a:r>
            <a:r>
              <a:rPr lang="en-US" altLang="ja-JP" sz="2000"/>
              <a:t>, gọi là </a:t>
            </a:r>
            <a:r>
              <a:rPr lang="vi-VN" altLang="ja-JP" sz="2000"/>
              <a:t>"Kế hoạch quản lý phạm vi</a:t>
            </a:r>
            <a:r>
              <a:rPr lang="en-US" altLang="ja-JP" sz="2000"/>
              <a:t>. Ví dụ:</a:t>
            </a:r>
          </a:p>
          <a:p>
            <a:pPr lvl="1" eaLnBrk="1" hangingPunct="1">
              <a:lnSpc>
                <a:spcPct val="90000"/>
              </a:lnSpc>
              <a:buClrTx/>
              <a:buFont typeface="Wingdings" pitchFamily="2" charset="2"/>
              <a:buChar char="Ø"/>
            </a:pPr>
            <a:r>
              <a:rPr lang="en-US" altLang="ja-JP" sz="2000"/>
              <a:t>Ng</a:t>
            </a:r>
            <a:r>
              <a:rPr lang="vi-VN" altLang="ja-JP" sz="2000"/>
              <a:t>ư</a:t>
            </a:r>
            <a:r>
              <a:rPr lang="en-US" altLang="ja-JP" sz="2000"/>
              <a:t>ời liên quan khi có </a:t>
            </a:r>
            <a:r>
              <a:rPr lang="vi-VN" altLang="ja-JP" sz="2000"/>
              <a:t>yêu cầu thay đổi phạm vi</a:t>
            </a:r>
            <a:r>
              <a:rPr lang="en-US" altLang="ja-JP" sz="2000"/>
              <a:t>,</a:t>
            </a:r>
          </a:p>
          <a:p>
            <a:pPr lvl="1" eaLnBrk="1" hangingPunct="1">
              <a:lnSpc>
                <a:spcPct val="90000"/>
              </a:lnSpc>
              <a:buClrTx/>
              <a:buFont typeface="Wingdings" pitchFamily="2" charset="2"/>
              <a:buChar char="Ø"/>
            </a:pPr>
            <a:r>
              <a:rPr lang="en-US" altLang="ja-JP" sz="2000"/>
              <a:t>Qui trình áp dụng </a:t>
            </a:r>
            <a:r>
              <a:rPr lang="vi-VN" altLang="ja-JP" sz="2000"/>
              <a:t>khi phạm vi </a:t>
            </a:r>
            <a:r>
              <a:rPr lang="en-US" altLang="ja-JP" sz="2000"/>
              <a:t>thay đổi</a:t>
            </a:r>
            <a:r>
              <a:rPr lang="vi-VN" altLang="ja-JP" sz="2000"/>
              <a:t> (phương pháp phê duyệt, v.v.)</a:t>
            </a:r>
            <a:endParaRPr lang="en-US" altLang="ja-JP" sz="2000"/>
          </a:p>
          <a:p>
            <a:pPr lvl="1" eaLnBrk="1" hangingPunct="1">
              <a:lnSpc>
                <a:spcPct val="90000"/>
              </a:lnSpc>
              <a:buClrTx/>
              <a:buFont typeface="Wingdings" pitchFamily="2" charset="2"/>
              <a:buChar char="Ø"/>
            </a:pPr>
            <a:r>
              <a:rPr lang="en-US" altLang="ja-JP" sz="2000"/>
              <a:t>Ph</a:t>
            </a:r>
            <a:r>
              <a:rPr lang="vi-VN" altLang="ja-JP" sz="2000"/>
              <a:t>ư</a:t>
            </a:r>
            <a:r>
              <a:rPr lang="en-US" altLang="ja-JP" sz="2000"/>
              <a:t>ơng pháp định nghĩa phạm vi</a:t>
            </a:r>
          </a:p>
          <a:p>
            <a:pPr lvl="1" eaLnBrk="1" hangingPunct="1">
              <a:lnSpc>
                <a:spcPct val="90000"/>
              </a:lnSpc>
              <a:buClrTx/>
              <a:buFont typeface="Wingdings" pitchFamily="2" charset="2"/>
              <a:buChar char="Ø"/>
            </a:pPr>
            <a:r>
              <a:rPr lang="en-US" altLang="ja-JP" sz="2000"/>
              <a:t>T</a:t>
            </a:r>
            <a:r>
              <a:rPr lang="vi-VN" altLang="ja-JP" sz="2000"/>
              <a:t>ạo WBS </a:t>
            </a:r>
            <a:r>
              <a:rPr lang="en-US" altLang="ja-JP" sz="2000"/>
              <a:t> theo mẫu</a:t>
            </a:r>
          </a:p>
          <a:p>
            <a:pPr lvl="1" eaLnBrk="1" hangingPunct="1">
              <a:lnSpc>
                <a:spcPct val="90000"/>
              </a:lnSpc>
              <a:buClrTx/>
              <a:buFont typeface="Wingdings" pitchFamily="2" charset="2"/>
              <a:buChar char="Ø"/>
            </a:pPr>
            <a:r>
              <a:rPr lang="vi-VN" altLang="ja-JP" sz="2000"/>
              <a:t>Xác minh và kiểm soát phạm vi</a:t>
            </a:r>
            <a:endParaRPr lang="en-US" altLang="ja-JP" sz="2000"/>
          </a:p>
          <a:p>
            <a:pPr eaLnBrk="1" hangingPunct="1">
              <a:lnSpc>
                <a:spcPct val="90000"/>
              </a:lnSpc>
              <a:buClrTx/>
              <a:buFont typeface="Wingdings" pitchFamily="2" charset="2"/>
              <a:buChar char="Ø"/>
            </a:pPr>
            <a:endParaRPr lang="en-US" altLang="ja-JP" sz="2000"/>
          </a:p>
        </p:txBody>
      </p:sp>
      <p:pic>
        <p:nvPicPr>
          <p:cNvPr id="3074" name="Picture 2" descr="Image result for đứng núi này trông núi nọ">
            <a:extLst>
              <a:ext uri="{FF2B5EF4-FFF2-40B4-BE49-F238E27FC236}">
                <a16:creationId xmlns:a16="http://schemas.microsoft.com/office/drawing/2014/main" xmlns="" id="{DE2A8773-4937-4DC9-8BA0-EDDFE533EB16}"/>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841874" y="4800600"/>
            <a:ext cx="4302126" cy="2151063"/>
          </a:xfrm>
          <a:prstGeom prst="rect">
            <a:avLst/>
          </a:prstGeom>
          <a:noFill/>
          <a:extLst>
            <a:ext uri="{909E8E84-426E-40DD-AFC4-6F175D3DCCD1}">
              <a14:hiddenFill xmlns:a14="http://schemas.microsoft.com/office/drawing/2010/main">
                <a:solidFill>
                  <a:srgbClr val="FFFFFF"/>
                </a:solidFill>
              </a14:hiddenFill>
            </a:ext>
          </a:extLst>
        </p:spPr>
      </p:pic>
      <p:sp>
        <p:nvSpPr>
          <p:cNvPr id="2" name="Thought Bubble: Cloud 1">
            <a:extLst>
              <a:ext uri="{FF2B5EF4-FFF2-40B4-BE49-F238E27FC236}">
                <a16:creationId xmlns:a16="http://schemas.microsoft.com/office/drawing/2014/main" xmlns="" id="{EC64E794-A3BB-4C7E-900E-48EFB4D60034}"/>
              </a:ext>
            </a:extLst>
          </p:cNvPr>
          <p:cNvSpPr/>
          <p:nvPr/>
        </p:nvSpPr>
        <p:spPr>
          <a:xfrm>
            <a:off x="1520826" y="5580063"/>
            <a:ext cx="3165474" cy="1371600"/>
          </a:xfrm>
          <a:prstGeom prst="cloudCallout">
            <a:avLst>
              <a:gd name="adj1" fmla="val 75677"/>
              <a:gd name="adj2" fmla="val -43982"/>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a:t>ống nhòm phải to h</a:t>
            </a:r>
            <a:r>
              <a:rPr lang="vi-VN"/>
              <a:t>ơ</a:t>
            </a:r>
            <a:r>
              <a:rPr lang="en-US"/>
              <a:t>n mới đ</a:t>
            </a:r>
            <a:r>
              <a:rPr lang="vi-VN"/>
              <a:t>ư</a:t>
            </a:r>
            <a:r>
              <a:rPr lang="en-US"/>
              <a:t>ợc</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117221"/>
            <a:ext cx="8072119" cy="1070678"/>
          </a:xfrm>
          <a:prstGeom prst="rect">
            <a:avLst/>
          </a:prstGeom>
        </p:spPr>
        <p:txBody>
          <a:bodyPr vert="horz" wrap="square" lIns="0" tIns="572643" rIns="0" bIns="0" rtlCol="0">
            <a:spAutoFit/>
          </a:bodyPr>
          <a:lstStyle/>
          <a:p>
            <a:pPr marL="12700">
              <a:lnSpc>
                <a:spcPct val="100000"/>
              </a:lnSpc>
              <a:spcBef>
                <a:spcPts val="105"/>
              </a:spcBef>
            </a:pPr>
            <a:r>
              <a:rPr dirty="0" smtClean="0"/>
              <a:t>Visualize</a:t>
            </a:r>
            <a:r>
              <a:rPr spc="-35" dirty="0" smtClean="0"/>
              <a:t> </a:t>
            </a:r>
            <a:r>
              <a:rPr dirty="0"/>
              <a:t>Work</a:t>
            </a:r>
            <a:r>
              <a:rPr spc="-25" dirty="0"/>
              <a:t> </a:t>
            </a:r>
            <a:r>
              <a:rPr dirty="0"/>
              <a:t>Breakdown</a:t>
            </a:r>
            <a:r>
              <a:rPr spc="-45" dirty="0"/>
              <a:t> </a:t>
            </a:r>
            <a:r>
              <a:rPr spc="-10" dirty="0"/>
              <a:t>Structure</a:t>
            </a:r>
          </a:p>
        </p:txBody>
      </p:sp>
      <p:sp>
        <p:nvSpPr>
          <p:cNvPr id="6" name="object 6"/>
          <p:cNvSpPr txBox="1"/>
          <p:nvPr/>
        </p:nvSpPr>
        <p:spPr>
          <a:xfrm>
            <a:off x="4565650" y="1311656"/>
            <a:ext cx="3987800" cy="5271315"/>
          </a:xfrm>
          <a:prstGeom prst="rect">
            <a:avLst/>
          </a:prstGeom>
        </p:spPr>
        <p:txBody>
          <a:bodyPr vert="horz" wrap="square" lIns="0" tIns="13335" rIns="0" bIns="0" rtlCol="0">
            <a:spAutoFit/>
          </a:bodyPr>
          <a:lstStyle/>
          <a:p>
            <a:pPr marL="355600" marR="5080" indent="-342900">
              <a:lnSpc>
                <a:spcPct val="100000"/>
              </a:lnSpc>
              <a:spcBef>
                <a:spcPts val="105"/>
              </a:spcBef>
              <a:buFont typeface="Arial" panose="020B0604020202020204" pitchFamily="34" charset="0"/>
              <a:buChar char="•"/>
            </a:pPr>
            <a:r>
              <a:rPr lang="vi-VN" sz="2000" dirty="0">
                <a:latin typeface="Arial"/>
                <a:cs typeface="Arial"/>
              </a:rPr>
              <a:t>WBS chia toàn bộ dự án thành các phần tử công việc đại diện cho các đơn vị công việc đơn lẻ, được giao cho tổ chức hoặc cho một cơ quan bên ngoài, chẳng hạn như nhà thầu hoặc đối tác dự án</a:t>
            </a:r>
          </a:p>
          <a:p>
            <a:pPr marL="355600" marR="5080" indent="-342900">
              <a:lnSpc>
                <a:spcPct val="100000"/>
              </a:lnSpc>
              <a:spcBef>
                <a:spcPts val="105"/>
              </a:spcBef>
              <a:buFont typeface="Arial" panose="020B0604020202020204" pitchFamily="34" charset="0"/>
              <a:buChar char="•"/>
            </a:pPr>
            <a:r>
              <a:rPr lang="vi-VN" sz="2000" dirty="0">
                <a:latin typeface="Arial"/>
                <a:cs typeface="Arial"/>
              </a:rPr>
              <a:t>Triết lý cơ bản của WBS là phân chia dự án thành các “gói công việc” có thể phân công mà trách nhiệm giải trình có thể được mong đợi (ví dụ: các quy trình hoặc phân chia dự án)</a:t>
            </a:r>
          </a:p>
          <a:p>
            <a:pPr marL="355600" marR="5080" indent="-342900">
              <a:lnSpc>
                <a:spcPct val="100000"/>
              </a:lnSpc>
              <a:spcBef>
                <a:spcPts val="105"/>
              </a:spcBef>
              <a:buFont typeface="Arial" panose="020B0604020202020204" pitchFamily="34" charset="0"/>
              <a:buChar char="•"/>
            </a:pPr>
            <a:r>
              <a:rPr lang="vi-VN" sz="2000" dirty="0">
                <a:latin typeface="Arial"/>
                <a:cs typeface="Arial"/>
              </a:rPr>
              <a:t>Các dự án được lập kế hoạch, tổ chức và kiểm soát ở mức thấp nhất của WBS, tức là các gói công việc</a:t>
            </a:r>
            <a:endParaRPr sz="2000" dirty="0">
              <a:latin typeface="Arial"/>
              <a:cs typeface="Arial"/>
            </a:endParaRPr>
          </a:p>
        </p:txBody>
      </p:sp>
      <p:grpSp>
        <p:nvGrpSpPr>
          <p:cNvPr id="7" name="object 7"/>
          <p:cNvGrpSpPr/>
          <p:nvPr/>
        </p:nvGrpSpPr>
        <p:grpSpPr>
          <a:xfrm>
            <a:off x="437387" y="1627187"/>
            <a:ext cx="1687195" cy="665480"/>
            <a:chOff x="437387" y="1627187"/>
            <a:chExt cx="1687195" cy="665480"/>
          </a:xfrm>
        </p:grpSpPr>
        <p:pic>
          <p:nvPicPr>
            <p:cNvPr id="8" name="object 8"/>
            <p:cNvPicPr/>
            <p:nvPr/>
          </p:nvPicPr>
          <p:blipFill>
            <a:blip r:embed="rId3" cstate="print"/>
            <a:stretch>
              <a:fillRect/>
            </a:stretch>
          </p:blipFill>
          <p:spPr>
            <a:xfrm>
              <a:off x="464819" y="1702307"/>
              <a:ext cx="1566672" cy="589788"/>
            </a:xfrm>
            <a:prstGeom prst="rect">
              <a:avLst/>
            </a:prstGeom>
          </p:spPr>
        </p:pic>
        <p:pic>
          <p:nvPicPr>
            <p:cNvPr id="9" name="object 9"/>
            <p:cNvPicPr/>
            <p:nvPr/>
          </p:nvPicPr>
          <p:blipFill>
            <a:blip r:embed="rId4" cstate="print"/>
            <a:stretch>
              <a:fillRect/>
            </a:stretch>
          </p:blipFill>
          <p:spPr>
            <a:xfrm>
              <a:off x="437387" y="1789176"/>
              <a:ext cx="1687068" cy="345948"/>
            </a:xfrm>
            <a:prstGeom prst="rect">
              <a:avLst/>
            </a:prstGeom>
          </p:spPr>
        </p:pic>
        <p:sp>
          <p:nvSpPr>
            <p:cNvPr id="10" name="object 10"/>
            <p:cNvSpPr/>
            <p:nvPr/>
          </p:nvSpPr>
          <p:spPr>
            <a:xfrm>
              <a:off x="446074" y="1631950"/>
              <a:ext cx="1554480" cy="577850"/>
            </a:xfrm>
            <a:custGeom>
              <a:avLst/>
              <a:gdLst/>
              <a:ahLst/>
              <a:cxnLst/>
              <a:rect l="l" t="t" r="r" b="b"/>
              <a:pathLst>
                <a:path w="1554480" h="577850">
                  <a:moveTo>
                    <a:pt x="1554099" y="0"/>
                  </a:moveTo>
                  <a:lnTo>
                    <a:pt x="0" y="0"/>
                  </a:lnTo>
                  <a:lnTo>
                    <a:pt x="0" y="577850"/>
                  </a:lnTo>
                  <a:lnTo>
                    <a:pt x="1554099" y="577850"/>
                  </a:lnTo>
                  <a:lnTo>
                    <a:pt x="1554099" y="0"/>
                  </a:lnTo>
                  <a:close/>
                </a:path>
              </a:pathLst>
            </a:custGeom>
            <a:solidFill>
              <a:srgbClr val="FF3300"/>
            </a:solidFill>
          </p:spPr>
          <p:txBody>
            <a:bodyPr wrap="square" lIns="0" tIns="0" rIns="0" bIns="0" rtlCol="0"/>
            <a:lstStyle/>
            <a:p>
              <a:endParaRPr/>
            </a:p>
          </p:txBody>
        </p:sp>
        <p:sp>
          <p:nvSpPr>
            <p:cNvPr id="11" name="object 11"/>
            <p:cNvSpPr/>
            <p:nvPr/>
          </p:nvSpPr>
          <p:spPr>
            <a:xfrm>
              <a:off x="446074" y="1631950"/>
              <a:ext cx="1554480" cy="577850"/>
            </a:xfrm>
            <a:custGeom>
              <a:avLst/>
              <a:gdLst/>
              <a:ahLst/>
              <a:cxnLst/>
              <a:rect l="l" t="t" r="r" b="b"/>
              <a:pathLst>
                <a:path w="1554480" h="577850">
                  <a:moveTo>
                    <a:pt x="0" y="577850"/>
                  </a:moveTo>
                  <a:lnTo>
                    <a:pt x="1554099" y="577850"/>
                  </a:lnTo>
                  <a:lnTo>
                    <a:pt x="1554099" y="0"/>
                  </a:lnTo>
                  <a:lnTo>
                    <a:pt x="0" y="0"/>
                  </a:lnTo>
                  <a:lnTo>
                    <a:pt x="0" y="577850"/>
                  </a:lnTo>
                  <a:close/>
                </a:path>
              </a:pathLst>
            </a:custGeom>
            <a:ln w="9524">
              <a:solidFill>
                <a:srgbClr val="000000"/>
              </a:solidFill>
            </a:ln>
          </p:spPr>
          <p:txBody>
            <a:bodyPr wrap="square" lIns="0" tIns="0" rIns="0" bIns="0" rtlCol="0"/>
            <a:lstStyle/>
            <a:p>
              <a:endParaRPr/>
            </a:p>
          </p:txBody>
        </p:sp>
      </p:grpSp>
      <p:sp>
        <p:nvSpPr>
          <p:cNvPr id="12" name="object 12"/>
          <p:cNvSpPr txBox="1"/>
          <p:nvPr/>
        </p:nvSpPr>
        <p:spPr>
          <a:xfrm>
            <a:off x="446074" y="1631950"/>
            <a:ext cx="1554480" cy="577850"/>
          </a:xfrm>
          <a:prstGeom prst="rect">
            <a:avLst/>
          </a:prstGeom>
        </p:spPr>
        <p:txBody>
          <a:bodyPr vert="horz" wrap="square" lIns="0" tIns="145415" rIns="0" bIns="0" rtlCol="0">
            <a:spAutoFit/>
          </a:bodyPr>
          <a:lstStyle/>
          <a:p>
            <a:pPr marL="103505">
              <a:lnSpc>
                <a:spcPct val="100000"/>
              </a:lnSpc>
              <a:spcBef>
                <a:spcPts val="1145"/>
              </a:spcBef>
            </a:pPr>
            <a:r>
              <a:rPr sz="1800" b="1" dirty="0">
                <a:latin typeface="Arial"/>
                <a:cs typeface="Arial"/>
              </a:rPr>
              <a:t>Project</a:t>
            </a:r>
            <a:r>
              <a:rPr sz="1800" b="1" spc="-90" dirty="0">
                <a:latin typeface="Arial"/>
                <a:cs typeface="Arial"/>
              </a:rPr>
              <a:t> </a:t>
            </a:r>
            <a:r>
              <a:rPr sz="1800" b="1" spc="-20" dirty="0">
                <a:latin typeface="Arial"/>
                <a:cs typeface="Arial"/>
              </a:rPr>
              <a:t>Goal</a:t>
            </a:r>
            <a:endParaRPr sz="1800">
              <a:latin typeface="Arial"/>
              <a:cs typeface="Arial"/>
            </a:endParaRPr>
          </a:p>
        </p:txBody>
      </p:sp>
      <p:grpSp>
        <p:nvGrpSpPr>
          <p:cNvPr id="13" name="object 13"/>
          <p:cNvGrpSpPr/>
          <p:nvPr/>
        </p:nvGrpSpPr>
        <p:grpSpPr>
          <a:xfrm>
            <a:off x="92075" y="2708211"/>
            <a:ext cx="2226310" cy="791210"/>
            <a:chOff x="92075" y="2708211"/>
            <a:chExt cx="2226310" cy="791210"/>
          </a:xfrm>
        </p:grpSpPr>
        <p:pic>
          <p:nvPicPr>
            <p:cNvPr id="14" name="object 14"/>
            <p:cNvPicPr/>
            <p:nvPr/>
          </p:nvPicPr>
          <p:blipFill>
            <a:blip r:embed="rId5" cstate="print"/>
            <a:stretch>
              <a:fillRect/>
            </a:stretch>
          </p:blipFill>
          <p:spPr>
            <a:xfrm>
              <a:off x="115824" y="2770631"/>
              <a:ext cx="1530095" cy="728472"/>
            </a:xfrm>
            <a:prstGeom prst="rect">
              <a:avLst/>
            </a:prstGeom>
          </p:spPr>
        </p:pic>
        <p:pic>
          <p:nvPicPr>
            <p:cNvPr id="15" name="object 15"/>
            <p:cNvPicPr/>
            <p:nvPr/>
          </p:nvPicPr>
          <p:blipFill>
            <a:blip r:embed="rId6" cstate="print"/>
            <a:stretch>
              <a:fillRect/>
            </a:stretch>
          </p:blipFill>
          <p:spPr>
            <a:xfrm>
              <a:off x="233171" y="2985515"/>
              <a:ext cx="1341120" cy="249936"/>
            </a:xfrm>
            <a:prstGeom prst="rect">
              <a:avLst/>
            </a:prstGeom>
          </p:spPr>
        </p:pic>
        <p:sp>
          <p:nvSpPr>
            <p:cNvPr id="16" name="object 16"/>
            <p:cNvSpPr/>
            <p:nvPr/>
          </p:nvSpPr>
          <p:spPr>
            <a:xfrm>
              <a:off x="96837" y="2712973"/>
              <a:ext cx="1518285" cy="716280"/>
            </a:xfrm>
            <a:custGeom>
              <a:avLst/>
              <a:gdLst/>
              <a:ahLst/>
              <a:cxnLst/>
              <a:rect l="l" t="t" r="r" b="b"/>
              <a:pathLst>
                <a:path w="1518285" h="716279">
                  <a:moveTo>
                    <a:pt x="758825" y="0"/>
                  </a:moveTo>
                  <a:lnTo>
                    <a:pt x="696589" y="1186"/>
                  </a:lnTo>
                  <a:lnTo>
                    <a:pt x="635739" y="4685"/>
                  </a:lnTo>
                  <a:lnTo>
                    <a:pt x="576470" y="10404"/>
                  </a:lnTo>
                  <a:lnTo>
                    <a:pt x="518977" y="18250"/>
                  </a:lnTo>
                  <a:lnTo>
                    <a:pt x="463456" y="28132"/>
                  </a:lnTo>
                  <a:lnTo>
                    <a:pt x="410101" y="39958"/>
                  </a:lnTo>
                  <a:lnTo>
                    <a:pt x="359108" y="53635"/>
                  </a:lnTo>
                  <a:lnTo>
                    <a:pt x="310673" y="69071"/>
                  </a:lnTo>
                  <a:lnTo>
                    <a:pt x="264990" y="86175"/>
                  </a:lnTo>
                  <a:lnTo>
                    <a:pt x="222255" y="104854"/>
                  </a:lnTo>
                  <a:lnTo>
                    <a:pt x="182663" y="125016"/>
                  </a:lnTo>
                  <a:lnTo>
                    <a:pt x="146409" y="146569"/>
                  </a:lnTo>
                  <a:lnTo>
                    <a:pt x="113690" y="169420"/>
                  </a:lnTo>
                  <a:lnTo>
                    <a:pt x="59632" y="218652"/>
                  </a:lnTo>
                  <a:lnTo>
                    <a:pt x="22053" y="271973"/>
                  </a:lnTo>
                  <a:lnTo>
                    <a:pt x="2515" y="328648"/>
                  </a:lnTo>
                  <a:lnTo>
                    <a:pt x="0" y="358013"/>
                  </a:lnTo>
                  <a:lnTo>
                    <a:pt x="2516" y="387377"/>
                  </a:lnTo>
                  <a:lnTo>
                    <a:pt x="22054" y="444052"/>
                  </a:lnTo>
                  <a:lnTo>
                    <a:pt x="59633" y="497373"/>
                  </a:lnTo>
                  <a:lnTo>
                    <a:pt x="113690" y="546605"/>
                  </a:lnTo>
                  <a:lnTo>
                    <a:pt x="146410" y="569456"/>
                  </a:lnTo>
                  <a:lnTo>
                    <a:pt x="182663" y="591009"/>
                  </a:lnTo>
                  <a:lnTo>
                    <a:pt x="222255" y="611171"/>
                  </a:lnTo>
                  <a:lnTo>
                    <a:pt x="264990" y="629850"/>
                  </a:lnTo>
                  <a:lnTo>
                    <a:pt x="310673" y="646954"/>
                  </a:lnTo>
                  <a:lnTo>
                    <a:pt x="359108" y="662390"/>
                  </a:lnTo>
                  <a:lnTo>
                    <a:pt x="410101" y="676067"/>
                  </a:lnTo>
                  <a:lnTo>
                    <a:pt x="463456" y="687893"/>
                  </a:lnTo>
                  <a:lnTo>
                    <a:pt x="518977" y="697775"/>
                  </a:lnTo>
                  <a:lnTo>
                    <a:pt x="576470" y="705621"/>
                  </a:lnTo>
                  <a:lnTo>
                    <a:pt x="635739" y="711340"/>
                  </a:lnTo>
                  <a:lnTo>
                    <a:pt x="696589" y="714839"/>
                  </a:lnTo>
                  <a:lnTo>
                    <a:pt x="758825" y="716026"/>
                  </a:lnTo>
                  <a:lnTo>
                    <a:pt x="821054" y="714839"/>
                  </a:lnTo>
                  <a:lnTo>
                    <a:pt x="881899" y="711340"/>
                  </a:lnTo>
                  <a:lnTo>
                    <a:pt x="941166" y="705621"/>
                  </a:lnTo>
                  <a:lnTo>
                    <a:pt x="998659" y="697775"/>
                  </a:lnTo>
                  <a:lnTo>
                    <a:pt x="1054182" y="687893"/>
                  </a:lnTo>
                  <a:lnTo>
                    <a:pt x="1107540" y="676067"/>
                  </a:lnTo>
                  <a:lnTo>
                    <a:pt x="1158536" y="662390"/>
                  </a:lnTo>
                  <a:lnTo>
                    <a:pt x="1206977" y="646954"/>
                  </a:lnTo>
                  <a:lnTo>
                    <a:pt x="1252666" y="629850"/>
                  </a:lnTo>
                  <a:lnTo>
                    <a:pt x="1295407" y="611171"/>
                  </a:lnTo>
                  <a:lnTo>
                    <a:pt x="1335006" y="591009"/>
                  </a:lnTo>
                  <a:lnTo>
                    <a:pt x="1371267" y="569456"/>
                  </a:lnTo>
                  <a:lnTo>
                    <a:pt x="1403994" y="546605"/>
                  </a:lnTo>
                  <a:lnTo>
                    <a:pt x="1458064" y="497373"/>
                  </a:lnTo>
                  <a:lnTo>
                    <a:pt x="1495653" y="444052"/>
                  </a:lnTo>
                  <a:lnTo>
                    <a:pt x="1515197" y="387377"/>
                  </a:lnTo>
                  <a:lnTo>
                    <a:pt x="1517713" y="358013"/>
                  </a:lnTo>
                  <a:lnTo>
                    <a:pt x="1515197" y="328648"/>
                  </a:lnTo>
                  <a:lnTo>
                    <a:pt x="1495653" y="271973"/>
                  </a:lnTo>
                  <a:lnTo>
                    <a:pt x="1458064" y="218652"/>
                  </a:lnTo>
                  <a:lnTo>
                    <a:pt x="1403994" y="169420"/>
                  </a:lnTo>
                  <a:lnTo>
                    <a:pt x="1371267" y="146569"/>
                  </a:lnTo>
                  <a:lnTo>
                    <a:pt x="1335006" y="125016"/>
                  </a:lnTo>
                  <a:lnTo>
                    <a:pt x="1295407" y="104854"/>
                  </a:lnTo>
                  <a:lnTo>
                    <a:pt x="1252666" y="86175"/>
                  </a:lnTo>
                  <a:lnTo>
                    <a:pt x="1206977" y="69071"/>
                  </a:lnTo>
                  <a:lnTo>
                    <a:pt x="1158536" y="53635"/>
                  </a:lnTo>
                  <a:lnTo>
                    <a:pt x="1107540" y="39958"/>
                  </a:lnTo>
                  <a:lnTo>
                    <a:pt x="1054182" y="28132"/>
                  </a:lnTo>
                  <a:lnTo>
                    <a:pt x="998659" y="18250"/>
                  </a:lnTo>
                  <a:lnTo>
                    <a:pt x="941166" y="10404"/>
                  </a:lnTo>
                  <a:lnTo>
                    <a:pt x="881899" y="4685"/>
                  </a:lnTo>
                  <a:lnTo>
                    <a:pt x="821054" y="1186"/>
                  </a:lnTo>
                  <a:lnTo>
                    <a:pt x="758825" y="0"/>
                  </a:lnTo>
                  <a:close/>
                </a:path>
              </a:pathLst>
            </a:custGeom>
            <a:solidFill>
              <a:srgbClr val="FFFFFF"/>
            </a:solidFill>
          </p:spPr>
          <p:txBody>
            <a:bodyPr wrap="square" lIns="0" tIns="0" rIns="0" bIns="0" rtlCol="0"/>
            <a:lstStyle/>
            <a:p>
              <a:endParaRPr/>
            </a:p>
          </p:txBody>
        </p:sp>
        <p:sp>
          <p:nvSpPr>
            <p:cNvPr id="17" name="object 17"/>
            <p:cNvSpPr/>
            <p:nvPr/>
          </p:nvSpPr>
          <p:spPr>
            <a:xfrm>
              <a:off x="96837" y="2712973"/>
              <a:ext cx="1518285" cy="716280"/>
            </a:xfrm>
            <a:custGeom>
              <a:avLst/>
              <a:gdLst/>
              <a:ahLst/>
              <a:cxnLst/>
              <a:rect l="l" t="t" r="r" b="b"/>
              <a:pathLst>
                <a:path w="1518285" h="716279">
                  <a:moveTo>
                    <a:pt x="0" y="358013"/>
                  </a:moveTo>
                  <a:lnTo>
                    <a:pt x="9932" y="299938"/>
                  </a:lnTo>
                  <a:lnTo>
                    <a:pt x="38685" y="244847"/>
                  </a:lnTo>
                  <a:lnTo>
                    <a:pt x="84699" y="193479"/>
                  </a:lnTo>
                  <a:lnTo>
                    <a:pt x="146409" y="146569"/>
                  </a:lnTo>
                  <a:lnTo>
                    <a:pt x="182663" y="125016"/>
                  </a:lnTo>
                  <a:lnTo>
                    <a:pt x="222255" y="104854"/>
                  </a:lnTo>
                  <a:lnTo>
                    <a:pt x="264990" y="86175"/>
                  </a:lnTo>
                  <a:lnTo>
                    <a:pt x="310673" y="69071"/>
                  </a:lnTo>
                  <a:lnTo>
                    <a:pt x="359108" y="53635"/>
                  </a:lnTo>
                  <a:lnTo>
                    <a:pt x="410101" y="39958"/>
                  </a:lnTo>
                  <a:lnTo>
                    <a:pt x="463456" y="28132"/>
                  </a:lnTo>
                  <a:lnTo>
                    <a:pt x="518977" y="18250"/>
                  </a:lnTo>
                  <a:lnTo>
                    <a:pt x="576470" y="10404"/>
                  </a:lnTo>
                  <a:lnTo>
                    <a:pt x="635739" y="4685"/>
                  </a:lnTo>
                  <a:lnTo>
                    <a:pt x="696589" y="1186"/>
                  </a:lnTo>
                  <a:lnTo>
                    <a:pt x="758825" y="0"/>
                  </a:lnTo>
                  <a:lnTo>
                    <a:pt x="821054" y="1186"/>
                  </a:lnTo>
                  <a:lnTo>
                    <a:pt x="881899" y="4685"/>
                  </a:lnTo>
                  <a:lnTo>
                    <a:pt x="941166" y="10404"/>
                  </a:lnTo>
                  <a:lnTo>
                    <a:pt x="998659" y="18250"/>
                  </a:lnTo>
                  <a:lnTo>
                    <a:pt x="1054182" y="28132"/>
                  </a:lnTo>
                  <a:lnTo>
                    <a:pt x="1107540" y="39958"/>
                  </a:lnTo>
                  <a:lnTo>
                    <a:pt x="1158536" y="53635"/>
                  </a:lnTo>
                  <a:lnTo>
                    <a:pt x="1206977" y="69071"/>
                  </a:lnTo>
                  <a:lnTo>
                    <a:pt x="1252666" y="86175"/>
                  </a:lnTo>
                  <a:lnTo>
                    <a:pt x="1295407" y="104854"/>
                  </a:lnTo>
                  <a:lnTo>
                    <a:pt x="1335006" y="125016"/>
                  </a:lnTo>
                  <a:lnTo>
                    <a:pt x="1371267" y="146569"/>
                  </a:lnTo>
                  <a:lnTo>
                    <a:pt x="1403994" y="169420"/>
                  </a:lnTo>
                  <a:lnTo>
                    <a:pt x="1458064" y="218652"/>
                  </a:lnTo>
                  <a:lnTo>
                    <a:pt x="1495653" y="271973"/>
                  </a:lnTo>
                  <a:lnTo>
                    <a:pt x="1515197" y="328648"/>
                  </a:lnTo>
                  <a:lnTo>
                    <a:pt x="1517713" y="358013"/>
                  </a:lnTo>
                  <a:lnTo>
                    <a:pt x="1515197" y="387377"/>
                  </a:lnTo>
                  <a:lnTo>
                    <a:pt x="1507778" y="416087"/>
                  </a:lnTo>
                  <a:lnTo>
                    <a:pt x="1479016" y="471178"/>
                  </a:lnTo>
                  <a:lnTo>
                    <a:pt x="1432991" y="522546"/>
                  </a:lnTo>
                  <a:lnTo>
                    <a:pt x="1371267" y="569456"/>
                  </a:lnTo>
                  <a:lnTo>
                    <a:pt x="1335006" y="591009"/>
                  </a:lnTo>
                  <a:lnTo>
                    <a:pt x="1295407" y="611171"/>
                  </a:lnTo>
                  <a:lnTo>
                    <a:pt x="1252666" y="629850"/>
                  </a:lnTo>
                  <a:lnTo>
                    <a:pt x="1206977" y="646954"/>
                  </a:lnTo>
                  <a:lnTo>
                    <a:pt x="1158536" y="662390"/>
                  </a:lnTo>
                  <a:lnTo>
                    <a:pt x="1107540" y="676067"/>
                  </a:lnTo>
                  <a:lnTo>
                    <a:pt x="1054182" y="687893"/>
                  </a:lnTo>
                  <a:lnTo>
                    <a:pt x="998659" y="697775"/>
                  </a:lnTo>
                  <a:lnTo>
                    <a:pt x="941166" y="705621"/>
                  </a:lnTo>
                  <a:lnTo>
                    <a:pt x="881899" y="711340"/>
                  </a:lnTo>
                  <a:lnTo>
                    <a:pt x="821054" y="714839"/>
                  </a:lnTo>
                  <a:lnTo>
                    <a:pt x="758825" y="716026"/>
                  </a:lnTo>
                  <a:lnTo>
                    <a:pt x="696589" y="714839"/>
                  </a:lnTo>
                  <a:lnTo>
                    <a:pt x="635739" y="711340"/>
                  </a:lnTo>
                  <a:lnTo>
                    <a:pt x="576470" y="705621"/>
                  </a:lnTo>
                  <a:lnTo>
                    <a:pt x="518977" y="697775"/>
                  </a:lnTo>
                  <a:lnTo>
                    <a:pt x="463456" y="687893"/>
                  </a:lnTo>
                  <a:lnTo>
                    <a:pt x="410101" y="676067"/>
                  </a:lnTo>
                  <a:lnTo>
                    <a:pt x="359108" y="662390"/>
                  </a:lnTo>
                  <a:lnTo>
                    <a:pt x="310673" y="646954"/>
                  </a:lnTo>
                  <a:lnTo>
                    <a:pt x="264990" y="629850"/>
                  </a:lnTo>
                  <a:lnTo>
                    <a:pt x="222255" y="611171"/>
                  </a:lnTo>
                  <a:lnTo>
                    <a:pt x="182663" y="591009"/>
                  </a:lnTo>
                  <a:lnTo>
                    <a:pt x="146410" y="569456"/>
                  </a:lnTo>
                  <a:lnTo>
                    <a:pt x="113690" y="546605"/>
                  </a:lnTo>
                  <a:lnTo>
                    <a:pt x="59633" y="497373"/>
                  </a:lnTo>
                  <a:lnTo>
                    <a:pt x="22054" y="444052"/>
                  </a:lnTo>
                  <a:lnTo>
                    <a:pt x="2516" y="387377"/>
                  </a:lnTo>
                  <a:lnTo>
                    <a:pt x="1" y="358013"/>
                  </a:lnTo>
                  <a:close/>
                </a:path>
              </a:pathLst>
            </a:custGeom>
            <a:ln w="9525">
              <a:solidFill>
                <a:srgbClr val="000000"/>
              </a:solidFill>
            </a:ln>
          </p:spPr>
          <p:txBody>
            <a:bodyPr wrap="square" lIns="0" tIns="0" rIns="0" bIns="0" rtlCol="0"/>
            <a:lstStyle/>
            <a:p>
              <a:endParaRPr/>
            </a:p>
          </p:txBody>
        </p:sp>
        <p:pic>
          <p:nvPicPr>
            <p:cNvPr id="18" name="object 18"/>
            <p:cNvPicPr/>
            <p:nvPr/>
          </p:nvPicPr>
          <p:blipFill>
            <a:blip r:embed="rId7" cstate="print"/>
            <a:stretch>
              <a:fillRect/>
            </a:stretch>
          </p:blipFill>
          <p:spPr>
            <a:xfrm>
              <a:off x="304800" y="2770631"/>
              <a:ext cx="1530096" cy="728472"/>
            </a:xfrm>
            <a:prstGeom prst="rect">
              <a:avLst/>
            </a:prstGeom>
          </p:spPr>
        </p:pic>
        <p:pic>
          <p:nvPicPr>
            <p:cNvPr id="19" name="object 19"/>
            <p:cNvPicPr/>
            <p:nvPr/>
          </p:nvPicPr>
          <p:blipFill>
            <a:blip r:embed="rId8" cstate="print"/>
            <a:stretch>
              <a:fillRect/>
            </a:stretch>
          </p:blipFill>
          <p:spPr>
            <a:xfrm>
              <a:off x="422147" y="2985515"/>
              <a:ext cx="1341120" cy="249936"/>
            </a:xfrm>
            <a:prstGeom prst="rect">
              <a:avLst/>
            </a:prstGeom>
          </p:spPr>
        </p:pic>
        <p:sp>
          <p:nvSpPr>
            <p:cNvPr id="20" name="object 20"/>
            <p:cNvSpPr/>
            <p:nvPr/>
          </p:nvSpPr>
          <p:spPr>
            <a:xfrm>
              <a:off x="285724" y="2712973"/>
              <a:ext cx="1518285" cy="716280"/>
            </a:xfrm>
            <a:custGeom>
              <a:avLst/>
              <a:gdLst/>
              <a:ahLst/>
              <a:cxnLst/>
              <a:rect l="l" t="t" r="r" b="b"/>
              <a:pathLst>
                <a:path w="1518285" h="716279">
                  <a:moveTo>
                    <a:pt x="758825" y="0"/>
                  </a:moveTo>
                  <a:lnTo>
                    <a:pt x="696589" y="1186"/>
                  </a:lnTo>
                  <a:lnTo>
                    <a:pt x="635739" y="4685"/>
                  </a:lnTo>
                  <a:lnTo>
                    <a:pt x="576470" y="10404"/>
                  </a:lnTo>
                  <a:lnTo>
                    <a:pt x="518977" y="18250"/>
                  </a:lnTo>
                  <a:lnTo>
                    <a:pt x="463456" y="28132"/>
                  </a:lnTo>
                  <a:lnTo>
                    <a:pt x="410101" y="39958"/>
                  </a:lnTo>
                  <a:lnTo>
                    <a:pt x="359108" y="53635"/>
                  </a:lnTo>
                  <a:lnTo>
                    <a:pt x="310672" y="69071"/>
                  </a:lnTo>
                  <a:lnTo>
                    <a:pt x="264989" y="86175"/>
                  </a:lnTo>
                  <a:lnTo>
                    <a:pt x="222254" y="104854"/>
                  </a:lnTo>
                  <a:lnTo>
                    <a:pt x="182662" y="125016"/>
                  </a:lnTo>
                  <a:lnTo>
                    <a:pt x="146409" y="146569"/>
                  </a:lnTo>
                  <a:lnTo>
                    <a:pt x="113689" y="169420"/>
                  </a:lnTo>
                  <a:lnTo>
                    <a:pt x="59632" y="218652"/>
                  </a:lnTo>
                  <a:lnTo>
                    <a:pt x="22053" y="271973"/>
                  </a:lnTo>
                  <a:lnTo>
                    <a:pt x="2515" y="328648"/>
                  </a:lnTo>
                  <a:lnTo>
                    <a:pt x="0" y="358013"/>
                  </a:lnTo>
                  <a:lnTo>
                    <a:pt x="2515" y="387377"/>
                  </a:lnTo>
                  <a:lnTo>
                    <a:pt x="22053" y="444052"/>
                  </a:lnTo>
                  <a:lnTo>
                    <a:pt x="59632" y="497373"/>
                  </a:lnTo>
                  <a:lnTo>
                    <a:pt x="113689" y="546605"/>
                  </a:lnTo>
                  <a:lnTo>
                    <a:pt x="146409" y="569456"/>
                  </a:lnTo>
                  <a:lnTo>
                    <a:pt x="182662" y="591009"/>
                  </a:lnTo>
                  <a:lnTo>
                    <a:pt x="222254" y="611171"/>
                  </a:lnTo>
                  <a:lnTo>
                    <a:pt x="264989" y="629850"/>
                  </a:lnTo>
                  <a:lnTo>
                    <a:pt x="310672" y="646954"/>
                  </a:lnTo>
                  <a:lnTo>
                    <a:pt x="359108" y="662390"/>
                  </a:lnTo>
                  <a:lnTo>
                    <a:pt x="410101" y="676067"/>
                  </a:lnTo>
                  <a:lnTo>
                    <a:pt x="463456" y="687893"/>
                  </a:lnTo>
                  <a:lnTo>
                    <a:pt x="518977" y="697775"/>
                  </a:lnTo>
                  <a:lnTo>
                    <a:pt x="576470" y="705621"/>
                  </a:lnTo>
                  <a:lnTo>
                    <a:pt x="635739" y="711340"/>
                  </a:lnTo>
                  <a:lnTo>
                    <a:pt x="696589" y="714839"/>
                  </a:lnTo>
                  <a:lnTo>
                    <a:pt x="758825" y="716026"/>
                  </a:lnTo>
                  <a:lnTo>
                    <a:pt x="821065" y="714839"/>
                  </a:lnTo>
                  <a:lnTo>
                    <a:pt x="881920" y="711340"/>
                  </a:lnTo>
                  <a:lnTo>
                    <a:pt x="941193" y="705621"/>
                  </a:lnTo>
                  <a:lnTo>
                    <a:pt x="998689" y="697775"/>
                  </a:lnTo>
                  <a:lnTo>
                    <a:pt x="1054213" y="687893"/>
                  </a:lnTo>
                  <a:lnTo>
                    <a:pt x="1107570" y="676067"/>
                  </a:lnTo>
                  <a:lnTo>
                    <a:pt x="1158565" y="662390"/>
                  </a:lnTo>
                  <a:lnTo>
                    <a:pt x="1207002" y="646954"/>
                  </a:lnTo>
                  <a:lnTo>
                    <a:pt x="1252686" y="629850"/>
                  </a:lnTo>
                  <a:lnTo>
                    <a:pt x="1295422" y="611171"/>
                  </a:lnTo>
                  <a:lnTo>
                    <a:pt x="1335014" y="591009"/>
                  </a:lnTo>
                  <a:lnTo>
                    <a:pt x="1371268" y="569456"/>
                  </a:lnTo>
                  <a:lnTo>
                    <a:pt x="1403987" y="546605"/>
                  </a:lnTo>
                  <a:lnTo>
                    <a:pt x="1458044" y="497373"/>
                  </a:lnTo>
                  <a:lnTo>
                    <a:pt x="1495622" y="444052"/>
                  </a:lnTo>
                  <a:lnTo>
                    <a:pt x="1515160" y="387377"/>
                  </a:lnTo>
                  <a:lnTo>
                    <a:pt x="1517675" y="358013"/>
                  </a:lnTo>
                  <a:lnTo>
                    <a:pt x="1515160" y="328648"/>
                  </a:lnTo>
                  <a:lnTo>
                    <a:pt x="1495622" y="271973"/>
                  </a:lnTo>
                  <a:lnTo>
                    <a:pt x="1458044" y="218652"/>
                  </a:lnTo>
                  <a:lnTo>
                    <a:pt x="1403987" y="169420"/>
                  </a:lnTo>
                  <a:lnTo>
                    <a:pt x="1371268" y="146569"/>
                  </a:lnTo>
                  <a:lnTo>
                    <a:pt x="1335014" y="125016"/>
                  </a:lnTo>
                  <a:lnTo>
                    <a:pt x="1295422" y="104854"/>
                  </a:lnTo>
                  <a:lnTo>
                    <a:pt x="1252686" y="86175"/>
                  </a:lnTo>
                  <a:lnTo>
                    <a:pt x="1207002" y="69071"/>
                  </a:lnTo>
                  <a:lnTo>
                    <a:pt x="1158565" y="53635"/>
                  </a:lnTo>
                  <a:lnTo>
                    <a:pt x="1107570" y="39958"/>
                  </a:lnTo>
                  <a:lnTo>
                    <a:pt x="1054213" y="28132"/>
                  </a:lnTo>
                  <a:lnTo>
                    <a:pt x="998689" y="18250"/>
                  </a:lnTo>
                  <a:lnTo>
                    <a:pt x="941193" y="10404"/>
                  </a:lnTo>
                  <a:lnTo>
                    <a:pt x="881920" y="4685"/>
                  </a:lnTo>
                  <a:lnTo>
                    <a:pt x="821065" y="1186"/>
                  </a:lnTo>
                  <a:lnTo>
                    <a:pt x="758825" y="0"/>
                  </a:lnTo>
                  <a:close/>
                </a:path>
              </a:pathLst>
            </a:custGeom>
            <a:solidFill>
              <a:srgbClr val="FFFFFF"/>
            </a:solidFill>
          </p:spPr>
          <p:txBody>
            <a:bodyPr wrap="square" lIns="0" tIns="0" rIns="0" bIns="0" rtlCol="0"/>
            <a:lstStyle/>
            <a:p>
              <a:endParaRPr/>
            </a:p>
          </p:txBody>
        </p:sp>
        <p:sp>
          <p:nvSpPr>
            <p:cNvPr id="21" name="object 21"/>
            <p:cNvSpPr/>
            <p:nvPr/>
          </p:nvSpPr>
          <p:spPr>
            <a:xfrm>
              <a:off x="285724" y="2712973"/>
              <a:ext cx="1518285" cy="716280"/>
            </a:xfrm>
            <a:custGeom>
              <a:avLst/>
              <a:gdLst/>
              <a:ahLst/>
              <a:cxnLst/>
              <a:rect l="l" t="t" r="r" b="b"/>
              <a:pathLst>
                <a:path w="1518285" h="716279">
                  <a:moveTo>
                    <a:pt x="0" y="358013"/>
                  </a:moveTo>
                  <a:lnTo>
                    <a:pt x="9931" y="299938"/>
                  </a:lnTo>
                  <a:lnTo>
                    <a:pt x="38685" y="244847"/>
                  </a:lnTo>
                  <a:lnTo>
                    <a:pt x="84698" y="193479"/>
                  </a:lnTo>
                  <a:lnTo>
                    <a:pt x="146409" y="146569"/>
                  </a:lnTo>
                  <a:lnTo>
                    <a:pt x="182662" y="125016"/>
                  </a:lnTo>
                  <a:lnTo>
                    <a:pt x="222254" y="104854"/>
                  </a:lnTo>
                  <a:lnTo>
                    <a:pt x="264989" y="86175"/>
                  </a:lnTo>
                  <a:lnTo>
                    <a:pt x="310672" y="69071"/>
                  </a:lnTo>
                  <a:lnTo>
                    <a:pt x="359108" y="53635"/>
                  </a:lnTo>
                  <a:lnTo>
                    <a:pt x="410101" y="39958"/>
                  </a:lnTo>
                  <a:lnTo>
                    <a:pt x="463456" y="28132"/>
                  </a:lnTo>
                  <a:lnTo>
                    <a:pt x="518977" y="18250"/>
                  </a:lnTo>
                  <a:lnTo>
                    <a:pt x="576470" y="10404"/>
                  </a:lnTo>
                  <a:lnTo>
                    <a:pt x="635739" y="4685"/>
                  </a:lnTo>
                  <a:lnTo>
                    <a:pt x="696589" y="1186"/>
                  </a:lnTo>
                  <a:lnTo>
                    <a:pt x="758825" y="0"/>
                  </a:lnTo>
                  <a:lnTo>
                    <a:pt x="821065" y="1186"/>
                  </a:lnTo>
                  <a:lnTo>
                    <a:pt x="881920" y="4685"/>
                  </a:lnTo>
                  <a:lnTo>
                    <a:pt x="941193" y="10404"/>
                  </a:lnTo>
                  <a:lnTo>
                    <a:pt x="998689" y="18250"/>
                  </a:lnTo>
                  <a:lnTo>
                    <a:pt x="1054213" y="28132"/>
                  </a:lnTo>
                  <a:lnTo>
                    <a:pt x="1107570" y="39958"/>
                  </a:lnTo>
                  <a:lnTo>
                    <a:pt x="1158565" y="53635"/>
                  </a:lnTo>
                  <a:lnTo>
                    <a:pt x="1207002" y="69071"/>
                  </a:lnTo>
                  <a:lnTo>
                    <a:pt x="1252686" y="86175"/>
                  </a:lnTo>
                  <a:lnTo>
                    <a:pt x="1295422" y="104854"/>
                  </a:lnTo>
                  <a:lnTo>
                    <a:pt x="1335014" y="125016"/>
                  </a:lnTo>
                  <a:lnTo>
                    <a:pt x="1371268" y="146569"/>
                  </a:lnTo>
                  <a:lnTo>
                    <a:pt x="1403987" y="169420"/>
                  </a:lnTo>
                  <a:lnTo>
                    <a:pt x="1458044" y="218652"/>
                  </a:lnTo>
                  <a:lnTo>
                    <a:pt x="1495622" y="271973"/>
                  </a:lnTo>
                  <a:lnTo>
                    <a:pt x="1515160" y="328648"/>
                  </a:lnTo>
                  <a:lnTo>
                    <a:pt x="1517675" y="358013"/>
                  </a:lnTo>
                  <a:lnTo>
                    <a:pt x="1515160" y="387377"/>
                  </a:lnTo>
                  <a:lnTo>
                    <a:pt x="1507743" y="416087"/>
                  </a:lnTo>
                  <a:lnTo>
                    <a:pt x="1478990" y="471178"/>
                  </a:lnTo>
                  <a:lnTo>
                    <a:pt x="1432978" y="522546"/>
                  </a:lnTo>
                  <a:lnTo>
                    <a:pt x="1371268" y="569456"/>
                  </a:lnTo>
                  <a:lnTo>
                    <a:pt x="1335014" y="591009"/>
                  </a:lnTo>
                  <a:lnTo>
                    <a:pt x="1295422" y="611171"/>
                  </a:lnTo>
                  <a:lnTo>
                    <a:pt x="1252686" y="629850"/>
                  </a:lnTo>
                  <a:lnTo>
                    <a:pt x="1207002" y="646954"/>
                  </a:lnTo>
                  <a:lnTo>
                    <a:pt x="1158565" y="662390"/>
                  </a:lnTo>
                  <a:lnTo>
                    <a:pt x="1107570" y="676067"/>
                  </a:lnTo>
                  <a:lnTo>
                    <a:pt x="1054213" y="687893"/>
                  </a:lnTo>
                  <a:lnTo>
                    <a:pt x="998689" y="697775"/>
                  </a:lnTo>
                  <a:lnTo>
                    <a:pt x="941193" y="705621"/>
                  </a:lnTo>
                  <a:lnTo>
                    <a:pt x="881920" y="711340"/>
                  </a:lnTo>
                  <a:lnTo>
                    <a:pt x="821065" y="714839"/>
                  </a:lnTo>
                  <a:lnTo>
                    <a:pt x="758825" y="716026"/>
                  </a:lnTo>
                  <a:lnTo>
                    <a:pt x="696589" y="714839"/>
                  </a:lnTo>
                  <a:lnTo>
                    <a:pt x="635739" y="711340"/>
                  </a:lnTo>
                  <a:lnTo>
                    <a:pt x="576470" y="705621"/>
                  </a:lnTo>
                  <a:lnTo>
                    <a:pt x="518977" y="697775"/>
                  </a:lnTo>
                  <a:lnTo>
                    <a:pt x="463456" y="687893"/>
                  </a:lnTo>
                  <a:lnTo>
                    <a:pt x="410101" y="676067"/>
                  </a:lnTo>
                  <a:lnTo>
                    <a:pt x="359108" y="662390"/>
                  </a:lnTo>
                  <a:lnTo>
                    <a:pt x="310672" y="646954"/>
                  </a:lnTo>
                  <a:lnTo>
                    <a:pt x="264989" y="629850"/>
                  </a:lnTo>
                  <a:lnTo>
                    <a:pt x="222254" y="611171"/>
                  </a:lnTo>
                  <a:lnTo>
                    <a:pt x="182662" y="591009"/>
                  </a:lnTo>
                  <a:lnTo>
                    <a:pt x="146409" y="569456"/>
                  </a:lnTo>
                  <a:lnTo>
                    <a:pt x="113689" y="546605"/>
                  </a:lnTo>
                  <a:lnTo>
                    <a:pt x="59632" y="497373"/>
                  </a:lnTo>
                  <a:lnTo>
                    <a:pt x="22053" y="444052"/>
                  </a:lnTo>
                  <a:lnTo>
                    <a:pt x="2515" y="387377"/>
                  </a:lnTo>
                  <a:lnTo>
                    <a:pt x="0" y="358013"/>
                  </a:lnTo>
                  <a:close/>
                </a:path>
              </a:pathLst>
            </a:custGeom>
            <a:ln w="9525">
              <a:solidFill>
                <a:srgbClr val="000000"/>
              </a:solidFill>
            </a:ln>
          </p:spPr>
          <p:txBody>
            <a:bodyPr wrap="square" lIns="0" tIns="0" rIns="0" bIns="0" rtlCol="0"/>
            <a:lstStyle/>
            <a:p>
              <a:endParaRPr/>
            </a:p>
          </p:txBody>
        </p:sp>
        <p:pic>
          <p:nvPicPr>
            <p:cNvPr id="22" name="object 22"/>
            <p:cNvPicPr/>
            <p:nvPr/>
          </p:nvPicPr>
          <p:blipFill>
            <a:blip r:embed="rId9" cstate="print"/>
            <a:stretch>
              <a:fillRect/>
            </a:stretch>
          </p:blipFill>
          <p:spPr>
            <a:xfrm>
              <a:off x="787908" y="2770631"/>
              <a:ext cx="1530096" cy="728472"/>
            </a:xfrm>
            <a:prstGeom prst="rect">
              <a:avLst/>
            </a:prstGeom>
          </p:spPr>
        </p:pic>
        <p:pic>
          <p:nvPicPr>
            <p:cNvPr id="23" name="object 23"/>
            <p:cNvPicPr/>
            <p:nvPr/>
          </p:nvPicPr>
          <p:blipFill>
            <a:blip r:embed="rId10" cstate="print"/>
            <a:stretch>
              <a:fillRect/>
            </a:stretch>
          </p:blipFill>
          <p:spPr>
            <a:xfrm>
              <a:off x="905255" y="2985515"/>
              <a:ext cx="1341120" cy="249936"/>
            </a:xfrm>
            <a:prstGeom prst="rect">
              <a:avLst/>
            </a:prstGeom>
          </p:spPr>
        </p:pic>
        <p:sp>
          <p:nvSpPr>
            <p:cNvPr id="24" name="object 24"/>
            <p:cNvSpPr/>
            <p:nvPr/>
          </p:nvSpPr>
          <p:spPr>
            <a:xfrm>
              <a:off x="768337" y="2712973"/>
              <a:ext cx="1518285" cy="716280"/>
            </a:xfrm>
            <a:custGeom>
              <a:avLst/>
              <a:gdLst/>
              <a:ahLst/>
              <a:cxnLst/>
              <a:rect l="l" t="t" r="r" b="b"/>
              <a:pathLst>
                <a:path w="1518285" h="716279">
                  <a:moveTo>
                    <a:pt x="758837" y="0"/>
                  </a:moveTo>
                  <a:lnTo>
                    <a:pt x="696600" y="1186"/>
                  </a:lnTo>
                  <a:lnTo>
                    <a:pt x="635748" y="4685"/>
                  </a:lnTo>
                  <a:lnTo>
                    <a:pt x="576478" y="10404"/>
                  </a:lnTo>
                  <a:lnTo>
                    <a:pt x="518984" y="18250"/>
                  </a:lnTo>
                  <a:lnTo>
                    <a:pt x="463461" y="28132"/>
                  </a:lnTo>
                  <a:lnTo>
                    <a:pt x="410105" y="39958"/>
                  </a:lnTo>
                  <a:lnTo>
                    <a:pt x="359111" y="53635"/>
                  </a:lnTo>
                  <a:lnTo>
                    <a:pt x="310675" y="69071"/>
                  </a:lnTo>
                  <a:lnTo>
                    <a:pt x="264992" y="86175"/>
                  </a:lnTo>
                  <a:lnTo>
                    <a:pt x="222256" y="104854"/>
                  </a:lnTo>
                  <a:lnTo>
                    <a:pt x="182663" y="125016"/>
                  </a:lnTo>
                  <a:lnTo>
                    <a:pt x="146410" y="146569"/>
                  </a:lnTo>
                  <a:lnTo>
                    <a:pt x="113690" y="169420"/>
                  </a:lnTo>
                  <a:lnTo>
                    <a:pt x="59632" y="218652"/>
                  </a:lnTo>
                  <a:lnTo>
                    <a:pt x="22053" y="271973"/>
                  </a:lnTo>
                  <a:lnTo>
                    <a:pt x="2515" y="328648"/>
                  </a:lnTo>
                  <a:lnTo>
                    <a:pt x="0" y="358013"/>
                  </a:lnTo>
                  <a:lnTo>
                    <a:pt x="2515" y="387377"/>
                  </a:lnTo>
                  <a:lnTo>
                    <a:pt x="22053" y="444052"/>
                  </a:lnTo>
                  <a:lnTo>
                    <a:pt x="59632" y="497373"/>
                  </a:lnTo>
                  <a:lnTo>
                    <a:pt x="113690" y="546605"/>
                  </a:lnTo>
                  <a:lnTo>
                    <a:pt x="146410" y="569456"/>
                  </a:lnTo>
                  <a:lnTo>
                    <a:pt x="182663" y="591009"/>
                  </a:lnTo>
                  <a:lnTo>
                    <a:pt x="222256" y="611171"/>
                  </a:lnTo>
                  <a:lnTo>
                    <a:pt x="264992" y="629850"/>
                  </a:lnTo>
                  <a:lnTo>
                    <a:pt x="310675" y="646954"/>
                  </a:lnTo>
                  <a:lnTo>
                    <a:pt x="359111" y="662390"/>
                  </a:lnTo>
                  <a:lnTo>
                    <a:pt x="410105" y="676067"/>
                  </a:lnTo>
                  <a:lnTo>
                    <a:pt x="463461" y="687893"/>
                  </a:lnTo>
                  <a:lnTo>
                    <a:pt x="518984" y="697775"/>
                  </a:lnTo>
                  <a:lnTo>
                    <a:pt x="576478" y="705621"/>
                  </a:lnTo>
                  <a:lnTo>
                    <a:pt x="635748" y="711340"/>
                  </a:lnTo>
                  <a:lnTo>
                    <a:pt x="696600" y="714839"/>
                  </a:lnTo>
                  <a:lnTo>
                    <a:pt x="758837" y="716026"/>
                  </a:lnTo>
                  <a:lnTo>
                    <a:pt x="821074" y="714839"/>
                  </a:lnTo>
                  <a:lnTo>
                    <a:pt x="881926" y="711340"/>
                  </a:lnTo>
                  <a:lnTo>
                    <a:pt x="941196" y="705621"/>
                  </a:lnTo>
                  <a:lnTo>
                    <a:pt x="998689" y="697775"/>
                  </a:lnTo>
                  <a:lnTo>
                    <a:pt x="1054211" y="687893"/>
                  </a:lnTo>
                  <a:lnTo>
                    <a:pt x="1107567" y="676067"/>
                  </a:lnTo>
                  <a:lnTo>
                    <a:pt x="1158559" y="662390"/>
                  </a:lnTo>
                  <a:lnTo>
                    <a:pt x="1206995" y="646954"/>
                  </a:lnTo>
                  <a:lnTo>
                    <a:pt x="1252677" y="629850"/>
                  </a:lnTo>
                  <a:lnTo>
                    <a:pt x="1295412" y="611171"/>
                  </a:lnTo>
                  <a:lnTo>
                    <a:pt x="1335004" y="591009"/>
                  </a:lnTo>
                  <a:lnTo>
                    <a:pt x="1371257" y="569456"/>
                  </a:lnTo>
                  <a:lnTo>
                    <a:pt x="1403976" y="546605"/>
                  </a:lnTo>
                  <a:lnTo>
                    <a:pt x="1458032" y="497373"/>
                  </a:lnTo>
                  <a:lnTo>
                    <a:pt x="1495609" y="444052"/>
                  </a:lnTo>
                  <a:lnTo>
                    <a:pt x="1515147" y="387377"/>
                  </a:lnTo>
                  <a:lnTo>
                    <a:pt x="1517662" y="358013"/>
                  </a:lnTo>
                  <a:lnTo>
                    <a:pt x="1515147" y="328648"/>
                  </a:lnTo>
                  <a:lnTo>
                    <a:pt x="1495609" y="271973"/>
                  </a:lnTo>
                  <a:lnTo>
                    <a:pt x="1458032" y="218652"/>
                  </a:lnTo>
                  <a:lnTo>
                    <a:pt x="1403976" y="169420"/>
                  </a:lnTo>
                  <a:lnTo>
                    <a:pt x="1371257" y="146569"/>
                  </a:lnTo>
                  <a:lnTo>
                    <a:pt x="1335004" y="125016"/>
                  </a:lnTo>
                  <a:lnTo>
                    <a:pt x="1295412" y="104854"/>
                  </a:lnTo>
                  <a:lnTo>
                    <a:pt x="1252677" y="86175"/>
                  </a:lnTo>
                  <a:lnTo>
                    <a:pt x="1206995" y="69071"/>
                  </a:lnTo>
                  <a:lnTo>
                    <a:pt x="1158559" y="53635"/>
                  </a:lnTo>
                  <a:lnTo>
                    <a:pt x="1107567" y="39958"/>
                  </a:lnTo>
                  <a:lnTo>
                    <a:pt x="1054211" y="28132"/>
                  </a:lnTo>
                  <a:lnTo>
                    <a:pt x="998689" y="18250"/>
                  </a:lnTo>
                  <a:lnTo>
                    <a:pt x="941196" y="10404"/>
                  </a:lnTo>
                  <a:lnTo>
                    <a:pt x="881926" y="4685"/>
                  </a:lnTo>
                  <a:lnTo>
                    <a:pt x="821074" y="1186"/>
                  </a:lnTo>
                  <a:lnTo>
                    <a:pt x="758837" y="0"/>
                  </a:lnTo>
                  <a:close/>
                </a:path>
              </a:pathLst>
            </a:custGeom>
            <a:solidFill>
              <a:srgbClr val="FFFFFF"/>
            </a:solidFill>
          </p:spPr>
          <p:txBody>
            <a:bodyPr wrap="square" lIns="0" tIns="0" rIns="0" bIns="0" rtlCol="0"/>
            <a:lstStyle/>
            <a:p>
              <a:endParaRPr/>
            </a:p>
          </p:txBody>
        </p:sp>
        <p:sp>
          <p:nvSpPr>
            <p:cNvPr id="25" name="object 25"/>
            <p:cNvSpPr/>
            <p:nvPr/>
          </p:nvSpPr>
          <p:spPr>
            <a:xfrm>
              <a:off x="768337" y="2712973"/>
              <a:ext cx="1518285" cy="716280"/>
            </a:xfrm>
            <a:custGeom>
              <a:avLst/>
              <a:gdLst/>
              <a:ahLst/>
              <a:cxnLst/>
              <a:rect l="l" t="t" r="r" b="b"/>
              <a:pathLst>
                <a:path w="1518285" h="716279">
                  <a:moveTo>
                    <a:pt x="0" y="358013"/>
                  </a:moveTo>
                  <a:lnTo>
                    <a:pt x="9931" y="299938"/>
                  </a:lnTo>
                  <a:lnTo>
                    <a:pt x="38685" y="244847"/>
                  </a:lnTo>
                  <a:lnTo>
                    <a:pt x="84699" y="193479"/>
                  </a:lnTo>
                  <a:lnTo>
                    <a:pt x="146410" y="146569"/>
                  </a:lnTo>
                  <a:lnTo>
                    <a:pt x="182663" y="125016"/>
                  </a:lnTo>
                  <a:lnTo>
                    <a:pt x="222256" y="104854"/>
                  </a:lnTo>
                  <a:lnTo>
                    <a:pt x="264992" y="86175"/>
                  </a:lnTo>
                  <a:lnTo>
                    <a:pt x="310675" y="69071"/>
                  </a:lnTo>
                  <a:lnTo>
                    <a:pt x="359111" y="53635"/>
                  </a:lnTo>
                  <a:lnTo>
                    <a:pt x="410105" y="39958"/>
                  </a:lnTo>
                  <a:lnTo>
                    <a:pt x="463461" y="28132"/>
                  </a:lnTo>
                  <a:lnTo>
                    <a:pt x="518984" y="18250"/>
                  </a:lnTo>
                  <a:lnTo>
                    <a:pt x="576478" y="10404"/>
                  </a:lnTo>
                  <a:lnTo>
                    <a:pt x="635748" y="4685"/>
                  </a:lnTo>
                  <a:lnTo>
                    <a:pt x="696600" y="1186"/>
                  </a:lnTo>
                  <a:lnTo>
                    <a:pt x="758837" y="0"/>
                  </a:lnTo>
                  <a:lnTo>
                    <a:pt x="821074" y="1186"/>
                  </a:lnTo>
                  <a:lnTo>
                    <a:pt x="881926" y="4685"/>
                  </a:lnTo>
                  <a:lnTo>
                    <a:pt x="941196" y="10404"/>
                  </a:lnTo>
                  <a:lnTo>
                    <a:pt x="998689" y="18250"/>
                  </a:lnTo>
                  <a:lnTo>
                    <a:pt x="1054211" y="28132"/>
                  </a:lnTo>
                  <a:lnTo>
                    <a:pt x="1107567" y="39958"/>
                  </a:lnTo>
                  <a:lnTo>
                    <a:pt x="1158559" y="53635"/>
                  </a:lnTo>
                  <a:lnTo>
                    <a:pt x="1206995" y="69071"/>
                  </a:lnTo>
                  <a:lnTo>
                    <a:pt x="1252677" y="86175"/>
                  </a:lnTo>
                  <a:lnTo>
                    <a:pt x="1295412" y="104854"/>
                  </a:lnTo>
                  <a:lnTo>
                    <a:pt x="1335004" y="125016"/>
                  </a:lnTo>
                  <a:lnTo>
                    <a:pt x="1371257" y="146569"/>
                  </a:lnTo>
                  <a:lnTo>
                    <a:pt x="1403976" y="169420"/>
                  </a:lnTo>
                  <a:lnTo>
                    <a:pt x="1458032" y="218652"/>
                  </a:lnTo>
                  <a:lnTo>
                    <a:pt x="1495609" y="271973"/>
                  </a:lnTo>
                  <a:lnTo>
                    <a:pt x="1515147" y="328648"/>
                  </a:lnTo>
                  <a:lnTo>
                    <a:pt x="1517662" y="358013"/>
                  </a:lnTo>
                  <a:lnTo>
                    <a:pt x="1515147" y="387377"/>
                  </a:lnTo>
                  <a:lnTo>
                    <a:pt x="1507731" y="416087"/>
                  </a:lnTo>
                  <a:lnTo>
                    <a:pt x="1478978" y="471178"/>
                  </a:lnTo>
                  <a:lnTo>
                    <a:pt x="1432966" y="522546"/>
                  </a:lnTo>
                  <a:lnTo>
                    <a:pt x="1371257" y="569456"/>
                  </a:lnTo>
                  <a:lnTo>
                    <a:pt x="1335004" y="591009"/>
                  </a:lnTo>
                  <a:lnTo>
                    <a:pt x="1295412" y="611171"/>
                  </a:lnTo>
                  <a:lnTo>
                    <a:pt x="1252677" y="629850"/>
                  </a:lnTo>
                  <a:lnTo>
                    <a:pt x="1206995" y="646954"/>
                  </a:lnTo>
                  <a:lnTo>
                    <a:pt x="1158559" y="662390"/>
                  </a:lnTo>
                  <a:lnTo>
                    <a:pt x="1107567" y="676067"/>
                  </a:lnTo>
                  <a:lnTo>
                    <a:pt x="1054211" y="687893"/>
                  </a:lnTo>
                  <a:lnTo>
                    <a:pt x="998689" y="697775"/>
                  </a:lnTo>
                  <a:lnTo>
                    <a:pt x="941196" y="705621"/>
                  </a:lnTo>
                  <a:lnTo>
                    <a:pt x="881926" y="711340"/>
                  </a:lnTo>
                  <a:lnTo>
                    <a:pt x="821074" y="714839"/>
                  </a:lnTo>
                  <a:lnTo>
                    <a:pt x="758837" y="716026"/>
                  </a:lnTo>
                  <a:lnTo>
                    <a:pt x="696600" y="714839"/>
                  </a:lnTo>
                  <a:lnTo>
                    <a:pt x="635748" y="711340"/>
                  </a:lnTo>
                  <a:lnTo>
                    <a:pt x="576478" y="705621"/>
                  </a:lnTo>
                  <a:lnTo>
                    <a:pt x="518984" y="697775"/>
                  </a:lnTo>
                  <a:lnTo>
                    <a:pt x="463461" y="687893"/>
                  </a:lnTo>
                  <a:lnTo>
                    <a:pt x="410105" y="676067"/>
                  </a:lnTo>
                  <a:lnTo>
                    <a:pt x="359111" y="662390"/>
                  </a:lnTo>
                  <a:lnTo>
                    <a:pt x="310675" y="646954"/>
                  </a:lnTo>
                  <a:lnTo>
                    <a:pt x="264992" y="629850"/>
                  </a:lnTo>
                  <a:lnTo>
                    <a:pt x="222256" y="611171"/>
                  </a:lnTo>
                  <a:lnTo>
                    <a:pt x="182663" y="591009"/>
                  </a:lnTo>
                  <a:lnTo>
                    <a:pt x="146410" y="569456"/>
                  </a:lnTo>
                  <a:lnTo>
                    <a:pt x="113690" y="546605"/>
                  </a:lnTo>
                  <a:lnTo>
                    <a:pt x="59632" y="497373"/>
                  </a:lnTo>
                  <a:lnTo>
                    <a:pt x="22053" y="444052"/>
                  </a:lnTo>
                  <a:lnTo>
                    <a:pt x="2515" y="387377"/>
                  </a:lnTo>
                  <a:lnTo>
                    <a:pt x="0" y="358013"/>
                  </a:lnTo>
                  <a:close/>
                </a:path>
              </a:pathLst>
            </a:custGeom>
            <a:ln w="9525">
              <a:solidFill>
                <a:srgbClr val="000000"/>
              </a:solidFill>
            </a:ln>
          </p:spPr>
          <p:txBody>
            <a:bodyPr wrap="square" lIns="0" tIns="0" rIns="0" bIns="0" rtlCol="0"/>
            <a:lstStyle/>
            <a:p>
              <a:endParaRPr/>
            </a:p>
          </p:txBody>
        </p:sp>
      </p:grpSp>
      <p:sp>
        <p:nvSpPr>
          <p:cNvPr id="26" name="object 26"/>
          <p:cNvSpPr txBox="1"/>
          <p:nvPr/>
        </p:nvSpPr>
        <p:spPr>
          <a:xfrm>
            <a:off x="296367" y="2955417"/>
            <a:ext cx="1791970" cy="223520"/>
          </a:xfrm>
          <a:prstGeom prst="rect">
            <a:avLst/>
          </a:prstGeom>
        </p:spPr>
        <p:txBody>
          <a:bodyPr vert="horz" wrap="square" lIns="0" tIns="12065" rIns="0" bIns="0" rtlCol="0">
            <a:spAutoFit/>
          </a:bodyPr>
          <a:lstStyle/>
          <a:p>
            <a:pPr marL="12700">
              <a:lnSpc>
                <a:spcPct val="100000"/>
              </a:lnSpc>
              <a:spcBef>
                <a:spcPts val="95"/>
              </a:spcBef>
            </a:pPr>
            <a:r>
              <a:rPr sz="1300" b="1" spc="-40" dirty="0">
                <a:latin typeface="Arial"/>
                <a:cs typeface="Arial"/>
              </a:rPr>
              <a:t>W</a:t>
            </a:r>
            <a:r>
              <a:rPr sz="1300" b="1" spc="-525" dirty="0">
                <a:latin typeface="Arial"/>
                <a:cs typeface="Arial"/>
              </a:rPr>
              <a:t>o</a:t>
            </a:r>
            <a:r>
              <a:rPr sz="1300" b="1" spc="-740" dirty="0">
                <a:latin typeface="Arial"/>
                <a:cs typeface="Arial"/>
              </a:rPr>
              <a:t>W</a:t>
            </a:r>
            <a:r>
              <a:rPr sz="1300" b="1" spc="-10" dirty="0">
                <a:latin typeface="Arial"/>
                <a:cs typeface="Arial"/>
              </a:rPr>
              <a:t>r</a:t>
            </a:r>
            <a:r>
              <a:rPr sz="1300" b="1" spc="-550" dirty="0">
                <a:latin typeface="Arial"/>
                <a:cs typeface="Arial"/>
              </a:rPr>
              <a:t>k</a:t>
            </a:r>
            <a:r>
              <a:rPr sz="1300" b="1" spc="-10" dirty="0">
                <a:latin typeface="Arial"/>
                <a:cs typeface="Arial"/>
              </a:rPr>
              <a:t>o</a:t>
            </a:r>
            <a:r>
              <a:rPr sz="1300" b="1" spc="-425" dirty="0">
                <a:latin typeface="Arial"/>
                <a:cs typeface="Arial"/>
              </a:rPr>
              <a:t>r</a:t>
            </a:r>
            <a:r>
              <a:rPr sz="1300" b="1" spc="-475" dirty="0">
                <a:latin typeface="Arial"/>
                <a:cs typeface="Arial"/>
              </a:rPr>
              <a:t>E</a:t>
            </a:r>
            <a:r>
              <a:rPr sz="1300" b="1" spc="-280" dirty="0">
                <a:latin typeface="Arial"/>
                <a:cs typeface="Arial"/>
              </a:rPr>
              <a:t>k</a:t>
            </a:r>
            <a:r>
              <a:rPr sz="1300" b="1" spc="-10" dirty="0">
                <a:latin typeface="Arial"/>
                <a:cs typeface="Arial"/>
              </a:rPr>
              <a:t>l</a:t>
            </a:r>
            <a:r>
              <a:rPr sz="1300" b="1" spc="-475" dirty="0">
                <a:latin typeface="Arial"/>
                <a:cs typeface="Arial"/>
              </a:rPr>
              <a:t>e</a:t>
            </a:r>
            <a:r>
              <a:rPr sz="1300" b="1" spc="-665" dirty="0">
                <a:latin typeface="Arial"/>
                <a:cs typeface="Arial"/>
              </a:rPr>
              <a:t>E</a:t>
            </a:r>
            <a:r>
              <a:rPr sz="1300" b="1" spc="-1019" dirty="0">
                <a:latin typeface="Arial"/>
                <a:cs typeface="Arial"/>
              </a:rPr>
              <a:t>W</a:t>
            </a:r>
            <a:r>
              <a:rPr sz="1300" b="1" spc="-765" dirty="0">
                <a:latin typeface="Arial"/>
                <a:cs typeface="Arial"/>
              </a:rPr>
              <a:t>m</a:t>
            </a:r>
            <a:r>
              <a:rPr sz="1300" b="1" spc="-10" dirty="0">
                <a:latin typeface="Arial"/>
                <a:cs typeface="Arial"/>
              </a:rPr>
              <a:t>l</a:t>
            </a:r>
            <a:r>
              <a:rPr sz="1300" b="1" spc="-545" dirty="0">
                <a:latin typeface="Arial"/>
                <a:cs typeface="Arial"/>
              </a:rPr>
              <a:t>e</a:t>
            </a:r>
            <a:r>
              <a:rPr sz="1300" b="1" spc="-630" dirty="0">
                <a:latin typeface="Arial"/>
                <a:cs typeface="Arial"/>
              </a:rPr>
              <a:t>o</a:t>
            </a:r>
            <a:r>
              <a:rPr sz="1300" b="1" spc="-400" dirty="0">
                <a:latin typeface="Arial"/>
                <a:cs typeface="Arial"/>
              </a:rPr>
              <a:t>e</a:t>
            </a:r>
            <a:r>
              <a:rPr sz="1300" b="1" spc="-905" dirty="0">
                <a:latin typeface="Arial"/>
                <a:cs typeface="Arial"/>
              </a:rPr>
              <a:t>m</a:t>
            </a:r>
            <a:r>
              <a:rPr sz="1300" b="1" spc="-409" dirty="0">
                <a:latin typeface="Arial"/>
                <a:cs typeface="Arial"/>
              </a:rPr>
              <a:t>r</a:t>
            </a:r>
            <a:r>
              <a:rPr sz="1300" b="1" spc="-420" dirty="0">
                <a:latin typeface="Arial"/>
                <a:cs typeface="Arial"/>
              </a:rPr>
              <a:t>n</a:t>
            </a:r>
            <a:r>
              <a:rPr sz="1300" b="1" spc="-360" dirty="0">
                <a:latin typeface="Arial"/>
                <a:cs typeface="Arial"/>
              </a:rPr>
              <a:t>k</a:t>
            </a:r>
            <a:r>
              <a:rPr sz="1300" b="1" spc="-720" dirty="0">
                <a:latin typeface="Arial"/>
                <a:cs typeface="Arial"/>
              </a:rPr>
              <a:t>e</a:t>
            </a:r>
            <a:r>
              <a:rPr sz="1300" b="1" spc="-10" dirty="0">
                <a:latin typeface="Arial"/>
                <a:cs typeface="Arial"/>
              </a:rPr>
              <a:t>t</a:t>
            </a:r>
            <a:r>
              <a:rPr sz="1300" b="1" spc="85" dirty="0">
                <a:latin typeface="Arial"/>
                <a:cs typeface="Arial"/>
              </a:rPr>
              <a:t> </a:t>
            </a:r>
            <a:r>
              <a:rPr sz="1300" b="1" spc="-840" dirty="0">
                <a:latin typeface="Arial"/>
                <a:cs typeface="Arial"/>
              </a:rPr>
              <a:t>E</a:t>
            </a:r>
            <a:r>
              <a:rPr sz="1300" b="1" spc="20" dirty="0">
                <a:latin typeface="Arial"/>
                <a:cs typeface="Arial"/>
              </a:rPr>
              <a:t>n</a:t>
            </a:r>
            <a:r>
              <a:rPr sz="1300" b="1" spc="-360" dirty="0">
                <a:latin typeface="Arial"/>
                <a:cs typeface="Arial"/>
              </a:rPr>
              <a:t>t</a:t>
            </a:r>
            <a:r>
              <a:rPr sz="1300" b="1" spc="20" dirty="0">
                <a:latin typeface="Arial"/>
                <a:cs typeface="Arial"/>
              </a:rPr>
              <a:t>lement</a:t>
            </a:r>
            <a:endParaRPr sz="1300">
              <a:latin typeface="Arial"/>
              <a:cs typeface="Arial"/>
            </a:endParaRPr>
          </a:p>
        </p:txBody>
      </p:sp>
      <p:grpSp>
        <p:nvGrpSpPr>
          <p:cNvPr id="27" name="object 27"/>
          <p:cNvGrpSpPr/>
          <p:nvPr/>
        </p:nvGrpSpPr>
        <p:grpSpPr>
          <a:xfrm>
            <a:off x="827074" y="5218112"/>
            <a:ext cx="1553845" cy="791210"/>
            <a:chOff x="827074" y="5218112"/>
            <a:chExt cx="1553845" cy="791210"/>
          </a:xfrm>
        </p:grpSpPr>
        <p:pic>
          <p:nvPicPr>
            <p:cNvPr id="28" name="object 28"/>
            <p:cNvPicPr/>
            <p:nvPr/>
          </p:nvPicPr>
          <p:blipFill>
            <a:blip r:embed="rId11" cstate="print"/>
            <a:stretch>
              <a:fillRect/>
            </a:stretch>
          </p:blipFill>
          <p:spPr>
            <a:xfrm>
              <a:off x="850392" y="5280660"/>
              <a:ext cx="1530096" cy="728472"/>
            </a:xfrm>
            <a:prstGeom prst="rect">
              <a:avLst/>
            </a:prstGeom>
          </p:spPr>
        </p:pic>
        <p:pic>
          <p:nvPicPr>
            <p:cNvPr id="29" name="object 29"/>
            <p:cNvPicPr/>
            <p:nvPr/>
          </p:nvPicPr>
          <p:blipFill>
            <a:blip r:embed="rId12" cstate="print"/>
            <a:stretch>
              <a:fillRect/>
            </a:stretch>
          </p:blipFill>
          <p:spPr>
            <a:xfrm>
              <a:off x="969264" y="5495543"/>
              <a:ext cx="1341120" cy="249936"/>
            </a:xfrm>
            <a:prstGeom prst="rect">
              <a:avLst/>
            </a:prstGeom>
          </p:spPr>
        </p:pic>
        <p:sp>
          <p:nvSpPr>
            <p:cNvPr id="30" name="object 30"/>
            <p:cNvSpPr/>
            <p:nvPr/>
          </p:nvSpPr>
          <p:spPr>
            <a:xfrm>
              <a:off x="831837" y="5222875"/>
              <a:ext cx="1518285" cy="716280"/>
            </a:xfrm>
            <a:custGeom>
              <a:avLst/>
              <a:gdLst/>
              <a:ahLst/>
              <a:cxnLst/>
              <a:rect l="l" t="t" r="r" b="b"/>
              <a:pathLst>
                <a:path w="1518285" h="716279">
                  <a:moveTo>
                    <a:pt x="758837" y="0"/>
                  </a:moveTo>
                  <a:lnTo>
                    <a:pt x="696600" y="1186"/>
                  </a:lnTo>
                  <a:lnTo>
                    <a:pt x="635748" y="4685"/>
                  </a:lnTo>
                  <a:lnTo>
                    <a:pt x="576478" y="10404"/>
                  </a:lnTo>
                  <a:lnTo>
                    <a:pt x="518984" y="18250"/>
                  </a:lnTo>
                  <a:lnTo>
                    <a:pt x="463461" y="28132"/>
                  </a:lnTo>
                  <a:lnTo>
                    <a:pt x="410105" y="39958"/>
                  </a:lnTo>
                  <a:lnTo>
                    <a:pt x="359111" y="53635"/>
                  </a:lnTo>
                  <a:lnTo>
                    <a:pt x="310675" y="69071"/>
                  </a:lnTo>
                  <a:lnTo>
                    <a:pt x="264992" y="86175"/>
                  </a:lnTo>
                  <a:lnTo>
                    <a:pt x="222256" y="104854"/>
                  </a:lnTo>
                  <a:lnTo>
                    <a:pt x="182663" y="125016"/>
                  </a:lnTo>
                  <a:lnTo>
                    <a:pt x="146410" y="146569"/>
                  </a:lnTo>
                  <a:lnTo>
                    <a:pt x="113690" y="169420"/>
                  </a:lnTo>
                  <a:lnTo>
                    <a:pt x="59632" y="218652"/>
                  </a:lnTo>
                  <a:lnTo>
                    <a:pt x="22053" y="271973"/>
                  </a:lnTo>
                  <a:lnTo>
                    <a:pt x="2515" y="328648"/>
                  </a:lnTo>
                  <a:lnTo>
                    <a:pt x="0" y="358013"/>
                  </a:lnTo>
                  <a:lnTo>
                    <a:pt x="2515" y="387372"/>
                  </a:lnTo>
                  <a:lnTo>
                    <a:pt x="22053" y="444037"/>
                  </a:lnTo>
                  <a:lnTo>
                    <a:pt x="59632" y="497351"/>
                  </a:lnTo>
                  <a:lnTo>
                    <a:pt x="113690" y="546577"/>
                  </a:lnTo>
                  <a:lnTo>
                    <a:pt x="146410" y="569426"/>
                  </a:lnTo>
                  <a:lnTo>
                    <a:pt x="182663" y="590977"/>
                  </a:lnTo>
                  <a:lnTo>
                    <a:pt x="222256" y="611138"/>
                  </a:lnTo>
                  <a:lnTo>
                    <a:pt x="264992" y="629815"/>
                  </a:lnTo>
                  <a:lnTo>
                    <a:pt x="310675" y="646918"/>
                  </a:lnTo>
                  <a:lnTo>
                    <a:pt x="359111" y="662354"/>
                  </a:lnTo>
                  <a:lnTo>
                    <a:pt x="410105" y="676030"/>
                  </a:lnTo>
                  <a:lnTo>
                    <a:pt x="463461" y="687856"/>
                  </a:lnTo>
                  <a:lnTo>
                    <a:pt x="518984" y="697737"/>
                  </a:lnTo>
                  <a:lnTo>
                    <a:pt x="576478" y="705584"/>
                  </a:lnTo>
                  <a:lnTo>
                    <a:pt x="635748" y="711302"/>
                  </a:lnTo>
                  <a:lnTo>
                    <a:pt x="696600" y="714801"/>
                  </a:lnTo>
                  <a:lnTo>
                    <a:pt x="758837" y="715987"/>
                  </a:lnTo>
                  <a:lnTo>
                    <a:pt x="821074" y="714801"/>
                  </a:lnTo>
                  <a:lnTo>
                    <a:pt x="881926" y="711302"/>
                  </a:lnTo>
                  <a:lnTo>
                    <a:pt x="941196" y="705584"/>
                  </a:lnTo>
                  <a:lnTo>
                    <a:pt x="998689" y="697737"/>
                  </a:lnTo>
                  <a:lnTo>
                    <a:pt x="1054211" y="687856"/>
                  </a:lnTo>
                  <a:lnTo>
                    <a:pt x="1107567" y="676030"/>
                  </a:lnTo>
                  <a:lnTo>
                    <a:pt x="1158559" y="662354"/>
                  </a:lnTo>
                  <a:lnTo>
                    <a:pt x="1206995" y="646918"/>
                  </a:lnTo>
                  <a:lnTo>
                    <a:pt x="1252677" y="629815"/>
                  </a:lnTo>
                  <a:lnTo>
                    <a:pt x="1295412" y="611138"/>
                  </a:lnTo>
                  <a:lnTo>
                    <a:pt x="1335004" y="590977"/>
                  </a:lnTo>
                  <a:lnTo>
                    <a:pt x="1371257" y="569426"/>
                  </a:lnTo>
                  <a:lnTo>
                    <a:pt x="1403976" y="546577"/>
                  </a:lnTo>
                  <a:lnTo>
                    <a:pt x="1458032" y="497351"/>
                  </a:lnTo>
                  <a:lnTo>
                    <a:pt x="1495609" y="444037"/>
                  </a:lnTo>
                  <a:lnTo>
                    <a:pt x="1515147" y="387372"/>
                  </a:lnTo>
                  <a:lnTo>
                    <a:pt x="1517662" y="358013"/>
                  </a:lnTo>
                  <a:lnTo>
                    <a:pt x="1515147" y="328648"/>
                  </a:lnTo>
                  <a:lnTo>
                    <a:pt x="1495609" y="271973"/>
                  </a:lnTo>
                  <a:lnTo>
                    <a:pt x="1458032" y="218652"/>
                  </a:lnTo>
                  <a:lnTo>
                    <a:pt x="1403976" y="169420"/>
                  </a:lnTo>
                  <a:lnTo>
                    <a:pt x="1371257" y="146569"/>
                  </a:lnTo>
                  <a:lnTo>
                    <a:pt x="1335004" y="125016"/>
                  </a:lnTo>
                  <a:lnTo>
                    <a:pt x="1295412" y="104854"/>
                  </a:lnTo>
                  <a:lnTo>
                    <a:pt x="1252677" y="86175"/>
                  </a:lnTo>
                  <a:lnTo>
                    <a:pt x="1206995" y="69071"/>
                  </a:lnTo>
                  <a:lnTo>
                    <a:pt x="1158559" y="53635"/>
                  </a:lnTo>
                  <a:lnTo>
                    <a:pt x="1107567" y="39958"/>
                  </a:lnTo>
                  <a:lnTo>
                    <a:pt x="1054211" y="28132"/>
                  </a:lnTo>
                  <a:lnTo>
                    <a:pt x="998689" y="18250"/>
                  </a:lnTo>
                  <a:lnTo>
                    <a:pt x="941196" y="10404"/>
                  </a:lnTo>
                  <a:lnTo>
                    <a:pt x="881926" y="4685"/>
                  </a:lnTo>
                  <a:lnTo>
                    <a:pt x="821074" y="1186"/>
                  </a:lnTo>
                  <a:lnTo>
                    <a:pt x="758837" y="0"/>
                  </a:lnTo>
                  <a:close/>
                </a:path>
              </a:pathLst>
            </a:custGeom>
            <a:solidFill>
              <a:srgbClr val="FFFFFF"/>
            </a:solidFill>
          </p:spPr>
          <p:txBody>
            <a:bodyPr wrap="square" lIns="0" tIns="0" rIns="0" bIns="0" rtlCol="0"/>
            <a:lstStyle/>
            <a:p>
              <a:endParaRPr/>
            </a:p>
          </p:txBody>
        </p:sp>
        <p:sp>
          <p:nvSpPr>
            <p:cNvPr id="31" name="object 31"/>
            <p:cNvSpPr/>
            <p:nvPr/>
          </p:nvSpPr>
          <p:spPr>
            <a:xfrm>
              <a:off x="831837" y="5222875"/>
              <a:ext cx="1518285" cy="716280"/>
            </a:xfrm>
            <a:custGeom>
              <a:avLst/>
              <a:gdLst/>
              <a:ahLst/>
              <a:cxnLst/>
              <a:rect l="l" t="t" r="r" b="b"/>
              <a:pathLst>
                <a:path w="1518285" h="716279">
                  <a:moveTo>
                    <a:pt x="0" y="358013"/>
                  </a:moveTo>
                  <a:lnTo>
                    <a:pt x="9931" y="299938"/>
                  </a:lnTo>
                  <a:lnTo>
                    <a:pt x="38685" y="244847"/>
                  </a:lnTo>
                  <a:lnTo>
                    <a:pt x="84699" y="193479"/>
                  </a:lnTo>
                  <a:lnTo>
                    <a:pt x="146410" y="146569"/>
                  </a:lnTo>
                  <a:lnTo>
                    <a:pt x="182663" y="125016"/>
                  </a:lnTo>
                  <a:lnTo>
                    <a:pt x="222256" y="104854"/>
                  </a:lnTo>
                  <a:lnTo>
                    <a:pt x="264992" y="86175"/>
                  </a:lnTo>
                  <a:lnTo>
                    <a:pt x="310675" y="69071"/>
                  </a:lnTo>
                  <a:lnTo>
                    <a:pt x="359111" y="53635"/>
                  </a:lnTo>
                  <a:lnTo>
                    <a:pt x="410105" y="39958"/>
                  </a:lnTo>
                  <a:lnTo>
                    <a:pt x="463461" y="28132"/>
                  </a:lnTo>
                  <a:lnTo>
                    <a:pt x="518984" y="18250"/>
                  </a:lnTo>
                  <a:lnTo>
                    <a:pt x="576478" y="10404"/>
                  </a:lnTo>
                  <a:lnTo>
                    <a:pt x="635748" y="4685"/>
                  </a:lnTo>
                  <a:lnTo>
                    <a:pt x="696600" y="1186"/>
                  </a:lnTo>
                  <a:lnTo>
                    <a:pt x="758837" y="0"/>
                  </a:lnTo>
                  <a:lnTo>
                    <a:pt x="821074" y="1186"/>
                  </a:lnTo>
                  <a:lnTo>
                    <a:pt x="881926" y="4685"/>
                  </a:lnTo>
                  <a:lnTo>
                    <a:pt x="941196" y="10404"/>
                  </a:lnTo>
                  <a:lnTo>
                    <a:pt x="998689" y="18250"/>
                  </a:lnTo>
                  <a:lnTo>
                    <a:pt x="1054211" y="28132"/>
                  </a:lnTo>
                  <a:lnTo>
                    <a:pt x="1107567" y="39958"/>
                  </a:lnTo>
                  <a:lnTo>
                    <a:pt x="1158559" y="53635"/>
                  </a:lnTo>
                  <a:lnTo>
                    <a:pt x="1206995" y="69071"/>
                  </a:lnTo>
                  <a:lnTo>
                    <a:pt x="1252677" y="86175"/>
                  </a:lnTo>
                  <a:lnTo>
                    <a:pt x="1295412" y="104854"/>
                  </a:lnTo>
                  <a:lnTo>
                    <a:pt x="1335004" y="125016"/>
                  </a:lnTo>
                  <a:lnTo>
                    <a:pt x="1371257" y="146569"/>
                  </a:lnTo>
                  <a:lnTo>
                    <a:pt x="1403976" y="169420"/>
                  </a:lnTo>
                  <a:lnTo>
                    <a:pt x="1458032" y="218652"/>
                  </a:lnTo>
                  <a:lnTo>
                    <a:pt x="1495609" y="271973"/>
                  </a:lnTo>
                  <a:lnTo>
                    <a:pt x="1515147" y="328648"/>
                  </a:lnTo>
                  <a:lnTo>
                    <a:pt x="1517662" y="358013"/>
                  </a:lnTo>
                  <a:lnTo>
                    <a:pt x="1515147" y="387372"/>
                  </a:lnTo>
                  <a:lnTo>
                    <a:pt x="1507731" y="416077"/>
                  </a:lnTo>
                  <a:lnTo>
                    <a:pt x="1478978" y="471159"/>
                  </a:lnTo>
                  <a:lnTo>
                    <a:pt x="1432966" y="522521"/>
                  </a:lnTo>
                  <a:lnTo>
                    <a:pt x="1371257" y="569426"/>
                  </a:lnTo>
                  <a:lnTo>
                    <a:pt x="1335004" y="590977"/>
                  </a:lnTo>
                  <a:lnTo>
                    <a:pt x="1295412" y="611138"/>
                  </a:lnTo>
                  <a:lnTo>
                    <a:pt x="1252677" y="629815"/>
                  </a:lnTo>
                  <a:lnTo>
                    <a:pt x="1206995" y="646918"/>
                  </a:lnTo>
                  <a:lnTo>
                    <a:pt x="1158559" y="662354"/>
                  </a:lnTo>
                  <a:lnTo>
                    <a:pt x="1107567" y="676030"/>
                  </a:lnTo>
                  <a:lnTo>
                    <a:pt x="1054211" y="687856"/>
                  </a:lnTo>
                  <a:lnTo>
                    <a:pt x="998689" y="697737"/>
                  </a:lnTo>
                  <a:lnTo>
                    <a:pt x="941196" y="705584"/>
                  </a:lnTo>
                  <a:lnTo>
                    <a:pt x="881926" y="711302"/>
                  </a:lnTo>
                  <a:lnTo>
                    <a:pt x="821074" y="714801"/>
                  </a:lnTo>
                  <a:lnTo>
                    <a:pt x="758837" y="715987"/>
                  </a:lnTo>
                  <a:lnTo>
                    <a:pt x="696600" y="714801"/>
                  </a:lnTo>
                  <a:lnTo>
                    <a:pt x="635748" y="711302"/>
                  </a:lnTo>
                  <a:lnTo>
                    <a:pt x="576478" y="705584"/>
                  </a:lnTo>
                  <a:lnTo>
                    <a:pt x="518984" y="697737"/>
                  </a:lnTo>
                  <a:lnTo>
                    <a:pt x="463461" y="687856"/>
                  </a:lnTo>
                  <a:lnTo>
                    <a:pt x="410105" y="676030"/>
                  </a:lnTo>
                  <a:lnTo>
                    <a:pt x="359111" y="662354"/>
                  </a:lnTo>
                  <a:lnTo>
                    <a:pt x="310675" y="646918"/>
                  </a:lnTo>
                  <a:lnTo>
                    <a:pt x="264992" y="629815"/>
                  </a:lnTo>
                  <a:lnTo>
                    <a:pt x="222256" y="611138"/>
                  </a:lnTo>
                  <a:lnTo>
                    <a:pt x="182663" y="590977"/>
                  </a:lnTo>
                  <a:lnTo>
                    <a:pt x="146410" y="569426"/>
                  </a:lnTo>
                  <a:lnTo>
                    <a:pt x="113690" y="546577"/>
                  </a:lnTo>
                  <a:lnTo>
                    <a:pt x="59632" y="497351"/>
                  </a:lnTo>
                  <a:lnTo>
                    <a:pt x="22053" y="444037"/>
                  </a:lnTo>
                  <a:lnTo>
                    <a:pt x="2515" y="387372"/>
                  </a:lnTo>
                  <a:lnTo>
                    <a:pt x="0" y="358013"/>
                  </a:lnTo>
                  <a:close/>
                </a:path>
              </a:pathLst>
            </a:custGeom>
            <a:ln w="9525">
              <a:solidFill>
                <a:srgbClr val="000000"/>
              </a:solidFill>
            </a:ln>
          </p:spPr>
          <p:txBody>
            <a:bodyPr wrap="square" lIns="0" tIns="0" rIns="0" bIns="0" rtlCol="0"/>
            <a:lstStyle/>
            <a:p>
              <a:endParaRPr/>
            </a:p>
          </p:txBody>
        </p:sp>
      </p:grpSp>
      <p:sp>
        <p:nvSpPr>
          <p:cNvPr id="32" name="object 32"/>
          <p:cNvSpPr txBox="1"/>
          <p:nvPr/>
        </p:nvSpPr>
        <p:spPr>
          <a:xfrm>
            <a:off x="1031544" y="5465775"/>
            <a:ext cx="1120140" cy="223520"/>
          </a:xfrm>
          <a:prstGeom prst="rect">
            <a:avLst/>
          </a:prstGeom>
        </p:spPr>
        <p:txBody>
          <a:bodyPr vert="horz" wrap="square" lIns="0" tIns="12065" rIns="0" bIns="0" rtlCol="0">
            <a:spAutoFit/>
          </a:bodyPr>
          <a:lstStyle/>
          <a:p>
            <a:pPr marL="12700">
              <a:lnSpc>
                <a:spcPct val="100000"/>
              </a:lnSpc>
              <a:spcBef>
                <a:spcPts val="95"/>
              </a:spcBef>
            </a:pPr>
            <a:r>
              <a:rPr sz="1300" b="1" dirty="0">
                <a:latin typeface="Arial"/>
                <a:cs typeface="Arial"/>
              </a:rPr>
              <a:t>Work</a:t>
            </a:r>
            <a:r>
              <a:rPr sz="1300" b="1" spc="-65" dirty="0">
                <a:latin typeface="Arial"/>
                <a:cs typeface="Arial"/>
              </a:rPr>
              <a:t> </a:t>
            </a:r>
            <a:r>
              <a:rPr sz="1300" b="1" spc="-10" dirty="0">
                <a:latin typeface="Arial"/>
                <a:cs typeface="Arial"/>
              </a:rPr>
              <a:t>Element</a:t>
            </a:r>
            <a:endParaRPr sz="1300">
              <a:latin typeface="Arial"/>
              <a:cs typeface="Arial"/>
            </a:endParaRPr>
          </a:p>
        </p:txBody>
      </p:sp>
      <p:sp>
        <p:nvSpPr>
          <p:cNvPr id="33" name="object 33"/>
          <p:cNvSpPr txBox="1"/>
          <p:nvPr/>
        </p:nvSpPr>
        <p:spPr>
          <a:xfrm>
            <a:off x="816660" y="6108903"/>
            <a:ext cx="1520825" cy="269240"/>
          </a:xfrm>
          <a:prstGeom prst="rect">
            <a:avLst/>
          </a:prstGeom>
        </p:spPr>
        <p:txBody>
          <a:bodyPr vert="horz" wrap="square" lIns="0" tIns="12065" rIns="0" bIns="0" rtlCol="0">
            <a:spAutoFit/>
          </a:bodyPr>
          <a:lstStyle/>
          <a:p>
            <a:pPr marL="12700">
              <a:lnSpc>
                <a:spcPct val="100000"/>
              </a:lnSpc>
              <a:spcBef>
                <a:spcPts val="95"/>
              </a:spcBef>
            </a:pPr>
            <a:r>
              <a:rPr sz="1600" b="1" dirty="0">
                <a:latin typeface="Arial"/>
                <a:cs typeface="Arial"/>
              </a:rPr>
              <a:t>Work</a:t>
            </a:r>
            <a:r>
              <a:rPr sz="1600" b="1" spc="-75" dirty="0">
                <a:latin typeface="Arial"/>
                <a:cs typeface="Arial"/>
              </a:rPr>
              <a:t> </a:t>
            </a:r>
            <a:r>
              <a:rPr sz="1600" b="1" spc="-10" dirty="0">
                <a:latin typeface="Arial"/>
                <a:cs typeface="Arial"/>
              </a:rPr>
              <a:t>Packages</a:t>
            </a:r>
            <a:endParaRPr sz="1600">
              <a:latin typeface="Arial"/>
              <a:cs typeface="Arial"/>
            </a:endParaRPr>
          </a:p>
        </p:txBody>
      </p:sp>
      <p:pic>
        <p:nvPicPr>
          <p:cNvPr id="34" name="object 34"/>
          <p:cNvPicPr/>
          <p:nvPr/>
        </p:nvPicPr>
        <p:blipFill>
          <a:blip r:embed="rId13" cstate="print"/>
          <a:stretch>
            <a:fillRect/>
          </a:stretch>
        </p:blipFill>
        <p:spPr>
          <a:xfrm>
            <a:off x="1509712" y="4821237"/>
            <a:ext cx="101600" cy="133350"/>
          </a:xfrm>
          <a:prstGeom prst="rect">
            <a:avLst/>
          </a:prstGeom>
        </p:spPr>
      </p:pic>
      <p:pic>
        <p:nvPicPr>
          <p:cNvPr id="35" name="object 35"/>
          <p:cNvPicPr/>
          <p:nvPr/>
        </p:nvPicPr>
        <p:blipFill>
          <a:blip r:embed="rId14" cstate="print"/>
          <a:stretch>
            <a:fillRect/>
          </a:stretch>
        </p:blipFill>
        <p:spPr>
          <a:xfrm>
            <a:off x="1508061" y="5003863"/>
            <a:ext cx="101600" cy="133350"/>
          </a:xfrm>
          <a:prstGeom prst="rect">
            <a:avLst/>
          </a:prstGeom>
        </p:spPr>
      </p:pic>
      <p:grpSp>
        <p:nvGrpSpPr>
          <p:cNvPr id="36" name="object 36"/>
          <p:cNvGrpSpPr/>
          <p:nvPr/>
        </p:nvGrpSpPr>
        <p:grpSpPr>
          <a:xfrm>
            <a:off x="574687" y="2201417"/>
            <a:ext cx="1957070" cy="2569210"/>
            <a:chOff x="574687" y="2201417"/>
            <a:chExt cx="1957070" cy="2569210"/>
          </a:xfrm>
        </p:grpSpPr>
        <p:sp>
          <p:nvSpPr>
            <p:cNvPr id="37" name="object 37"/>
            <p:cNvSpPr/>
            <p:nvPr/>
          </p:nvSpPr>
          <p:spPr>
            <a:xfrm>
              <a:off x="855624" y="2201417"/>
              <a:ext cx="671830" cy="511809"/>
            </a:xfrm>
            <a:custGeom>
              <a:avLst/>
              <a:gdLst/>
              <a:ahLst/>
              <a:cxnLst/>
              <a:rect l="l" t="t" r="r" b="b"/>
              <a:pathLst>
                <a:path w="671830" h="511810">
                  <a:moveTo>
                    <a:pt x="671550" y="511683"/>
                  </a:moveTo>
                  <a:lnTo>
                    <a:pt x="671283" y="494792"/>
                  </a:lnTo>
                  <a:lnTo>
                    <a:pt x="669518" y="380111"/>
                  </a:lnTo>
                  <a:lnTo>
                    <a:pt x="663041" y="373761"/>
                  </a:lnTo>
                  <a:lnTo>
                    <a:pt x="647293" y="374015"/>
                  </a:lnTo>
                  <a:lnTo>
                    <a:pt x="640943" y="380492"/>
                  </a:lnTo>
                  <a:lnTo>
                    <a:pt x="641769" y="434771"/>
                  </a:lnTo>
                  <a:lnTo>
                    <a:pt x="379755" y="1016"/>
                  </a:lnTo>
                  <a:lnTo>
                    <a:pt x="367525" y="8382"/>
                  </a:lnTo>
                  <a:lnTo>
                    <a:pt x="355993" y="0"/>
                  </a:lnTo>
                  <a:lnTo>
                    <a:pt x="36347" y="437642"/>
                  </a:lnTo>
                  <a:lnTo>
                    <a:pt x="41910" y="383667"/>
                  </a:lnTo>
                  <a:lnTo>
                    <a:pt x="36207" y="376682"/>
                  </a:lnTo>
                  <a:lnTo>
                    <a:pt x="28359" y="375793"/>
                  </a:lnTo>
                  <a:lnTo>
                    <a:pt x="20510" y="375031"/>
                  </a:lnTo>
                  <a:lnTo>
                    <a:pt x="13487" y="380746"/>
                  </a:lnTo>
                  <a:lnTo>
                    <a:pt x="0" y="511683"/>
                  </a:lnTo>
                  <a:lnTo>
                    <a:pt x="33134" y="497205"/>
                  </a:lnTo>
                  <a:lnTo>
                    <a:pt x="120611" y="458978"/>
                  </a:lnTo>
                  <a:lnTo>
                    <a:pt x="123913" y="450596"/>
                  </a:lnTo>
                  <a:lnTo>
                    <a:pt x="117589" y="436118"/>
                  </a:lnTo>
                  <a:lnTo>
                    <a:pt x="109169" y="432816"/>
                  </a:lnTo>
                  <a:lnTo>
                    <a:pt x="59423" y="454520"/>
                  </a:lnTo>
                  <a:lnTo>
                    <a:pt x="321284" y="95897"/>
                  </a:lnTo>
                  <a:lnTo>
                    <a:pt x="202577" y="430390"/>
                  </a:lnTo>
                  <a:lnTo>
                    <a:pt x="192493" y="377063"/>
                  </a:lnTo>
                  <a:lnTo>
                    <a:pt x="185026" y="371983"/>
                  </a:lnTo>
                  <a:lnTo>
                    <a:pt x="177266" y="373380"/>
                  </a:lnTo>
                  <a:lnTo>
                    <a:pt x="169519" y="374904"/>
                  </a:lnTo>
                  <a:lnTo>
                    <a:pt x="164426" y="382397"/>
                  </a:lnTo>
                  <a:lnTo>
                    <a:pt x="188899" y="511683"/>
                  </a:lnTo>
                  <a:lnTo>
                    <a:pt x="214884" y="489712"/>
                  </a:lnTo>
                  <a:lnTo>
                    <a:pt x="289433" y="426720"/>
                  </a:lnTo>
                  <a:lnTo>
                    <a:pt x="290182" y="417703"/>
                  </a:lnTo>
                  <a:lnTo>
                    <a:pt x="285089" y="411607"/>
                  </a:lnTo>
                  <a:lnTo>
                    <a:pt x="279996" y="405638"/>
                  </a:lnTo>
                  <a:lnTo>
                    <a:pt x="270979" y="404876"/>
                  </a:lnTo>
                  <a:lnTo>
                    <a:pt x="229501" y="439966"/>
                  </a:lnTo>
                  <a:lnTo>
                    <a:pt x="370903" y="41605"/>
                  </a:lnTo>
                  <a:lnTo>
                    <a:pt x="617245" y="449478"/>
                  </a:lnTo>
                  <a:lnTo>
                    <a:pt x="569696" y="423545"/>
                  </a:lnTo>
                  <a:lnTo>
                    <a:pt x="561060" y="426085"/>
                  </a:lnTo>
                  <a:lnTo>
                    <a:pt x="557250" y="433070"/>
                  </a:lnTo>
                  <a:lnTo>
                    <a:pt x="553440" y="439928"/>
                  </a:lnTo>
                  <a:lnTo>
                    <a:pt x="555980" y="448691"/>
                  </a:lnTo>
                  <a:lnTo>
                    <a:pt x="562965" y="452374"/>
                  </a:lnTo>
                  <a:lnTo>
                    <a:pt x="671550" y="511683"/>
                  </a:lnTo>
                  <a:close/>
                </a:path>
              </a:pathLst>
            </a:custGeom>
            <a:solidFill>
              <a:srgbClr val="FD8537"/>
            </a:solidFill>
          </p:spPr>
          <p:txBody>
            <a:bodyPr wrap="square" lIns="0" tIns="0" rIns="0" bIns="0" rtlCol="0"/>
            <a:lstStyle/>
            <a:p>
              <a:endParaRPr/>
            </a:p>
          </p:txBody>
        </p:sp>
        <p:pic>
          <p:nvPicPr>
            <p:cNvPr id="38" name="object 38"/>
            <p:cNvPicPr/>
            <p:nvPr/>
          </p:nvPicPr>
          <p:blipFill>
            <a:blip r:embed="rId15" cstate="print"/>
            <a:stretch>
              <a:fillRect/>
            </a:stretch>
          </p:blipFill>
          <p:spPr>
            <a:xfrm>
              <a:off x="1495361" y="4638738"/>
              <a:ext cx="131825" cy="131699"/>
            </a:xfrm>
            <a:prstGeom prst="rect">
              <a:avLst/>
            </a:prstGeom>
          </p:spPr>
        </p:pic>
        <p:pic>
          <p:nvPicPr>
            <p:cNvPr id="39" name="object 39"/>
            <p:cNvPicPr/>
            <p:nvPr/>
          </p:nvPicPr>
          <p:blipFill>
            <a:blip r:embed="rId16" cstate="print"/>
            <a:stretch>
              <a:fillRect/>
            </a:stretch>
          </p:blipFill>
          <p:spPr>
            <a:xfrm>
              <a:off x="598931" y="3912107"/>
              <a:ext cx="1530095" cy="728471"/>
            </a:xfrm>
            <a:prstGeom prst="rect">
              <a:avLst/>
            </a:prstGeom>
          </p:spPr>
        </p:pic>
        <p:pic>
          <p:nvPicPr>
            <p:cNvPr id="40" name="object 40"/>
            <p:cNvPicPr/>
            <p:nvPr/>
          </p:nvPicPr>
          <p:blipFill>
            <a:blip r:embed="rId17" cstate="print"/>
            <a:stretch>
              <a:fillRect/>
            </a:stretch>
          </p:blipFill>
          <p:spPr>
            <a:xfrm>
              <a:off x="716279" y="4126991"/>
              <a:ext cx="1341120" cy="249936"/>
            </a:xfrm>
            <a:prstGeom prst="rect">
              <a:avLst/>
            </a:prstGeom>
          </p:spPr>
        </p:pic>
        <p:sp>
          <p:nvSpPr>
            <p:cNvPr id="41" name="object 41"/>
            <p:cNvSpPr/>
            <p:nvPr/>
          </p:nvSpPr>
          <p:spPr>
            <a:xfrm>
              <a:off x="579450" y="3854450"/>
              <a:ext cx="1518285" cy="716280"/>
            </a:xfrm>
            <a:custGeom>
              <a:avLst/>
              <a:gdLst/>
              <a:ahLst/>
              <a:cxnLst/>
              <a:rect l="l" t="t" r="r" b="b"/>
              <a:pathLst>
                <a:path w="1518285" h="716279">
                  <a:moveTo>
                    <a:pt x="758875" y="0"/>
                  </a:moveTo>
                  <a:lnTo>
                    <a:pt x="696633" y="1186"/>
                  </a:lnTo>
                  <a:lnTo>
                    <a:pt x="635776" y="4685"/>
                  </a:lnTo>
                  <a:lnTo>
                    <a:pt x="576501" y="10404"/>
                  </a:lnTo>
                  <a:lnTo>
                    <a:pt x="519003" y="18250"/>
                  </a:lnTo>
                  <a:lnTo>
                    <a:pt x="463477" y="28132"/>
                  </a:lnTo>
                  <a:lnTo>
                    <a:pt x="410118" y="39958"/>
                  </a:lnTo>
                  <a:lnTo>
                    <a:pt x="359122" y="53635"/>
                  </a:lnTo>
                  <a:lnTo>
                    <a:pt x="310683" y="69071"/>
                  </a:lnTo>
                  <a:lnTo>
                    <a:pt x="264998" y="86175"/>
                  </a:lnTo>
                  <a:lnTo>
                    <a:pt x="222261" y="104854"/>
                  </a:lnTo>
                  <a:lnTo>
                    <a:pt x="182667" y="125016"/>
                  </a:lnTo>
                  <a:lnTo>
                    <a:pt x="146412" y="146569"/>
                  </a:lnTo>
                  <a:lnTo>
                    <a:pt x="113691" y="169420"/>
                  </a:lnTo>
                  <a:lnTo>
                    <a:pt x="59633" y="218652"/>
                  </a:lnTo>
                  <a:lnTo>
                    <a:pt x="22053" y="271973"/>
                  </a:lnTo>
                  <a:lnTo>
                    <a:pt x="2515" y="328648"/>
                  </a:lnTo>
                  <a:lnTo>
                    <a:pt x="0" y="358013"/>
                  </a:lnTo>
                  <a:lnTo>
                    <a:pt x="2515" y="387377"/>
                  </a:lnTo>
                  <a:lnTo>
                    <a:pt x="22053" y="444052"/>
                  </a:lnTo>
                  <a:lnTo>
                    <a:pt x="59633" y="497373"/>
                  </a:lnTo>
                  <a:lnTo>
                    <a:pt x="113691" y="546605"/>
                  </a:lnTo>
                  <a:lnTo>
                    <a:pt x="146412" y="569456"/>
                  </a:lnTo>
                  <a:lnTo>
                    <a:pt x="182667" y="591009"/>
                  </a:lnTo>
                  <a:lnTo>
                    <a:pt x="222261" y="611171"/>
                  </a:lnTo>
                  <a:lnTo>
                    <a:pt x="264998" y="629850"/>
                  </a:lnTo>
                  <a:lnTo>
                    <a:pt x="310683" y="646954"/>
                  </a:lnTo>
                  <a:lnTo>
                    <a:pt x="359122" y="662390"/>
                  </a:lnTo>
                  <a:lnTo>
                    <a:pt x="410118" y="676067"/>
                  </a:lnTo>
                  <a:lnTo>
                    <a:pt x="463477" y="687893"/>
                  </a:lnTo>
                  <a:lnTo>
                    <a:pt x="519003" y="697775"/>
                  </a:lnTo>
                  <a:lnTo>
                    <a:pt x="576501" y="705621"/>
                  </a:lnTo>
                  <a:lnTo>
                    <a:pt x="635776" y="711340"/>
                  </a:lnTo>
                  <a:lnTo>
                    <a:pt x="696633" y="714839"/>
                  </a:lnTo>
                  <a:lnTo>
                    <a:pt x="758875" y="716026"/>
                  </a:lnTo>
                  <a:lnTo>
                    <a:pt x="821112" y="714839"/>
                  </a:lnTo>
                  <a:lnTo>
                    <a:pt x="881964" y="711340"/>
                  </a:lnTo>
                  <a:lnTo>
                    <a:pt x="941234" y="705621"/>
                  </a:lnTo>
                  <a:lnTo>
                    <a:pt x="998727" y="697775"/>
                  </a:lnTo>
                  <a:lnTo>
                    <a:pt x="1054250" y="687893"/>
                  </a:lnTo>
                  <a:lnTo>
                    <a:pt x="1107605" y="676067"/>
                  </a:lnTo>
                  <a:lnTo>
                    <a:pt x="1158597" y="662390"/>
                  </a:lnTo>
                  <a:lnTo>
                    <a:pt x="1207033" y="646954"/>
                  </a:lnTo>
                  <a:lnTo>
                    <a:pt x="1252716" y="629850"/>
                  </a:lnTo>
                  <a:lnTo>
                    <a:pt x="1295450" y="611171"/>
                  </a:lnTo>
                  <a:lnTo>
                    <a:pt x="1335042" y="591009"/>
                  </a:lnTo>
                  <a:lnTo>
                    <a:pt x="1371295" y="569456"/>
                  </a:lnTo>
                  <a:lnTo>
                    <a:pt x="1404014" y="546605"/>
                  </a:lnTo>
                  <a:lnTo>
                    <a:pt x="1458070" y="497373"/>
                  </a:lnTo>
                  <a:lnTo>
                    <a:pt x="1495648" y="444052"/>
                  </a:lnTo>
                  <a:lnTo>
                    <a:pt x="1515185" y="387377"/>
                  </a:lnTo>
                  <a:lnTo>
                    <a:pt x="1517700" y="358013"/>
                  </a:lnTo>
                  <a:lnTo>
                    <a:pt x="1515185" y="328648"/>
                  </a:lnTo>
                  <a:lnTo>
                    <a:pt x="1495648" y="271973"/>
                  </a:lnTo>
                  <a:lnTo>
                    <a:pt x="1458070" y="218652"/>
                  </a:lnTo>
                  <a:lnTo>
                    <a:pt x="1404014" y="169420"/>
                  </a:lnTo>
                  <a:lnTo>
                    <a:pt x="1371295" y="146569"/>
                  </a:lnTo>
                  <a:lnTo>
                    <a:pt x="1335042" y="125016"/>
                  </a:lnTo>
                  <a:lnTo>
                    <a:pt x="1295450" y="104854"/>
                  </a:lnTo>
                  <a:lnTo>
                    <a:pt x="1252716" y="86175"/>
                  </a:lnTo>
                  <a:lnTo>
                    <a:pt x="1207033" y="69071"/>
                  </a:lnTo>
                  <a:lnTo>
                    <a:pt x="1158597" y="53635"/>
                  </a:lnTo>
                  <a:lnTo>
                    <a:pt x="1107605" y="39958"/>
                  </a:lnTo>
                  <a:lnTo>
                    <a:pt x="1054250" y="28132"/>
                  </a:lnTo>
                  <a:lnTo>
                    <a:pt x="998728" y="18250"/>
                  </a:lnTo>
                  <a:lnTo>
                    <a:pt x="941234" y="10404"/>
                  </a:lnTo>
                  <a:lnTo>
                    <a:pt x="881964" y="4685"/>
                  </a:lnTo>
                  <a:lnTo>
                    <a:pt x="821112" y="1186"/>
                  </a:lnTo>
                  <a:lnTo>
                    <a:pt x="758875" y="0"/>
                  </a:lnTo>
                  <a:close/>
                </a:path>
              </a:pathLst>
            </a:custGeom>
            <a:solidFill>
              <a:srgbClr val="FFFFFF"/>
            </a:solidFill>
          </p:spPr>
          <p:txBody>
            <a:bodyPr wrap="square" lIns="0" tIns="0" rIns="0" bIns="0" rtlCol="0"/>
            <a:lstStyle/>
            <a:p>
              <a:endParaRPr/>
            </a:p>
          </p:txBody>
        </p:sp>
        <p:sp>
          <p:nvSpPr>
            <p:cNvPr id="42" name="object 42"/>
            <p:cNvSpPr/>
            <p:nvPr/>
          </p:nvSpPr>
          <p:spPr>
            <a:xfrm>
              <a:off x="579450" y="3854450"/>
              <a:ext cx="1518285" cy="716280"/>
            </a:xfrm>
            <a:custGeom>
              <a:avLst/>
              <a:gdLst/>
              <a:ahLst/>
              <a:cxnLst/>
              <a:rect l="l" t="t" r="r" b="b"/>
              <a:pathLst>
                <a:path w="1518285" h="716279">
                  <a:moveTo>
                    <a:pt x="0" y="358013"/>
                  </a:moveTo>
                  <a:lnTo>
                    <a:pt x="9931" y="299938"/>
                  </a:lnTo>
                  <a:lnTo>
                    <a:pt x="38685" y="244847"/>
                  </a:lnTo>
                  <a:lnTo>
                    <a:pt x="84700" y="193479"/>
                  </a:lnTo>
                  <a:lnTo>
                    <a:pt x="146412" y="146569"/>
                  </a:lnTo>
                  <a:lnTo>
                    <a:pt x="182667" y="125016"/>
                  </a:lnTo>
                  <a:lnTo>
                    <a:pt x="222261" y="104854"/>
                  </a:lnTo>
                  <a:lnTo>
                    <a:pt x="264998" y="86175"/>
                  </a:lnTo>
                  <a:lnTo>
                    <a:pt x="310683" y="69071"/>
                  </a:lnTo>
                  <a:lnTo>
                    <a:pt x="359122" y="53635"/>
                  </a:lnTo>
                  <a:lnTo>
                    <a:pt x="410118" y="39958"/>
                  </a:lnTo>
                  <a:lnTo>
                    <a:pt x="463477" y="28132"/>
                  </a:lnTo>
                  <a:lnTo>
                    <a:pt x="519003" y="18250"/>
                  </a:lnTo>
                  <a:lnTo>
                    <a:pt x="576501" y="10404"/>
                  </a:lnTo>
                  <a:lnTo>
                    <a:pt x="635776" y="4685"/>
                  </a:lnTo>
                  <a:lnTo>
                    <a:pt x="696633" y="1186"/>
                  </a:lnTo>
                  <a:lnTo>
                    <a:pt x="758875" y="0"/>
                  </a:lnTo>
                  <a:lnTo>
                    <a:pt x="821112" y="1186"/>
                  </a:lnTo>
                  <a:lnTo>
                    <a:pt x="881964" y="4685"/>
                  </a:lnTo>
                  <a:lnTo>
                    <a:pt x="941234" y="10404"/>
                  </a:lnTo>
                  <a:lnTo>
                    <a:pt x="998728" y="18250"/>
                  </a:lnTo>
                  <a:lnTo>
                    <a:pt x="1054250" y="28132"/>
                  </a:lnTo>
                  <a:lnTo>
                    <a:pt x="1107605" y="39958"/>
                  </a:lnTo>
                  <a:lnTo>
                    <a:pt x="1158597" y="53635"/>
                  </a:lnTo>
                  <a:lnTo>
                    <a:pt x="1207033" y="69071"/>
                  </a:lnTo>
                  <a:lnTo>
                    <a:pt x="1252716" y="86175"/>
                  </a:lnTo>
                  <a:lnTo>
                    <a:pt x="1295450" y="104854"/>
                  </a:lnTo>
                  <a:lnTo>
                    <a:pt x="1335042" y="125016"/>
                  </a:lnTo>
                  <a:lnTo>
                    <a:pt x="1371295" y="146569"/>
                  </a:lnTo>
                  <a:lnTo>
                    <a:pt x="1404014" y="169420"/>
                  </a:lnTo>
                  <a:lnTo>
                    <a:pt x="1458070" y="218652"/>
                  </a:lnTo>
                  <a:lnTo>
                    <a:pt x="1495648" y="271973"/>
                  </a:lnTo>
                  <a:lnTo>
                    <a:pt x="1515185" y="328648"/>
                  </a:lnTo>
                  <a:lnTo>
                    <a:pt x="1517700" y="358013"/>
                  </a:lnTo>
                  <a:lnTo>
                    <a:pt x="1515185" y="387377"/>
                  </a:lnTo>
                  <a:lnTo>
                    <a:pt x="1507769" y="416087"/>
                  </a:lnTo>
                  <a:lnTo>
                    <a:pt x="1479016" y="471178"/>
                  </a:lnTo>
                  <a:lnTo>
                    <a:pt x="1433004" y="522546"/>
                  </a:lnTo>
                  <a:lnTo>
                    <a:pt x="1371295" y="569456"/>
                  </a:lnTo>
                  <a:lnTo>
                    <a:pt x="1335042" y="591009"/>
                  </a:lnTo>
                  <a:lnTo>
                    <a:pt x="1295450" y="611171"/>
                  </a:lnTo>
                  <a:lnTo>
                    <a:pt x="1252716" y="629850"/>
                  </a:lnTo>
                  <a:lnTo>
                    <a:pt x="1207033" y="646954"/>
                  </a:lnTo>
                  <a:lnTo>
                    <a:pt x="1158597" y="662390"/>
                  </a:lnTo>
                  <a:lnTo>
                    <a:pt x="1107605" y="676067"/>
                  </a:lnTo>
                  <a:lnTo>
                    <a:pt x="1054250" y="687893"/>
                  </a:lnTo>
                  <a:lnTo>
                    <a:pt x="998727" y="697775"/>
                  </a:lnTo>
                  <a:lnTo>
                    <a:pt x="941234" y="705621"/>
                  </a:lnTo>
                  <a:lnTo>
                    <a:pt x="881964" y="711340"/>
                  </a:lnTo>
                  <a:lnTo>
                    <a:pt x="821112" y="714839"/>
                  </a:lnTo>
                  <a:lnTo>
                    <a:pt x="758875" y="716026"/>
                  </a:lnTo>
                  <a:lnTo>
                    <a:pt x="696633" y="714839"/>
                  </a:lnTo>
                  <a:lnTo>
                    <a:pt x="635776" y="711340"/>
                  </a:lnTo>
                  <a:lnTo>
                    <a:pt x="576501" y="705621"/>
                  </a:lnTo>
                  <a:lnTo>
                    <a:pt x="519003" y="697775"/>
                  </a:lnTo>
                  <a:lnTo>
                    <a:pt x="463477" y="687893"/>
                  </a:lnTo>
                  <a:lnTo>
                    <a:pt x="410118" y="676067"/>
                  </a:lnTo>
                  <a:lnTo>
                    <a:pt x="359122" y="662390"/>
                  </a:lnTo>
                  <a:lnTo>
                    <a:pt x="310683" y="646954"/>
                  </a:lnTo>
                  <a:lnTo>
                    <a:pt x="264998" y="629850"/>
                  </a:lnTo>
                  <a:lnTo>
                    <a:pt x="222261" y="611171"/>
                  </a:lnTo>
                  <a:lnTo>
                    <a:pt x="182667" y="591009"/>
                  </a:lnTo>
                  <a:lnTo>
                    <a:pt x="146412" y="569456"/>
                  </a:lnTo>
                  <a:lnTo>
                    <a:pt x="113691" y="546605"/>
                  </a:lnTo>
                  <a:lnTo>
                    <a:pt x="59633" y="497373"/>
                  </a:lnTo>
                  <a:lnTo>
                    <a:pt x="22053" y="444052"/>
                  </a:lnTo>
                  <a:lnTo>
                    <a:pt x="2515" y="387377"/>
                  </a:lnTo>
                  <a:lnTo>
                    <a:pt x="0" y="358013"/>
                  </a:lnTo>
                  <a:close/>
                </a:path>
              </a:pathLst>
            </a:custGeom>
            <a:ln w="9525">
              <a:solidFill>
                <a:srgbClr val="000000"/>
              </a:solidFill>
            </a:ln>
          </p:spPr>
          <p:txBody>
            <a:bodyPr wrap="square" lIns="0" tIns="0" rIns="0" bIns="0" rtlCol="0"/>
            <a:lstStyle/>
            <a:p>
              <a:endParaRPr/>
            </a:p>
          </p:txBody>
        </p:sp>
        <p:pic>
          <p:nvPicPr>
            <p:cNvPr id="43" name="object 43"/>
            <p:cNvPicPr/>
            <p:nvPr/>
          </p:nvPicPr>
          <p:blipFill>
            <a:blip r:embed="rId9" cstate="print"/>
            <a:stretch>
              <a:fillRect/>
            </a:stretch>
          </p:blipFill>
          <p:spPr>
            <a:xfrm>
              <a:off x="787907" y="3912107"/>
              <a:ext cx="1530096" cy="728471"/>
            </a:xfrm>
            <a:prstGeom prst="rect">
              <a:avLst/>
            </a:prstGeom>
          </p:spPr>
        </p:pic>
        <p:pic>
          <p:nvPicPr>
            <p:cNvPr id="44" name="object 44"/>
            <p:cNvPicPr/>
            <p:nvPr/>
          </p:nvPicPr>
          <p:blipFill>
            <a:blip r:embed="rId18" cstate="print"/>
            <a:stretch>
              <a:fillRect/>
            </a:stretch>
          </p:blipFill>
          <p:spPr>
            <a:xfrm>
              <a:off x="905255" y="4126991"/>
              <a:ext cx="1341120" cy="249936"/>
            </a:xfrm>
            <a:prstGeom prst="rect">
              <a:avLst/>
            </a:prstGeom>
          </p:spPr>
        </p:pic>
        <p:sp>
          <p:nvSpPr>
            <p:cNvPr id="45" name="object 45"/>
            <p:cNvSpPr/>
            <p:nvPr/>
          </p:nvSpPr>
          <p:spPr>
            <a:xfrm>
              <a:off x="768337" y="3854450"/>
              <a:ext cx="1518285" cy="716280"/>
            </a:xfrm>
            <a:custGeom>
              <a:avLst/>
              <a:gdLst/>
              <a:ahLst/>
              <a:cxnLst/>
              <a:rect l="l" t="t" r="r" b="b"/>
              <a:pathLst>
                <a:path w="1518285" h="716279">
                  <a:moveTo>
                    <a:pt x="758837" y="0"/>
                  </a:moveTo>
                  <a:lnTo>
                    <a:pt x="696600" y="1186"/>
                  </a:lnTo>
                  <a:lnTo>
                    <a:pt x="635748" y="4685"/>
                  </a:lnTo>
                  <a:lnTo>
                    <a:pt x="576478" y="10404"/>
                  </a:lnTo>
                  <a:lnTo>
                    <a:pt x="518984" y="18250"/>
                  </a:lnTo>
                  <a:lnTo>
                    <a:pt x="463461" y="28132"/>
                  </a:lnTo>
                  <a:lnTo>
                    <a:pt x="410105" y="39958"/>
                  </a:lnTo>
                  <a:lnTo>
                    <a:pt x="359111" y="53635"/>
                  </a:lnTo>
                  <a:lnTo>
                    <a:pt x="310675" y="69071"/>
                  </a:lnTo>
                  <a:lnTo>
                    <a:pt x="264992" y="86175"/>
                  </a:lnTo>
                  <a:lnTo>
                    <a:pt x="222256" y="104854"/>
                  </a:lnTo>
                  <a:lnTo>
                    <a:pt x="182663" y="125016"/>
                  </a:lnTo>
                  <a:lnTo>
                    <a:pt x="146410" y="146569"/>
                  </a:lnTo>
                  <a:lnTo>
                    <a:pt x="113690" y="169420"/>
                  </a:lnTo>
                  <a:lnTo>
                    <a:pt x="59632" y="218652"/>
                  </a:lnTo>
                  <a:lnTo>
                    <a:pt x="22053" y="271973"/>
                  </a:lnTo>
                  <a:lnTo>
                    <a:pt x="2515" y="328648"/>
                  </a:lnTo>
                  <a:lnTo>
                    <a:pt x="0" y="358013"/>
                  </a:lnTo>
                  <a:lnTo>
                    <a:pt x="2515" y="387377"/>
                  </a:lnTo>
                  <a:lnTo>
                    <a:pt x="22053" y="444052"/>
                  </a:lnTo>
                  <a:lnTo>
                    <a:pt x="59632" y="497373"/>
                  </a:lnTo>
                  <a:lnTo>
                    <a:pt x="113690" y="546605"/>
                  </a:lnTo>
                  <a:lnTo>
                    <a:pt x="146410" y="569456"/>
                  </a:lnTo>
                  <a:lnTo>
                    <a:pt x="182663" y="591009"/>
                  </a:lnTo>
                  <a:lnTo>
                    <a:pt x="222256" y="611171"/>
                  </a:lnTo>
                  <a:lnTo>
                    <a:pt x="264992" y="629850"/>
                  </a:lnTo>
                  <a:lnTo>
                    <a:pt x="310675" y="646954"/>
                  </a:lnTo>
                  <a:lnTo>
                    <a:pt x="359111" y="662390"/>
                  </a:lnTo>
                  <a:lnTo>
                    <a:pt x="410105" y="676067"/>
                  </a:lnTo>
                  <a:lnTo>
                    <a:pt x="463461" y="687893"/>
                  </a:lnTo>
                  <a:lnTo>
                    <a:pt x="518984" y="697775"/>
                  </a:lnTo>
                  <a:lnTo>
                    <a:pt x="576478" y="705621"/>
                  </a:lnTo>
                  <a:lnTo>
                    <a:pt x="635748" y="711340"/>
                  </a:lnTo>
                  <a:lnTo>
                    <a:pt x="696600" y="714839"/>
                  </a:lnTo>
                  <a:lnTo>
                    <a:pt x="758837" y="716026"/>
                  </a:lnTo>
                  <a:lnTo>
                    <a:pt x="821074" y="714839"/>
                  </a:lnTo>
                  <a:lnTo>
                    <a:pt x="881926" y="711340"/>
                  </a:lnTo>
                  <a:lnTo>
                    <a:pt x="941196" y="705621"/>
                  </a:lnTo>
                  <a:lnTo>
                    <a:pt x="998689" y="697775"/>
                  </a:lnTo>
                  <a:lnTo>
                    <a:pt x="1054211" y="687893"/>
                  </a:lnTo>
                  <a:lnTo>
                    <a:pt x="1107567" y="676067"/>
                  </a:lnTo>
                  <a:lnTo>
                    <a:pt x="1158559" y="662390"/>
                  </a:lnTo>
                  <a:lnTo>
                    <a:pt x="1206995" y="646954"/>
                  </a:lnTo>
                  <a:lnTo>
                    <a:pt x="1252677" y="629850"/>
                  </a:lnTo>
                  <a:lnTo>
                    <a:pt x="1295412" y="611171"/>
                  </a:lnTo>
                  <a:lnTo>
                    <a:pt x="1335004" y="591009"/>
                  </a:lnTo>
                  <a:lnTo>
                    <a:pt x="1371257" y="569456"/>
                  </a:lnTo>
                  <a:lnTo>
                    <a:pt x="1403976" y="546605"/>
                  </a:lnTo>
                  <a:lnTo>
                    <a:pt x="1458032" y="497373"/>
                  </a:lnTo>
                  <a:lnTo>
                    <a:pt x="1495609" y="444052"/>
                  </a:lnTo>
                  <a:lnTo>
                    <a:pt x="1515147" y="387377"/>
                  </a:lnTo>
                  <a:lnTo>
                    <a:pt x="1517662" y="358013"/>
                  </a:lnTo>
                  <a:lnTo>
                    <a:pt x="1515147" y="328648"/>
                  </a:lnTo>
                  <a:lnTo>
                    <a:pt x="1495609" y="271973"/>
                  </a:lnTo>
                  <a:lnTo>
                    <a:pt x="1458032" y="218652"/>
                  </a:lnTo>
                  <a:lnTo>
                    <a:pt x="1403976" y="169420"/>
                  </a:lnTo>
                  <a:lnTo>
                    <a:pt x="1371257" y="146569"/>
                  </a:lnTo>
                  <a:lnTo>
                    <a:pt x="1335004" y="125016"/>
                  </a:lnTo>
                  <a:lnTo>
                    <a:pt x="1295412" y="104854"/>
                  </a:lnTo>
                  <a:lnTo>
                    <a:pt x="1252677" y="86175"/>
                  </a:lnTo>
                  <a:lnTo>
                    <a:pt x="1206995" y="69071"/>
                  </a:lnTo>
                  <a:lnTo>
                    <a:pt x="1158559" y="53635"/>
                  </a:lnTo>
                  <a:lnTo>
                    <a:pt x="1107567" y="39958"/>
                  </a:lnTo>
                  <a:lnTo>
                    <a:pt x="1054211" y="28132"/>
                  </a:lnTo>
                  <a:lnTo>
                    <a:pt x="998689" y="18250"/>
                  </a:lnTo>
                  <a:lnTo>
                    <a:pt x="941196" y="10404"/>
                  </a:lnTo>
                  <a:lnTo>
                    <a:pt x="881926" y="4685"/>
                  </a:lnTo>
                  <a:lnTo>
                    <a:pt x="821074" y="1186"/>
                  </a:lnTo>
                  <a:lnTo>
                    <a:pt x="758837" y="0"/>
                  </a:lnTo>
                  <a:close/>
                </a:path>
              </a:pathLst>
            </a:custGeom>
            <a:solidFill>
              <a:srgbClr val="FFFFFF"/>
            </a:solidFill>
          </p:spPr>
          <p:txBody>
            <a:bodyPr wrap="square" lIns="0" tIns="0" rIns="0" bIns="0" rtlCol="0"/>
            <a:lstStyle/>
            <a:p>
              <a:endParaRPr/>
            </a:p>
          </p:txBody>
        </p:sp>
        <p:sp>
          <p:nvSpPr>
            <p:cNvPr id="46" name="object 46"/>
            <p:cNvSpPr/>
            <p:nvPr/>
          </p:nvSpPr>
          <p:spPr>
            <a:xfrm>
              <a:off x="768337" y="3854450"/>
              <a:ext cx="1518285" cy="716280"/>
            </a:xfrm>
            <a:custGeom>
              <a:avLst/>
              <a:gdLst/>
              <a:ahLst/>
              <a:cxnLst/>
              <a:rect l="l" t="t" r="r" b="b"/>
              <a:pathLst>
                <a:path w="1518285" h="716279">
                  <a:moveTo>
                    <a:pt x="0" y="358013"/>
                  </a:moveTo>
                  <a:lnTo>
                    <a:pt x="9931" y="299938"/>
                  </a:lnTo>
                  <a:lnTo>
                    <a:pt x="38685" y="244847"/>
                  </a:lnTo>
                  <a:lnTo>
                    <a:pt x="84699" y="193479"/>
                  </a:lnTo>
                  <a:lnTo>
                    <a:pt x="146410" y="146569"/>
                  </a:lnTo>
                  <a:lnTo>
                    <a:pt x="182663" y="125016"/>
                  </a:lnTo>
                  <a:lnTo>
                    <a:pt x="222256" y="104854"/>
                  </a:lnTo>
                  <a:lnTo>
                    <a:pt x="264992" y="86175"/>
                  </a:lnTo>
                  <a:lnTo>
                    <a:pt x="310675" y="69071"/>
                  </a:lnTo>
                  <a:lnTo>
                    <a:pt x="359111" y="53635"/>
                  </a:lnTo>
                  <a:lnTo>
                    <a:pt x="410105" y="39958"/>
                  </a:lnTo>
                  <a:lnTo>
                    <a:pt x="463461" y="28132"/>
                  </a:lnTo>
                  <a:lnTo>
                    <a:pt x="518984" y="18250"/>
                  </a:lnTo>
                  <a:lnTo>
                    <a:pt x="576478" y="10404"/>
                  </a:lnTo>
                  <a:lnTo>
                    <a:pt x="635748" y="4685"/>
                  </a:lnTo>
                  <a:lnTo>
                    <a:pt x="696600" y="1186"/>
                  </a:lnTo>
                  <a:lnTo>
                    <a:pt x="758837" y="0"/>
                  </a:lnTo>
                  <a:lnTo>
                    <a:pt x="821074" y="1186"/>
                  </a:lnTo>
                  <a:lnTo>
                    <a:pt x="881926" y="4685"/>
                  </a:lnTo>
                  <a:lnTo>
                    <a:pt x="941196" y="10404"/>
                  </a:lnTo>
                  <a:lnTo>
                    <a:pt x="998689" y="18250"/>
                  </a:lnTo>
                  <a:lnTo>
                    <a:pt x="1054211" y="28132"/>
                  </a:lnTo>
                  <a:lnTo>
                    <a:pt x="1107567" y="39958"/>
                  </a:lnTo>
                  <a:lnTo>
                    <a:pt x="1158559" y="53635"/>
                  </a:lnTo>
                  <a:lnTo>
                    <a:pt x="1206995" y="69071"/>
                  </a:lnTo>
                  <a:lnTo>
                    <a:pt x="1252677" y="86175"/>
                  </a:lnTo>
                  <a:lnTo>
                    <a:pt x="1295412" y="104854"/>
                  </a:lnTo>
                  <a:lnTo>
                    <a:pt x="1335004" y="125016"/>
                  </a:lnTo>
                  <a:lnTo>
                    <a:pt x="1371257" y="146569"/>
                  </a:lnTo>
                  <a:lnTo>
                    <a:pt x="1403976" y="169420"/>
                  </a:lnTo>
                  <a:lnTo>
                    <a:pt x="1458032" y="218652"/>
                  </a:lnTo>
                  <a:lnTo>
                    <a:pt x="1495609" y="271973"/>
                  </a:lnTo>
                  <a:lnTo>
                    <a:pt x="1515147" y="328648"/>
                  </a:lnTo>
                  <a:lnTo>
                    <a:pt x="1517662" y="358013"/>
                  </a:lnTo>
                  <a:lnTo>
                    <a:pt x="1515147" y="387377"/>
                  </a:lnTo>
                  <a:lnTo>
                    <a:pt x="1507731" y="416087"/>
                  </a:lnTo>
                  <a:lnTo>
                    <a:pt x="1478978" y="471178"/>
                  </a:lnTo>
                  <a:lnTo>
                    <a:pt x="1432966" y="522546"/>
                  </a:lnTo>
                  <a:lnTo>
                    <a:pt x="1371257" y="569456"/>
                  </a:lnTo>
                  <a:lnTo>
                    <a:pt x="1335004" y="591009"/>
                  </a:lnTo>
                  <a:lnTo>
                    <a:pt x="1295412" y="611171"/>
                  </a:lnTo>
                  <a:lnTo>
                    <a:pt x="1252677" y="629850"/>
                  </a:lnTo>
                  <a:lnTo>
                    <a:pt x="1206995" y="646954"/>
                  </a:lnTo>
                  <a:lnTo>
                    <a:pt x="1158559" y="662390"/>
                  </a:lnTo>
                  <a:lnTo>
                    <a:pt x="1107567" y="676067"/>
                  </a:lnTo>
                  <a:lnTo>
                    <a:pt x="1054211" y="687893"/>
                  </a:lnTo>
                  <a:lnTo>
                    <a:pt x="998689" y="697775"/>
                  </a:lnTo>
                  <a:lnTo>
                    <a:pt x="941196" y="705621"/>
                  </a:lnTo>
                  <a:lnTo>
                    <a:pt x="881926" y="711340"/>
                  </a:lnTo>
                  <a:lnTo>
                    <a:pt x="821074" y="714839"/>
                  </a:lnTo>
                  <a:lnTo>
                    <a:pt x="758837" y="716026"/>
                  </a:lnTo>
                  <a:lnTo>
                    <a:pt x="696600" y="714839"/>
                  </a:lnTo>
                  <a:lnTo>
                    <a:pt x="635748" y="711340"/>
                  </a:lnTo>
                  <a:lnTo>
                    <a:pt x="576478" y="705621"/>
                  </a:lnTo>
                  <a:lnTo>
                    <a:pt x="518984" y="697775"/>
                  </a:lnTo>
                  <a:lnTo>
                    <a:pt x="463461" y="687893"/>
                  </a:lnTo>
                  <a:lnTo>
                    <a:pt x="410105" y="676067"/>
                  </a:lnTo>
                  <a:lnTo>
                    <a:pt x="359111" y="662390"/>
                  </a:lnTo>
                  <a:lnTo>
                    <a:pt x="310675" y="646954"/>
                  </a:lnTo>
                  <a:lnTo>
                    <a:pt x="264992" y="629850"/>
                  </a:lnTo>
                  <a:lnTo>
                    <a:pt x="222256" y="611171"/>
                  </a:lnTo>
                  <a:lnTo>
                    <a:pt x="182663" y="591009"/>
                  </a:lnTo>
                  <a:lnTo>
                    <a:pt x="146410" y="569456"/>
                  </a:lnTo>
                  <a:lnTo>
                    <a:pt x="113690" y="546605"/>
                  </a:lnTo>
                  <a:lnTo>
                    <a:pt x="59632" y="497373"/>
                  </a:lnTo>
                  <a:lnTo>
                    <a:pt x="22053" y="444052"/>
                  </a:lnTo>
                  <a:lnTo>
                    <a:pt x="2515" y="387377"/>
                  </a:lnTo>
                  <a:lnTo>
                    <a:pt x="0" y="358013"/>
                  </a:lnTo>
                  <a:close/>
                </a:path>
              </a:pathLst>
            </a:custGeom>
            <a:ln w="9525">
              <a:solidFill>
                <a:srgbClr val="000000"/>
              </a:solidFill>
            </a:ln>
          </p:spPr>
          <p:txBody>
            <a:bodyPr wrap="square" lIns="0" tIns="0" rIns="0" bIns="0" rtlCol="0"/>
            <a:lstStyle/>
            <a:p>
              <a:endParaRPr/>
            </a:p>
          </p:txBody>
        </p:sp>
        <p:pic>
          <p:nvPicPr>
            <p:cNvPr id="47" name="object 47"/>
            <p:cNvPicPr/>
            <p:nvPr/>
          </p:nvPicPr>
          <p:blipFill>
            <a:blip r:embed="rId19" cstate="print"/>
            <a:stretch>
              <a:fillRect/>
            </a:stretch>
          </p:blipFill>
          <p:spPr>
            <a:xfrm>
              <a:off x="1001268" y="3912107"/>
              <a:ext cx="1530095" cy="728471"/>
            </a:xfrm>
            <a:prstGeom prst="rect">
              <a:avLst/>
            </a:prstGeom>
          </p:spPr>
        </p:pic>
        <p:pic>
          <p:nvPicPr>
            <p:cNvPr id="48" name="object 48"/>
            <p:cNvPicPr/>
            <p:nvPr/>
          </p:nvPicPr>
          <p:blipFill>
            <a:blip r:embed="rId20" cstate="print"/>
            <a:stretch>
              <a:fillRect/>
            </a:stretch>
          </p:blipFill>
          <p:spPr>
            <a:xfrm>
              <a:off x="1120140" y="4126991"/>
              <a:ext cx="1341120" cy="249936"/>
            </a:xfrm>
            <a:prstGeom prst="rect">
              <a:avLst/>
            </a:prstGeom>
          </p:spPr>
        </p:pic>
        <p:sp>
          <p:nvSpPr>
            <p:cNvPr id="49" name="object 49"/>
            <p:cNvSpPr/>
            <p:nvPr/>
          </p:nvSpPr>
          <p:spPr>
            <a:xfrm>
              <a:off x="982649" y="3854450"/>
              <a:ext cx="1517650" cy="716280"/>
            </a:xfrm>
            <a:custGeom>
              <a:avLst/>
              <a:gdLst/>
              <a:ahLst/>
              <a:cxnLst/>
              <a:rect l="l" t="t" r="r" b="b"/>
              <a:pathLst>
                <a:path w="1517650" h="716279">
                  <a:moveTo>
                    <a:pt x="758774" y="0"/>
                  </a:moveTo>
                  <a:lnTo>
                    <a:pt x="696537" y="1186"/>
                  </a:lnTo>
                  <a:lnTo>
                    <a:pt x="635687" y="4685"/>
                  </a:lnTo>
                  <a:lnTo>
                    <a:pt x="576418" y="10404"/>
                  </a:lnTo>
                  <a:lnTo>
                    <a:pt x="518927" y="18250"/>
                  </a:lnTo>
                  <a:lnTo>
                    <a:pt x="463407" y="28132"/>
                  </a:lnTo>
                  <a:lnTo>
                    <a:pt x="410055" y="39958"/>
                  </a:lnTo>
                  <a:lnTo>
                    <a:pt x="359066" y="53635"/>
                  </a:lnTo>
                  <a:lnTo>
                    <a:pt x="310634" y="69071"/>
                  </a:lnTo>
                  <a:lnTo>
                    <a:pt x="264955" y="86175"/>
                  </a:lnTo>
                  <a:lnTo>
                    <a:pt x="222224" y="104854"/>
                  </a:lnTo>
                  <a:lnTo>
                    <a:pt x="182636" y="125016"/>
                  </a:lnTo>
                  <a:lnTo>
                    <a:pt x="146387" y="146569"/>
                  </a:lnTo>
                  <a:lnTo>
                    <a:pt x="113672" y="169420"/>
                  </a:lnTo>
                  <a:lnTo>
                    <a:pt x="59622" y="218652"/>
                  </a:lnTo>
                  <a:lnTo>
                    <a:pt x="22049" y="271973"/>
                  </a:lnTo>
                  <a:lnTo>
                    <a:pt x="2515" y="328648"/>
                  </a:lnTo>
                  <a:lnTo>
                    <a:pt x="0" y="358013"/>
                  </a:lnTo>
                  <a:lnTo>
                    <a:pt x="2515" y="387377"/>
                  </a:lnTo>
                  <a:lnTo>
                    <a:pt x="22049" y="444052"/>
                  </a:lnTo>
                  <a:lnTo>
                    <a:pt x="59622" y="497373"/>
                  </a:lnTo>
                  <a:lnTo>
                    <a:pt x="113672" y="546605"/>
                  </a:lnTo>
                  <a:lnTo>
                    <a:pt x="146387" y="569456"/>
                  </a:lnTo>
                  <a:lnTo>
                    <a:pt x="182636" y="591009"/>
                  </a:lnTo>
                  <a:lnTo>
                    <a:pt x="222224" y="611171"/>
                  </a:lnTo>
                  <a:lnTo>
                    <a:pt x="264955" y="629850"/>
                  </a:lnTo>
                  <a:lnTo>
                    <a:pt x="310634" y="646954"/>
                  </a:lnTo>
                  <a:lnTo>
                    <a:pt x="359066" y="662390"/>
                  </a:lnTo>
                  <a:lnTo>
                    <a:pt x="410055" y="676067"/>
                  </a:lnTo>
                  <a:lnTo>
                    <a:pt x="463407" y="687893"/>
                  </a:lnTo>
                  <a:lnTo>
                    <a:pt x="518927" y="697775"/>
                  </a:lnTo>
                  <a:lnTo>
                    <a:pt x="576418" y="705621"/>
                  </a:lnTo>
                  <a:lnTo>
                    <a:pt x="635687" y="711340"/>
                  </a:lnTo>
                  <a:lnTo>
                    <a:pt x="696537" y="714839"/>
                  </a:lnTo>
                  <a:lnTo>
                    <a:pt x="758774" y="716026"/>
                  </a:lnTo>
                  <a:lnTo>
                    <a:pt x="821011" y="714839"/>
                  </a:lnTo>
                  <a:lnTo>
                    <a:pt x="881862" y="711340"/>
                  </a:lnTo>
                  <a:lnTo>
                    <a:pt x="941132" y="705621"/>
                  </a:lnTo>
                  <a:lnTo>
                    <a:pt x="998626" y="697775"/>
                  </a:lnTo>
                  <a:lnTo>
                    <a:pt x="1054148" y="687893"/>
                  </a:lnTo>
                  <a:lnTo>
                    <a:pt x="1107503" y="676067"/>
                  </a:lnTo>
                  <a:lnTo>
                    <a:pt x="1158496" y="662390"/>
                  </a:lnTo>
                  <a:lnTo>
                    <a:pt x="1206931" y="646954"/>
                  </a:lnTo>
                  <a:lnTo>
                    <a:pt x="1252614" y="629850"/>
                  </a:lnTo>
                  <a:lnTo>
                    <a:pt x="1295349" y="611171"/>
                  </a:lnTo>
                  <a:lnTo>
                    <a:pt x="1334940" y="591009"/>
                  </a:lnTo>
                  <a:lnTo>
                    <a:pt x="1371193" y="569456"/>
                  </a:lnTo>
                  <a:lnTo>
                    <a:pt x="1403912" y="546605"/>
                  </a:lnTo>
                  <a:lnTo>
                    <a:pt x="1457968" y="497373"/>
                  </a:lnTo>
                  <a:lnTo>
                    <a:pt x="1495546" y="444052"/>
                  </a:lnTo>
                  <a:lnTo>
                    <a:pt x="1515083" y="387377"/>
                  </a:lnTo>
                  <a:lnTo>
                    <a:pt x="1517599" y="358013"/>
                  </a:lnTo>
                  <a:lnTo>
                    <a:pt x="1515083" y="328648"/>
                  </a:lnTo>
                  <a:lnTo>
                    <a:pt x="1495546" y="271973"/>
                  </a:lnTo>
                  <a:lnTo>
                    <a:pt x="1457968" y="218652"/>
                  </a:lnTo>
                  <a:lnTo>
                    <a:pt x="1403912" y="169420"/>
                  </a:lnTo>
                  <a:lnTo>
                    <a:pt x="1371193" y="146569"/>
                  </a:lnTo>
                  <a:lnTo>
                    <a:pt x="1334940" y="125016"/>
                  </a:lnTo>
                  <a:lnTo>
                    <a:pt x="1295349" y="104854"/>
                  </a:lnTo>
                  <a:lnTo>
                    <a:pt x="1252614" y="86175"/>
                  </a:lnTo>
                  <a:lnTo>
                    <a:pt x="1206931" y="69071"/>
                  </a:lnTo>
                  <a:lnTo>
                    <a:pt x="1158496" y="53635"/>
                  </a:lnTo>
                  <a:lnTo>
                    <a:pt x="1107503" y="39958"/>
                  </a:lnTo>
                  <a:lnTo>
                    <a:pt x="1054148" y="28132"/>
                  </a:lnTo>
                  <a:lnTo>
                    <a:pt x="998626" y="18250"/>
                  </a:lnTo>
                  <a:lnTo>
                    <a:pt x="941132" y="10404"/>
                  </a:lnTo>
                  <a:lnTo>
                    <a:pt x="881862" y="4685"/>
                  </a:lnTo>
                  <a:lnTo>
                    <a:pt x="821011" y="1186"/>
                  </a:lnTo>
                  <a:lnTo>
                    <a:pt x="758774" y="0"/>
                  </a:lnTo>
                  <a:close/>
                </a:path>
              </a:pathLst>
            </a:custGeom>
            <a:solidFill>
              <a:srgbClr val="FFFFFF"/>
            </a:solidFill>
          </p:spPr>
          <p:txBody>
            <a:bodyPr wrap="square" lIns="0" tIns="0" rIns="0" bIns="0" rtlCol="0"/>
            <a:lstStyle/>
            <a:p>
              <a:endParaRPr/>
            </a:p>
          </p:txBody>
        </p:sp>
        <p:sp>
          <p:nvSpPr>
            <p:cNvPr id="50" name="object 50"/>
            <p:cNvSpPr/>
            <p:nvPr/>
          </p:nvSpPr>
          <p:spPr>
            <a:xfrm>
              <a:off x="982649" y="3854450"/>
              <a:ext cx="1517650" cy="716280"/>
            </a:xfrm>
            <a:custGeom>
              <a:avLst/>
              <a:gdLst/>
              <a:ahLst/>
              <a:cxnLst/>
              <a:rect l="l" t="t" r="r" b="b"/>
              <a:pathLst>
                <a:path w="1517650" h="716279">
                  <a:moveTo>
                    <a:pt x="0" y="358013"/>
                  </a:moveTo>
                  <a:lnTo>
                    <a:pt x="9929" y="299938"/>
                  </a:lnTo>
                  <a:lnTo>
                    <a:pt x="38678" y="244847"/>
                  </a:lnTo>
                  <a:lnTo>
                    <a:pt x="84685" y="193479"/>
                  </a:lnTo>
                  <a:lnTo>
                    <a:pt x="146387" y="146569"/>
                  </a:lnTo>
                  <a:lnTo>
                    <a:pt x="182636" y="125016"/>
                  </a:lnTo>
                  <a:lnTo>
                    <a:pt x="222224" y="104854"/>
                  </a:lnTo>
                  <a:lnTo>
                    <a:pt x="264955" y="86175"/>
                  </a:lnTo>
                  <a:lnTo>
                    <a:pt x="310634" y="69071"/>
                  </a:lnTo>
                  <a:lnTo>
                    <a:pt x="359066" y="53635"/>
                  </a:lnTo>
                  <a:lnTo>
                    <a:pt x="410055" y="39958"/>
                  </a:lnTo>
                  <a:lnTo>
                    <a:pt x="463407" y="28132"/>
                  </a:lnTo>
                  <a:lnTo>
                    <a:pt x="518927" y="18250"/>
                  </a:lnTo>
                  <a:lnTo>
                    <a:pt x="576418" y="10404"/>
                  </a:lnTo>
                  <a:lnTo>
                    <a:pt x="635687" y="4685"/>
                  </a:lnTo>
                  <a:lnTo>
                    <a:pt x="696537" y="1186"/>
                  </a:lnTo>
                  <a:lnTo>
                    <a:pt x="758774" y="0"/>
                  </a:lnTo>
                  <a:lnTo>
                    <a:pt x="821011" y="1186"/>
                  </a:lnTo>
                  <a:lnTo>
                    <a:pt x="881862" y="4685"/>
                  </a:lnTo>
                  <a:lnTo>
                    <a:pt x="941132" y="10404"/>
                  </a:lnTo>
                  <a:lnTo>
                    <a:pt x="998626" y="18250"/>
                  </a:lnTo>
                  <a:lnTo>
                    <a:pt x="1054148" y="28132"/>
                  </a:lnTo>
                  <a:lnTo>
                    <a:pt x="1107503" y="39958"/>
                  </a:lnTo>
                  <a:lnTo>
                    <a:pt x="1158496" y="53635"/>
                  </a:lnTo>
                  <a:lnTo>
                    <a:pt x="1206931" y="69071"/>
                  </a:lnTo>
                  <a:lnTo>
                    <a:pt x="1252614" y="86175"/>
                  </a:lnTo>
                  <a:lnTo>
                    <a:pt x="1295349" y="104854"/>
                  </a:lnTo>
                  <a:lnTo>
                    <a:pt x="1334940" y="125016"/>
                  </a:lnTo>
                  <a:lnTo>
                    <a:pt x="1371193" y="146569"/>
                  </a:lnTo>
                  <a:lnTo>
                    <a:pt x="1403912" y="169420"/>
                  </a:lnTo>
                  <a:lnTo>
                    <a:pt x="1457968" y="218652"/>
                  </a:lnTo>
                  <a:lnTo>
                    <a:pt x="1495546" y="271973"/>
                  </a:lnTo>
                  <a:lnTo>
                    <a:pt x="1515083" y="328648"/>
                  </a:lnTo>
                  <a:lnTo>
                    <a:pt x="1517599" y="358013"/>
                  </a:lnTo>
                  <a:lnTo>
                    <a:pt x="1515083" y="387377"/>
                  </a:lnTo>
                  <a:lnTo>
                    <a:pt x="1507667" y="416087"/>
                  </a:lnTo>
                  <a:lnTo>
                    <a:pt x="1478915" y="471178"/>
                  </a:lnTo>
                  <a:lnTo>
                    <a:pt x="1432902" y="522546"/>
                  </a:lnTo>
                  <a:lnTo>
                    <a:pt x="1371193" y="569456"/>
                  </a:lnTo>
                  <a:lnTo>
                    <a:pt x="1334940" y="591009"/>
                  </a:lnTo>
                  <a:lnTo>
                    <a:pt x="1295349" y="611171"/>
                  </a:lnTo>
                  <a:lnTo>
                    <a:pt x="1252614" y="629850"/>
                  </a:lnTo>
                  <a:lnTo>
                    <a:pt x="1206931" y="646954"/>
                  </a:lnTo>
                  <a:lnTo>
                    <a:pt x="1158496" y="662390"/>
                  </a:lnTo>
                  <a:lnTo>
                    <a:pt x="1107503" y="676067"/>
                  </a:lnTo>
                  <a:lnTo>
                    <a:pt x="1054148" y="687893"/>
                  </a:lnTo>
                  <a:lnTo>
                    <a:pt x="998626" y="697775"/>
                  </a:lnTo>
                  <a:lnTo>
                    <a:pt x="941132" y="705621"/>
                  </a:lnTo>
                  <a:lnTo>
                    <a:pt x="881862" y="711340"/>
                  </a:lnTo>
                  <a:lnTo>
                    <a:pt x="821011" y="714839"/>
                  </a:lnTo>
                  <a:lnTo>
                    <a:pt x="758774" y="716026"/>
                  </a:lnTo>
                  <a:lnTo>
                    <a:pt x="696537" y="714839"/>
                  </a:lnTo>
                  <a:lnTo>
                    <a:pt x="635687" y="711340"/>
                  </a:lnTo>
                  <a:lnTo>
                    <a:pt x="576418" y="705621"/>
                  </a:lnTo>
                  <a:lnTo>
                    <a:pt x="518927" y="697775"/>
                  </a:lnTo>
                  <a:lnTo>
                    <a:pt x="463407" y="687893"/>
                  </a:lnTo>
                  <a:lnTo>
                    <a:pt x="410055" y="676067"/>
                  </a:lnTo>
                  <a:lnTo>
                    <a:pt x="359066" y="662390"/>
                  </a:lnTo>
                  <a:lnTo>
                    <a:pt x="310634" y="646954"/>
                  </a:lnTo>
                  <a:lnTo>
                    <a:pt x="264955" y="629850"/>
                  </a:lnTo>
                  <a:lnTo>
                    <a:pt x="222224" y="611171"/>
                  </a:lnTo>
                  <a:lnTo>
                    <a:pt x="182636" y="591009"/>
                  </a:lnTo>
                  <a:lnTo>
                    <a:pt x="146387" y="569456"/>
                  </a:lnTo>
                  <a:lnTo>
                    <a:pt x="113672" y="546605"/>
                  </a:lnTo>
                  <a:lnTo>
                    <a:pt x="59622" y="497373"/>
                  </a:lnTo>
                  <a:lnTo>
                    <a:pt x="22049" y="444052"/>
                  </a:lnTo>
                  <a:lnTo>
                    <a:pt x="2515" y="387377"/>
                  </a:lnTo>
                  <a:lnTo>
                    <a:pt x="0" y="358013"/>
                  </a:lnTo>
                  <a:close/>
                </a:path>
              </a:pathLst>
            </a:custGeom>
            <a:ln w="9524">
              <a:solidFill>
                <a:srgbClr val="000000"/>
              </a:solidFill>
            </a:ln>
          </p:spPr>
          <p:txBody>
            <a:bodyPr wrap="square" lIns="0" tIns="0" rIns="0" bIns="0" rtlCol="0"/>
            <a:lstStyle/>
            <a:p>
              <a:endParaRPr/>
            </a:p>
          </p:txBody>
        </p:sp>
      </p:grpSp>
      <p:sp>
        <p:nvSpPr>
          <p:cNvPr id="51" name="object 51"/>
          <p:cNvSpPr txBox="1"/>
          <p:nvPr/>
        </p:nvSpPr>
        <p:spPr>
          <a:xfrm>
            <a:off x="779170" y="4096892"/>
            <a:ext cx="1523365" cy="223520"/>
          </a:xfrm>
          <a:prstGeom prst="rect">
            <a:avLst/>
          </a:prstGeom>
        </p:spPr>
        <p:txBody>
          <a:bodyPr vert="horz" wrap="square" lIns="0" tIns="12065" rIns="0" bIns="0" rtlCol="0">
            <a:spAutoFit/>
          </a:bodyPr>
          <a:lstStyle/>
          <a:p>
            <a:pPr marL="12700">
              <a:lnSpc>
                <a:spcPct val="100000"/>
              </a:lnSpc>
              <a:spcBef>
                <a:spcPts val="95"/>
              </a:spcBef>
            </a:pPr>
            <a:r>
              <a:rPr sz="1300" b="1" spc="-40" dirty="0">
                <a:latin typeface="Arial"/>
                <a:cs typeface="Arial"/>
              </a:rPr>
              <a:t>W</a:t>
            </a:r>
            <a:r>
              <a:rPr sz="1300" b="1" spc="-525" dirty="0">
                <a:latin typeface="Arial"/>
                <a:cs typeface="Arial"/>
              </a:rPr>
              <a:t>o</a:t>
            </a:r>
            <a:r>
              <a:rPr sz="1300" b="1" spc="-740" dirty="0">
                <a:latin typeface="Arial"/>
                <a:cs typeface="Arial"/>
              </a:rPr>
              <a:t>W</a:t>
            </a:r>
            <a:r>
              <a:rPr sz="1300" b="1" spc="-10" dirty="0">
                <a:latin typeface="Arial"/>
                <a:cs typeface="Arial"/>
              </a:rPr>
              <a:t>r</a:t>
            </a:r>
            <a:r>
              <a:rPr sz="1300" b="1" spc="-550" dirty="0">
                <a:latin typeface="Arial"/>
                <a:cs typeface="Arial"/>
              </a:rPr>
              <a:t>k</a:t>
            </a:r>
            <a:r>
              <a:rPr sz="1300" b="1" spc="-320" dirty="0">
                <a:latin typeface="Arial"/>
                <a:cs typeface="Arial"/>
              </a:rPr>
              <a:t>o</a:t>
            </a:r>
            <a:r>
              <a:rPr sz="1300" b="1" spc="-940" dirty="0">
                <a:latin typeface="Arial"/>
                <a:cs typeface="Arial"/>
              </a:rPr>
              <a:t>W</a:t>
            </a:r>
            <a:r>
              <a:rPr sz="1300" b="1" spc="-425" dirty="0">
                <a:latin typeface="Arial"/>
                <a:cs typeface="Arial"/>
              </a:rPr>
              <a:t>r</a:t>
            </a:r>
            <a:r>
              <a:rPr sz="1300" b="1" spc="-475" dirty="0">
                <a:latin typeface="Arial"/>
                <a:cs typeface="Arial"/>
              </a:rPr>
              <a:t>E</a:t>
            </a:r>
            <a:r>
              <a:rPr sz="1300" b="1" spc="-345" dirty="0">
                <a:latin typeface="Arial"/>
                <a:cs typeface="Arial"/>
              </a:rPr>
              <a:t>k</a:t>
            </a:r>
            <a:r>
              <a:rPr sz="1300" b="1" spc="-750" dirty="0">
                <a:latin typeface="Arial"/>
                <a:cs typeface="Arial"/>
              </a:rPr>
              <a:t>o</a:t>
            </a:r>
            <a:r>
              <a:rPr sz="1300" b="1" spc="-10" dirty="0">
                <a:latin typeface="Arial"/>
                <a:cs typeface="Arial"/>
              </a:rPr>
              <a:t>l</a:t>
            </a:r>
            <a:r>
              <a:rPr sz="1300" b="1" spc="-475" dirty="0">
                <a:latin typeface="Arial"/>
                <a:cs typeface="Arial"/>
              </a:rPr>
              <a:t>e</a:t>
            </a:r>
            <a:r>
              <a:rPr sz="1300" b="1" spc="-785" dirty="0">
                <a:latin typeface="Arial"/>
                <a:cs typeface="Arial"/>
              </a:rPr>
              <a:t>E</a:t>
            </a:r>
            <a:r>
              <a:rPr sz="1300" b="1" spc="-165" dirty="0">
                <a:latin typeface="Arial"/>
                <a:cs typeface="Arial"/>
              </a:rPr>
              <a:t>r</a:t>
            </a:r>
            <a:r>
              <a:rPr sz="1300" b="1" spc="-1030" dirty="0">
                <a:latin typeface="Arial"/>
                <a:cs typeface="Arial"/>
              </a:rPr>
              <a:t>m</a:t>
            </a:r>
            <a:r>
              <a:rPr sz="1300" b="1" spc="-480" dirty="0">
                <a:latin typeface="Arial"/>
                <a:cs typeface="Arial"/>
              </a:rPr>
              <a:t>k</a:t>
            </a:r>
            <a:r>
              <a:rPr sz="1300" b="1" spc="-10" dirty="0">
                <a:latin typeface="Arial"/>
                <a:cs typeface="Arial"/>
              </a:rPr>
              <a:t>l</a:t>
            </a:r>
            <a:r>
              <a:rPr sz="1300" b="1" spc="-355" dirty="0">
                <a:latin typeface="Arial"/>
                <a:cs typeface="Arial"/>
              </a:rPr>
              <a:t>e</a:t>
            </a:r>
            <a:r>
              <a:rPr sz="1300" b="1" spc="-665" dirty="0">
                <a:latin typeface="Arial"/>
                <a:cs typeface="Arial"/>
              </a:rPr>
              <a:t>e</a:t>
            </a:r>
            <a:r>
              <a:rPr sz="1300" b="1" spc="-630" dirty="0">
                <a:latin typeface="Arial"/>
                <a:cs typeface="Arial"/>
              </a:rPr>
              <a:t>E</a:t>
            </a:r>
            <a:r>
              <a:rPr sz="1300" b="1" spc="-790" dirty="0">
                <a:latin typeface="Arial"/>
                <a:cs typeface="Arial"/>
              </a:rPr>
              <a:t>m</a:t>
            </a:r>
            <a:r>
              <a:rPr sz="1300" b="1" spc="-590" dirty="0">
                <a:latin typeface="Arial"/>
                <a:cs typeface="Arial"/>
              </a:rPr>
              <a:t>n</a:t>
            </a:r>
            <a:r>
              <a:rPr sz="1300" b="1" spc="-10" dirty="0">
                <a:latin typeface="Arial"/>
                <a:cs typeface="Arial"/>
              </a:rPr>
              <a:t>l</a:t>
            </a:r>
            <a:r>
              <a:rPr sz="1300" b="1" spc="-555" dirty="0">
                <a:latin typeface="Arial"/>
                <a:cs typeface="Arial"/>
              </a:rPr>
              <a:t>e</a:t>
            </a:r>
            <a:r>
              <a:rPr sz="1300" b="1" spc="-720" dirty="0">
                <a:latin typeface="Arial"/>
                <a:cs typeface="Arial"/>
              </a:rPr>
              <a:t>e</a:t>
            </a:r>
            <a:r>
              <a:rPr sz="1300" b="1" spc="65" dirty="0">
                <a:latin typeface="Arial"/>
                <a:cs typeface="Arial"/>
              </a:rPr>
              <a:t>t</a:t>
            </a:r>
            <a:r>
              <a:rPr sz="1300" b="1" spc="-990" dirty="0">
                <a:latin typeface="Arial"/>
                <a:cs typeface="Arial"/>
              </a:rPr>
              <a:t>m</a:t>
            </a:r>
            <a:r>
              <a:rPr sz="1300" b="1" spc="-10" dirty="0">
                <a:latin typeface="Arial"/>
                <a:cs typeface="Arial"/>
              </a:rPr>
              <a:t>n</a:t>
            </a:r>
            <a:r>
              <a:rPr sz="1300" b="1" spc="-275" dirty="0">
                <a:latin typeface="Arial"/>
                <a:cs typeface="Arial"/>
              </a:rPr>
              <a:t>t</a:t>
            </a:r>
            <a:r>
              <a:rPr sz="1300" b="1" spc="-10" dirty="0">
                <a:latin typeface="Arial"/>
                <a:cs typeface="Arial"/>
              </a:rPr>
              <a:t>ent</a:t>
            </a:r>
            <a:endParaRPr sz="1300">
              <a:latin typeface="Arial"/>
              <a:cs typeface="Arial"/>
            </a:endParaRPr>
          </a:p>
        </p:txBody>
      </p:sp>
      <p:sp>
        <p:nvSpPr>
          <p:cNvPr id="52" name="object 52"/>
          <p:cNvSpPr/>
          <p:nvPr/>
        </p:nvSpPr>
        <p:spPr>
          <a:xfrm>
            <a:off x="1323721" y="3422522"/>
            <a:ext cx="426084" cy="433070"/>
          </a:xfrm>
          <a:custGeom>
            <a:avLst/>
            <a:gdLst/>
            <a:ahLst/>
            <a:cxnLst/>
            <a:rect l="l" t="t" r="r" b="b"/>
            <a:pathLst>
              <a:path w="426085" h="433070">
                <a:moveTo>
                  <a:pt x="425831" y="300609"/>
                </a:moveTo>
                <a:lnTo>
                  <a:pt x="419862" y="293878"/>
                </a:lnTo>
                <a:lnTo>
                  <a:pt x="404114" y="292862"/>
                </a:lnTo>
                <a:lnTo>
                  <a:pt x="397383" y="298831"/>
                </a:lnTo>
                <a:lnTo>
                  <a:pt x="396760" y="308483"/>
                </a:lnTo>
                <a:lnTo>
                  <a:pt x="394017" y="353060"/>
                </a:lnTo>
                <a:lnTo>
                  <a:pt x="216154" y="0"/>
                </a:lnTo>
                <a:lnTo>
                  <a:pt x="203415" y="6477"/>
                </a:lnTo>
                <a:lnTo>
                  <a:pt x="190373" y="635"/>
                </a:lnTo>
                <a:lnTo>
                  <a:pt x="34429" y="351917"/>
                </a:lnTo>
                <a:lnTo>
                  <a:pt x="29337" y="305816"/>
                </a:lnTo>
                <a:lnTo>
                  <a:pt x="28448" y="298069"/>
                </a:lnTo>
                <a:lnTo>
                  <a:pt x="21336" y="292354"/>
                </a:lnTo>
                <a:lnTo>
                  <a:pt x="5715" y="294132"/>
                </a:lnTo>
                <a:lnTo>
                  <a:pt x="0" y="301117"/>
                </a:lnTo>
                <a:lnTo>
                  <a:pt x="889" y="308991"/>
                </a:lnTo>
                <a:lnTo>
                  <a:pt x="14478" y="432054"/>
                </a:lnTo>
                <a:lnTo>
                  <a:pt x="42494" y="411861"/>
                </a:lnTo>
                <a:lnTo>
                  <a:pt x="114935" y="359664"/>
                </a:lnTo>
                <a:lnTo>
                  <a:pt x="121285" y="354965"/>
                </a:lnTo>
                <a:lnTo>
                  <a:pt x="122682" y="346075"/>
                </a:lnTo>
                <a:lnTo>
                  <a:pt x="118110" y="339598"/>
                </a:lnTo>
                <a:lnTo>
                  <a:pt x="113538" y="333248"/>
                </a:lnTo>
                <a:lnTo>
                  <a:pt x="104521" y="331851"/>
                </a:lnTo>
                <a:lnTo>
                  <a:pt x="60579" y="363524"/>
                </a:lnTo>
                <a:lnTo>
                  <a:pt x="189738" y="72669"/>
                </a:lnTo>
                <a:lnTo>
                  <a:pt x="188849" y="302260"/>
                </a:lnTo>
                <a:lnTo>
                  <a:pt x="188747" y="351637"/>
                </a:lnTo>
                <a:lnTo>
                  <a:pt x="202857" y="376047"/>
                </a:lnTo>
                <a:lnTo>
                  <a:pt x="188658" y="351497"/>
                </a:lnTo>
                <a:lnTo>
                  <a:pt x="165481" y="311404"/>
                </a:lnTo>
                <a:lnTo>
                  <a:pt x="161417" y="304546"/>
                </a:lnTo>
                <a:lnTo>
                  <a:pt x="152781" y="302260"/>
                </a:lnTo>
                <a:lnTo>
                  <a:pt x="139065" y="310134"/>
                </a:lnTo>
                <a:lnTo>
                  <a:pt x="136779" y="318897"/>
                </a:lnTo>
                <a:lnTo>
                  <a:pt x="140716" y="325628"/>
                </a:lnTo>
                <a:lnTo>
                  <a:pt x="202692" y="432816"/>
                </a:lnTo>
                <a:lnTo>
                  <a:pt x="219341" y="404495"/>
                </a:lnTo>
                <a:lnTo>
                  <a:pt x="269367" y="319405"/>
                </a:lnTo>
                <a:lnTo>
                  <a:pt x="267081" y="310642"/>
                </a:lnTo>
                <a:lnTo>
                  <a:pt x="260350" y="306578"/>
                </a:lnTo>
                <a:lnTo>
                  <a:pt x="253492" y="302641"/>
                </a:lnTo>
                <a:lnTo>
                  <a:pt x="244729" y="304800"/>
                </a:lnTo>
                <a:lnTo>
                  <a:pt x="240792" y="311658"/>
                </a:lnTo>
                <a:lnTo>
                  <a:pt x="217233" y="351637"/>
                </a:lnTo>
                <a:lnTo>
                  <a:pt x="218325" y="67945"/>
                </a:lnTo>
                <a:lnTo>
                  <a:pt x="368515" y="365963"/>
                </a:lnTo>
                <a:lnTo>
                  <a:pt x="322961" y="336296"/>
                </a:lnTo>
                <a:lnTo>
                  <a:pt x="314071" y="338201"/>
                </a:lnTo>
                <a:lnTo>
                  <a:pt x="309880" y="344805"/>
                </a:lnTo>
                <a:lnTo>
                  <a:pt x="305549" y="351409"/>
                </a:lnTo>
                <a:lnTo>
                  <a:pt x="307340" y="360299"/>
                </a:lnTo>
                <a:lnTo>
                  <a:pt x="417830" y="432054"/>
                </a:lnTo>
                <a:lnTo>
                  <a:pt x="418973" y="413131"/>
                </a:lnTo>
                <a:lnTo>
                  <a:pt x="425437" y="306705"/>
                </a:lnTo>
                <a:lnTo>
                  <a:pt x="425831" y="300609"/>
                </a:lnTo>
                <a:close/>
              </a:path>
            </a:pathLst>
          </a:custGeom>
          <a:solidFill>
            <a:srgbClr val="FD8537"/>
          </a:solidFill>
        </p:spPr>
        <p:txBody>
          <a:bodyPr wrap="square" lIns="0" tIns="0" rIns="0" bIns="0" rtlCol="0"/>
          <a:lstStyle/>
          <a:p>
            <a:endParaRPr/>
          </a:p>
        </p:txBody>
      </p:sp>
      <p:grpSp>
        <p:nvGrpSpPr>
          <p:cNvPr id="53" name="object 53"/>
          <p:cNvGrpSpPr/>
          <p:nvPr/>
        </p:nvGrpSpPr>
        <p:grpSpPr>
          <a:xfrm>
            <a:off x="2781236" y="2825686"/>
            <a:ext cx="1075055" cy="568325"/>
            <a:chOff x="2781236" y="2825686"/>
            <a:chExt cx="1075055" cy="568325"/>
          </a:xfrm>
        </p:grpSpPr>
        <p:pic>
          <p:nvPicPr>
            <p:cNvPr id="54" name="object 54"/>
            <p:cNvPicPr/>
            <p:nvPr/>
          </p:nvPicPr>
          <p:blipFill>
            <a:blip r:embed="rId21" cstate="print"/>
            <a:stretch>
              <a:fillRect/>
            </a:stretch>
          </p:blipFill>
          <p:spPr>
            <a:xfrm>
              <a:off x="2805683" y="2900171"/>
              <a:ext cx="1050036" cy="493775"/>
            </a:xfrm>
            <a:prstGeom prst="rect">
              <a:avLst/>
            </a:prstGeom>
          </p:spPr>
        </p:pic>
        <p:pic>
          <p:nvPicPr>
            <p:cNvPr id="55" name="object 55"/>
            <p:cNvPicPr/>
            <p:nvPr/>
          </p:nvPicPr>
          <p:blipFill>
            <a:blip r:embed="rId22" cstate="print"/>
            <a:stretch>
              <a:fillRect/>
            </a:stretch>
          </p:blipFill>
          <p:spPr>
            <a:xfrm>
              <a:off x="2862071" y="2962655"/>
              <a:ext cx="990600" cy="307848"/>
            </a:xfrm>
            <a:prstGeom prst="rect">
              <a:avLst/>
            </a:prstGeom>
          </p:spPr>
        </p:pic>
        <p:sp>
          <p:nvSpPr>
            <p:cNvPr id="56" name="object 56"/>
            <p:cNvSpPr/>
            <p:nvPr/>
          </p:nvSpPr>
          <p:spPr>
            <a:xfrm>
              <a:off x="2785998" y="2830448"/>
              <a:ext cx="1038225" cy="481330"/>
            </a:xfrm>
            <a:custGeom>
              <a:avLst/>
              <a:gdLst/>
              <a:ahLst/>
              <a:cxnLst/>
              <a:rect l="l" t="t" r="r" b="b"/>
              <a:pathLst>
                <a:path w="1038225" h="481329">
                  <a:moveTo>
                    <a:pt x="958088" y="0"/>
                  </a:moveTo>
                  <a:lnTo>
                    <a:pt x="80263" y="0"/>
                  </a:lnTo>
                  <a:lnTo>
                    <a:pt x="49023" y="6308"/>
                  </a:lnTo>
                  <a:lnTo>
                    <a:pt x="23510" y="23510"/>
                  </a:lnTo>
                  <a:lnTo>
                    <a:pt x="6308" y="49023"/>
                  </a:lnTo>
                  <a:lnTo>
                    <a:pt x="0" y="80263"/>
                  </a:lnTo>
                  <a:lnTo>
                    <a:pt x="0" y="400938"/>
                  </a:lnTo>
                  <a:lnTo>
                    <a:pt x="6308" y="432105"/>
                  </a:lnTo>
                  <a:lnTo>
                    <a:pt x="23510" y="457581"/>
                  </a:lnTo>
                  <a:lnTo>
                    <a:pt x="49023" y="474769"/>
                  </a:lnTo>
                  <a:lnTo>
                    <a:pt x="80263" y="481075"/>
                  </a:lnTo>
                  <a:lnTo>
                    <a:pt x="958088" y="481075"/>
                  </a:lnTo>
                  <a:lnTo>
                    <a:pt x="989308" y="474769"/>
                  </a:lnTo>
                  <a:lnTo>
                    <a:pt x="1014777" y="457581"/>
                  </a:lnTo>
                  <a:lnTo>
                    <a:pt x="1031936" y="432105"/>
                  </a:lnTo>
                  <a:lnTo>
                    <a:pt x="1038225" y="400938"/>
                  </a:lnTo>
                  <a:lnTo>
                    <a:pt x="1038225" y="80263"/>
                  </a:lnTo>
                  <a:lnTo>
                    <a:pt x="1031936" y="49023"/>
                  </a:lnTo>
                  <a:lnTo>
                    <a:pt x="1014777" y="23510"/>
                  </a:lnTo>
                  <a:lnTo>
                    <a:pt x="989308" y="6308"/>
                  </a:lnTo>
                  <a:lnTo>
                    <a:pt x="958088" y="0"/>
                  </a:lnTo>
                  <a:close/>
                </a:path>
              </a:pathLst>
            </a:custGeom>
            <a:solidFill>
              <a:srgbClr val="CCFF33"/>
            </a:solidFill>
          </p:spPr>
          <p:txBody>
            <a:bodyPr wrap="square" lIns="0" tIns="0" rIns="0" bIns="0" rtlCol="0"/>
            <a:lstStyle/>
            <a:p>
              <a:endParaRPr/>
            </a:p>
          </p:txBody>
        </p:sp>
        <p:sp>
          <p:nvSpPr>
            <p:cNvPr id="57" name="object 57"/>
            <p:cNvSpPr/>
            <p:nvPr/>
          </p:nvSpPr>
          <p:spPr>
            <a:xfrm>
              <a:off x="2785998" y="2830448"/>
              <a:ext cx="1038225" cy="481330"/>
            </a:xfrm>
            <a:custGeom>
              <a:avLst/>
              <a:gdLst/>
              <a:ahLst/>
              <a:cxnLst/>
              <a:rect l="l" t="t" r="r" b="b"/>
              <a:pathLst>
                <a:path w="1038225" h="481329">
                  <a:moveTo>
                    <a:pt x="0" y="80263"/>
                  </a:moveTo>
                  <a:lnTo>
                    <a:pt x="6308" y="49023"/>
                  </a:lnTo>
                  <a:lnTo>
                    <a:pt x="23510" y="23510"/>
                  </a:lnTo>
                  <a:lnTo>
                    <a:pt x="49023" y="6308"/>
                  </a:lnTo>
                  <a:lnTo>
                    <a:pt x="80263" y="0"/>
                  </a:lnTo>
                  <a:lnTo>
                    <a:pt x="958088" y="0"/>
                  </a:lnTo>
                  <a:lnTo>
                    <a:pt x="989308" y="6308"/>
                  </a:lnTo>
                  <a:lnTo>
                    <a:pt x="1014777" y="23510"/>
                  </a:lnTo>
                  <a:lnTo>
                    <a:pt x="1031936" y="49023"/>
                  </a:lnTo>
                  <a:lnTo>
                    <a:pt x="1038225" y="80263"/>
                  </a:lnTo>
                  <a:lnTo>
                    <a:pt x="1038225" y="400938"/>
                  </a:lnTo>
                  <a:lnTo>
                    <a:pt x="1031936" y="432105"/>
                  </a:lnTo>
                  <a:lnTo>
                    <a:pt x="1014777" y="457581"/>
                  </a:lnTo>
                  <a:lnTo>
                    <a:pt x="989308" y="474769"/>
                  </a:lnTo>
                  <a:lnTo>
                    <a:pt x="958088" y="481075"/>
                  </a:lnTo>
                  <a:lnTo>
                    <a:pt x="80263" y="481075"/>
                  </a:lnTo>
                  <a:lnTo>
                    <a:pt x="49023" y="474769"/>
                  </a:lnTo>
                  <a:lnTo>
                    <a:pt x="23510" y="457581"/>
                  </a:lnTo>
                  <a:lnTo>
                    <a:pt x="6308" y="432105"/>
                  </a:lnTo>
                  <a:lnTo>
                    <a:pt x="0" y="400938"/>
                  </a:lnTo>
                  <a:lnTo>
                    <a:pt x="0" y="80263"/>
                  </a:lnTo>
                  <a:close/>
                </a:path>
              </a:pathLst>
            </a:custGeom>
            <a:ln w="9525">
              <a:solidFill>
                <a:srgbClr val="000000"/>
              </a:solidFill>
            </a:ln>
          </p:spPr>
          <p:txBody>
            <a:bodyPr wrap="square" lIns="0" tIns="0" rIns="0" bIns="0" rtlCol="0"/>
            <a:lstStyle/>
            <a:p>
              <a:endParaRPr/>
            </a:p>
          </p:txBody>
        </p:sp>
      </p:grpSp>
      <p:sp>
        <p:nvSpPr>
          <p:cNvPr id="58" name="object 58"/>
          <p:cNvSpPr txBox="1"/>
          <p:nvPr/>
        </p:nvSpPr>
        <p:spPr>
          <a:xfrm>
            <a:off x="2948177" y="2932556"/>
            <a:ext cx="712470" cy="269240"/>
          </a:xfrm>
          <a:prstGeom prst="rect">
            <a:avLst/>
          </a:prstGeom>
        </p:spPr>
        <p:txBody>
          <a:bodyPr vert="horz" wrap="square" lIns="0" tIns="12065" rIns="0" bIns="0" rtlCol="0">
            <a:spAutoFit/>
          </a:bodyPr>
          <a:lstStyle/>
          <a:p>
            <a:pPr marL="12700">
              <a:lnSpc>
                <a:spcPct val="100000"/>
              </a:lnSpc>
              <a:spcBef>
                <a:spcPts val="95"/>
              </a:spcBef>
            </a:pPr>
            <a:r>
              <a:rPr sz="1600" b="1" dirty="0">
                <a:latin typeface="Arial"/>
                <a:cs typeface="Arial"/>
              </a:rPr>
              <a:t>Level</a:t>
            </a:r>
            <a:r>
              <a:rPr sz="1600" b="1" spc="-55" dirty="0">
                <a:latin typeface="Arial"/>
                <a:cs typeface="Arial"/>
              </a:rPr>
              <a:t> </a:t>
            </a:r>
            <a:r>
              <a:rPr sz="1600" b="1" spc="-50" dirty="0">
                <a:latin typeface="Arial"/>
                <a:cs typeface="Arial"/>
              </a:rPr>
              <a:t>1</a:t>
            </a:r>
            <a:endParaRPr sz="1600">
              <a:latin typeface="Arial"/>
              <a:cs typeface="Arial"/>
            </a:endParaRPr>
          </a:p>
        </p:txBody>
      </p:sp>
      <p:grpSp>
        <p:nvGrpSpPr>
          <p:cNvPr id="59" name="object 59"/>
          <p:cNvGrpSpPr/>
          <p:nvPr/>
        </p:nvGrpSpPr>
        <p:grpSpPr>
          <a:xfrm>
            <a:off x="2781236" y="3967162"/>
            <a:ext cx="1075055" cy="568325"/>
            <a:chOff x="2781236" y="3967162"/>
            <a:chExt cx="1075055" cy="568325"/>
          </a:xfrm>
        </p:grpSpPr>
        <p:pic>
          <p:nvPicPr>
            <p:cNvPr id="60" name="object 60"/>
            <p:cNvPicPr/>
            <p:nvPr/>
          </p:nvPicPr>
          <p:blipFill>
            <a:blip r:embed="rId21" cstate="print"/>
            <a:stretch>
              <a:fillRect/>
            </a:stretch>
          </p:blipFill>
          <p:spPr>
            <a:xfrm>
              <a:off x="2805683" y="4041647"/>
              <a:ext cx="1050036" cy="493775"/>
            </a:xfrm>
            <a:prstGeom prst="rect">
              <a:avLst/>
            </a:prstGeom>
          </p:spPr>
        </p:pic>
        <p:pic>
          <p:nvPicPr>
            <p:cNvPr id="61" name="object 61"/>
            <p:cNvPicPr/>
            <p:nvPr/>
          </p:nvPicPr>
          <p:blipFill>
            <a:blip r:embed="rId23" cstate="print"/>
            <a:stretch>
              <a:fillRect/>
            </a:stretch>
          </p:blipFill>
          <p:spPr>
            <a:xfrm>
              <a:off x="2862071" y="4104131"/>
              <a:ext cx="990600" cy="307848"/>
            </a:xfrm>
            <a:prstGeom prst="rect">
              <a:avLst/>
            </a:prstGeom>
          </p:spPr>
        </p:pic>
        <p:sp>
          <p:nvSpPr>
            <p:cNvPr id="62" name="object 62"/>
            <p:cNvSpPr/>
            <p:nvPr/>
          </p:nvSpPr>
          <p:spPr>
            <a:xfrm>
              <a:off x="2785998" y="3971925"/>
              <a:ext cx="1038225" cy="481330"/>
            </a:xfrm>
            <a:custGeom>
              <a:avLst/>
              <a:gdLst/>
              <a:ahLst/>
              <a:cxnLst/>
              <a:rect l="l" t="t" r="r" b="b"/>
              <a:pathLst>
                <a:path w="1038225" h="481329">
                  <a:moveTo>
                    <a:pt x="958088" y="0"/>
                  </a:moveTo>
                  <a:lnTo>
                    <a:pt x="80263" y="0"/>
                  </a:lnTo>
                  <a:lnTo>
                    <a:pt x="49023" y="6306"/>
                  </a:lnTo>
                  <a:lnTo>
                    <a:pt x="23510" y="23495"/>
                  </a:lnTo>
                  <a:lnTo>
                    <a:pt x="6308" y="48970"/>
                  </a:lnTo>
                  <a:lnTo>
                    <a:pt x="0" y="80137"/>
                  </a:lnTo>
                  <a:lnTo>
                    <a:pt x="0" y="400812"/>
                  </a:lnTo>
                  <a:lnTo>
                    <a:pt x="6308" y="432052"/>
                  </a:lnTo>
                  <a:lnTo>
                    <a:pt x="23510" y="457565"/>
                  </a:lnTo>
                  <a:lnTo>
                    <a:pt x="49023" y="474767"/>
                  </a:lnTo>
                  <a:lnTo>
                    <a:pt x="80263" y="481075"/>
                  </a:lnTo>
                  <a:lnTo>
                    <a:pt x="958088" y="481075"/>
                  </a:lnTo>
                  <a:lnTo>
                    <a:pt x="989308" y="474767"/>
                  </a:lnTo>
                  <a:lnTo>
                    <a:pt x="1014777" y="457565"/>
                  </a:lnTo>
                  <a:lnTo>
                    <a:pt x="1031936" y="432052"/>
                  </a:lnTo>
                  <a:lnTo>
                    <a:pt x="1038225" y="400812"/>
                  </a:lnTo>
                  <a:lnTo>
                    <a:pt x="1038225" y="80137"/>
                  </a:lnTo>
                  <a:lnTo>
                    <a:pt x="1031936" y="48970"/>
                  </a:lnTo>
                  <a:lnTo>
                    <a:pt x="1014777" y="23495"/>
                  </a:lnTo>
                  <a:lnTo>
                    <a:pt x="989308" y="6306"/>
                  </a:lnTo>
                  <a:lnTo>
                    <a:pt x="958088" y="0"/>
                  </a:lnTo>
                  <a:close/>
                </a:path>
              </a:pathLst>
            </a:custGeom>
            <a:solidFill>
              <a:srgbClr val="CCFF33"/>
            </a:solidFill>
          </p:spPr>
          <p:txBody>
            <a:bodyPr wrap="square" lIns="0" tIns="0" rIns="0" bIns="0" rtlCol="0"/>
            <a:lstStyle/>
            <a:p>
              <a:endParaRPr/>
            </a:p>
          </p:txBody>
        </p:sp>
        <p:sp>
          <p:nvSpPr>
            <p:cNvPr id="63" name="object 63"/>
            <p:cNvSpPr/>
            <p:nvPr/>
          </p:nvSpPr>
          <p:spPr>
            <a:xfrm>
              <a:off x="2785998" y="3971925"/>
              <a:ext cx="1038225" cy="481330"/>
            </a:xfrm>
            <a:custGeom>
              <a:avLst/>
              <a:gdLst/>
              <a:ahLst/>
              <a:cxnLst/>
              <a:rect l="l" t="t" r="r" b="b"/>
              <a:pathLst>
                <a:path w="1038225" h="481329">
                  <a:moveTo>
                    <a:pt x="0" y="80137"/>
                  </a:moveTo>
                  <a:lnTo>
                    <a:pt x="6308" y="48970"/>
                  </a:lnTo>
                  <a:lnTo>
                    <a:pt x="23510" y="23495"/>
                  </a:lnTo>
                  <a:lnTo>
                    <a:pt x="49023" y="6306"/>
                  </a:lnTo>
                  <a:lnTo>
                    <a:pt x="80263" y="0"/>
                  </a:lnTo>
                  <a:lnTo>
                    <a:pt x="958088" y="0"/>
                  </a:lnTo>
                  <a:lnTo>
                    <a:pt x="989308" y="6306"/>
                  </a:lnTo>
                  <a:lnTo>
                    <a:pt x="1014777" y="23495"/>
                  </a:lnTo>
                  <a:lnTo>
                    <a:pt x="1031936" y="48970"/>
                  </a:lnTo>
                  <a:lnTo>
                    <a:pt x="1038225" y="80137"/>
                  </a:lnTo>
                  <a:lnTo>
                    <a:pt x="1038225" y="400812"/>
                  </a:lnTo>
                  <a:lnTo>
                    <a:pt x="1031936" y="432052"/>
                  </a:lnTo>
                  <a:lnTo>
                    <a:pt x="1014777" y="457565"/>
                  </a:lnTo>
                  <a:lnTo>
                    <a:pt x="989308" y="474767"/>
                  </a:lnTo>
                  <a:lnTo>
                    <a:pt x="958088" y="481075"/>
                  </a:lnTo>
                  <a:lnTo>
                    <a:pt x="80263" y="481075"/>
                  </a:lnTo>
                  <a:lnTo>
                    <a:pt x="49023" y="474767"/>
                  </a:lnTo>
                  <a:lnTo>
                    <a:pt x="23510" y="457565"/>
                  </a:lnTo>
                  <a:lnTo>
                    <a:pt x="6308" y="432052"/>
                  </a:lnTo>
                  <a:lnTo>
                    <a:pt x="0" y="400812"/>
                  </a:lnTo>
                  <a:lnTo>
                    <a:pt x="0" y="80137"/>
                  </a:lnTo>
                  <a:close/>
                </a:path>
              </a:pathLst>
            </a:custGeom>
            <a:ln w="9525">
              <a:solidFill>
                <a:srgbClr val="000000"/>
              </a:solidFill>
            </a:ln>
          </p:spPr>
          <p:txBody>
            <a:bodyPr wrap="square" lIns="0" tIns="0" rIns="0" bIns="0" rtlCol="0"/>
            <a:lstStyle/>
            <a:p>
              <a:endParaRPr/>
            </a:p>
          </p:txBody>
        </p:sp>
      </p:grpSp>
      <p:sp>
        <p:nvSpPr>
          <p:cNvPr id="64" name="object 64"/>
          <p:cNvSpPr txBox="1"/>
          <p:nvPr/>
        </p:nvSpPr>
        <p:spPr>
          <a:xfrm>
            <a:off x="2948177" y="4074033"/>
            <a:ext cx="712470" cy="269240"/>
          </a:xfrm>
          <a:prstGeom prst="rect">
            <a:avLst/>
          </a:prstGeom>
        </p:spPr>
        <p:txBody>
          <a:bodyPr vert="horz" wrap="square" lIns="0" tIns="12065" rIns="0" bIns="0" rtlCol="0">
            <a:spAutoFit/>
          </a:bodyPr>
          <a:lstStyle/>
          <a:p>
            <a:pPr marL="12700">
              <a:lnSpc>
                <a:spcPct val="100000"/>
              </a:lnSpc>
              <a:spcBef>
                <a:spcPts val="95"/>
              </a:spcBef>
            </a:pPr>
            <a:r>
              <a:rPr sz="1600" b="1" dirty="0">
                <a:latin typeface="Arial"/>
                <a:cs typeface="Arial"/>
              </a:rPr>
              <a:t>Level</a:t>
            </a:r>
            <a:r>
              <a:rPr sz="1600" b="1" spc="-55" dirty="0">
                <a:latin typeface="Arial"/>
                <a:cs typeface="Arial"/>
              </a:rPr>
              <a:t> </a:t>
            </a:r>
            <a:r>
              <a:rPr sz="1600" b="1" spc="-50" dirty="0">
                <a:latin typeface="Arial"/>
                <a:cs typeface="Arial"/>
              </a:rPr>
              <a:t>2</a:t>
            </a:r>
            <a:endParaRPr sz="1600">
              <a:latin typeface="Arial"/>
              <a:cs typeface="Arial"/>
            </a:endParaRPr>
          </a:p>
        </p:txBody>
      </p:sp>
      <p:grpSp>
        <p:nvGrpSpPr>
          <p:cNvPr id="65" name="object 65"/>
          <p:cNvGrpSpPr/>
          <p:nvPr/>
        </p:nvGrpSpPr>
        <p:grpSpPr>
          <a:xfrm>
            <a:off x="2781236" y="5335587"/>
            <a:ext cx="1088390" cy="568960"/>
            <a:chOff x="2781236" y="5335587"/>
            <a:chExt cx="1088390" cy="568960"/>
          </a:xfrm>
        </p:grpSpPr>
        <p:pic>
          <p:nvPicPr>
            <p:cNvPr id="66" name="object 66"/>
            <p:cNvPicPr/>
            <p:nvPr/>
          </p:nvPicPr>
          <p:blipFill>
            <a:blip r:embed="rId24" cstate="print"/>
            <a:stretch>
              <a:fillRect/>
            </a:stretch>
          </p:blipFill>
          <p:spPr>
            <a:xfrm>
              <a:off x="2805683" y="5410200"/>
              <a:ext cx="1050036" cy="493775"/>
            </a:xfrm>
            <a:prstGeom prst="rect">
              <a:avLst/>
            </a:prstGeom>
          </p:spPr>
        </p:pic>
        <p:pic>
          <p:nvPicPr>
            <p:cNvPr id="67" name="object 67"/>
            <p:cNvPicPr/>
            <p:nvPr/>
          </p:nvPicPr>
          <p:blipFill>
            <a:blip r:embed="rId25" cstate="print"/>
            <a:stretch>
              <a:fillRect/>
            </a:stretch>
          </p:blipFill>
          <p:spPr>
            <a:xfrm>
              <a:off x="2845307" y="5472684"/>
              <a:ext cx="1024128" cy="307847"/>
            </a:xfrm>
            <a:prstGeom prst="rect">
              <a:avLst/>
            </a:prstGeom>
          </p:spPr>
        </p:pic>
        <p:sp>
          <p:nvSpPr>
            <p:cNvPr id="68" name="object 68"/>
            <p:cNvSpPr/>
            <p:nvPr/>
          </p:nvSpPr>
          <p:spPr>
            <a:xfrm>
              <a:off x="2785998" y="5340350"/>
              <a:ext cx="1038225" cy="481330"/>
            </a:xfrm>
            <a:custGeom>
              <a:avLst/>
              <a:gdLst/>
              <a:ahLst/>
              <a:cxnLst/>
              <a:rect l="l" t="t" r="r" b="b"/>
              <a:pathLst>
                <a:path w="1038225" h="481329">
                  <a:moveTo>
                    <a:pt x="958088" y="0"/>
                  </a:moveTo>
                  <a:lnTo>
                    <a:pt x="80263" y="0"/>
                  </a:lnTo>
                  <a:lnTo>
                    <a:pt x="49023" y="6306"/>
                  </a:lnTo>
                  <a:lnTo>
                    <a:pt x="23510" y="23494"/>
                  </a:lnTo>
                  <a:lnTo>
                    <a:pt x="6308" y="48970"/>
                  </a:lnTo>
                  <a:lnTo>
                    <a:pt x="0" y="80137"/>
                  </a:lnTo>
                  <a:lnTo>
                    <a:pt x="0" y="400862"/>
                  </a:lnTo>
                  <a:lnTo>
                    <a:pt x="6308" y="432067"/>
                  </a:lnTo>
                  <a:lnTo>
                    <a:pt x="23510" y="457552"/>
                  </a:lnTo>
                  <a:lnTo>
                    <a:pt x="49023" y="474736"/>
                  </a:lnTo>
                  <a:lnTo>
                    <a:pt x="80263" y="481037"/>
                  </a:lnTo>
                  <a:lnTo>
                    <a:pt x="958088" y="481037"/>
                  </a:lnTo>
                  <a:lnTo>
                    <a:pt x="989308" y="474736"/>
                  </a:lnTo>
                  <a:lnTo>
                    <a:pt x="1014777" y="457552"/>
                  </a:lnTo>
                  <a:lnTo>
                    <a:pt x="1031936" y="432067"/>
                  </a:lnTo>
                  <a:lnTo>
                    <a:pt x="1038225" y="400862"/>
                  </a:lnTo>
                  <a:lnTo>
                    <a:pt x="1038225" y="80137"/>
                  </a:lnTo>
                  <a:lnTo>
                    <a:pt x="1031936" y="48970"/>
                  </a:lnTo>
                  <a:lnTo>
                    <a:pt x="1014777" y="23494"/>
                  </a:lnTo>
                  <a:lnTo>
                    <a:pt x="989308" y="6306"/>
                  </a:lnTo>
                  <a:lnTo>
                    <a:pt x="958088" y="0"/>
                  </a:lnTo>
                  <a:close/>
                </a:path>
              </a:pathLst>
            </a:custGeom>
            <a:solidFill>
              <a:srgbClr val="CCFF33"/>
            </a:solidFill>
          </p:spPr>
          <p:txBody>
            <a:bodyPr wrap="square" lIns="0" tIns="0" rIns="0" bIns="0" rtlCol="0"/>
            <a:lstStyle/>
            <a:p>
              <a:endParaRPr/>
            </a:p>
          </p:txBody>
        </p:sp>
        <p:sp>
          <p:nvSpPr>
            <p:cNvPr id="69" name="object 69"/>
            <p:cNvSpPr/>
            <p:nvPr/>
          </p:nvSpPr>
          <p:spPr>
            <a:xfrm>
              <a:off x="2785998" y="5340350"/>
              <a:ext cx="1038225" cy="481330"/>
            </a:xfrm>
            <a:custGeom>
              <a:avLst/>
              <a:gdLst/>
              <a:ahLst/>
              <a:cxnLst/>
              <a:rect l="l" t="t" r="r" b="b"/>
              <a:pathLst>
                <a:path w="1038225" h="481329">
                  <a:moveTo>
                    <a:pt x="0" y="80137"/>
                  </a:moveTo>
                  <a:lnTo>
                    <a:pt x="6308" y="48970"/>
                  </a:lnTo>
                  <a:lnTo>
                    <a:pt x="23510" y="23494"/>
                  </a:lnTo>
                  <a:lnTo>
                    <a:pt x="49023" y="6306"/>
                  </a:lnTo>
                  <a:lnTo>
                    <a:pt x="80263" y="0"/>
                  </a:lnTo>
                  <a:lnTo>
                    <a:pt x="958088" y="0"/>
                  </a:lnTo>
                  <a:lnTo>
                    <a:pt x="989308" y="6306"/>
                  </a:lnTo>
                  <a:lnTo>
                    <a:pt x="1014777" y="23494"/>
                  </a:lnTo>
                  <a:lnTo>
                    <a:pt x="1031936" y="48970"/>
                  </a:lnTo>
                  <a:lnTo>
                    <a:pt x="1038225" y="80137"/>
                  </a:lnTo>
                  <a:lnTo>
                    <a:pt x="1038225" y="400862"/>
                  </a:lnTo>
                  <a:lnTo>
                    <a:pt x="1031936" y="432067"/>
                  </a:lnTo>
                  <a:lnTo>
                    <a:pt x="1014777" y="457552"/>
                  </a:lnTo>
                  <a:lnTo>
                    <a:pt x="989308" y="474736"/>
                  </a:lnTo>
                  <a:lnTo>
                    <a:pt x="958088" y="481037"/>
                  </a:lnTo>
                  <a:lnTo>
                    <a:pt x="80263" y="481037"/>
                  </a:lnTo>
                  <a:lnTo>
                    <a:pt x="49023" y="474736"/>
                  </a:lnTo>
                  <a:lnTo>
                    <a:pt x="23510" y="457552"/>
                  </a:lnTo>
                  <a:lnTo>
                    <a:pt x="6308" y="432067"/>
                  </a:lnTo>
                  <a:lnTo>
                    <a:pt x="0" y="400862"/>
                  </a:lnTo>
                  <a:lnTo>
                    <a:pt x="0" y="80137"/>
                  </a:lnTo>
                  <a:close/>
                </a:path>
              </a:pathLst>
            </a:custGeom>
            <a:ln w="9525">
              <a:solidFill>
                <a:srgbClr val="000000"/>
              </a:solidFill>
            </a:ln>
          </p:spPr>
          <p:txBody>
            <a:bodyPr wrap="square" lIns="0" tIns="0" rIns="0" bIns="0" rtlCol="0"/>
            <a:lstStyle/>
            <a:p>
              <a:endParaRPr/>
            </a:p>
          </p:txBody>
        </p:sp>
      </p:grpSp>
      <p:sp>
        <p:nvSpPr>
          <p:cNvPr id="70" name="object 70"/>
          <p:cNvSpPr txBox="1"/>
          <p:nvPr/>
        </p:nvSpPr>
        <p:spPr>
          <a:xfrm>
            <a:off x="2931414" y="5442915"/>
            <a:ext cx="746125" cy="269240"/>
          </a:xfrm>
          <a:prstGeom prst="rect">
            <a:avLst/>
          </a:prstGeom>
        </p:spPr>
        <p:txBody>
          <a:bodyPr vert="horz" wrap="square" lIns="0" tIns="12065" rIns="0" bIns="0" rtlCol="0">
            <a:spAutoFit/>
          </a:bodyPr>
          <a:lstStyle/>
          <a:p>
            <a:pPr marL="12700">
              <a:lnSpc>
                <a:spcPct val="100000"/>
              </a:lnSpc>
              <a:spcBef>
                <a:spcPts val="95"/>
              </a:spcBef>
            </a:pPr>
            <a:r>
              <a:rPr sz="1600" b="1" dirty="0">
                <a:latin typeface="Arial"/>
                <a:cs typeface="Arial"/>
              </a:rPr>
              <a:t>Level</a:t>
            </a:r>
            <a:r>
              <a:rPr sz="1600" b="1" spc="-55" dirty="0">
                <a:latin typeface="Arial"/>
                <a:cs typeface="Arial"/>
              </a:rPr>
              <a:t> </a:t>
            </a:r>
            <a:r>
              <a:rPr sz="1600" b="1" spc="-50" dirty="0">
                <a:latin typeface="Arial"/>
                <a:cs typeface="Arial"/>
              </a:rPr>
              <a:t>N</a:t>
            </a:r>
            <a:endParaRPr sz="1600">
              <a:latin typeface="Arial"/>
              <a:cs typeface="Arial"/>
            </a:endParaRPr>
          </a:p>
        </p:txBody>
      </p:sp>
    </p:spTree>
    <p:extLst>
      <p:ext uri="{BB962C8B-B14F-4D97-AF65-F5344CB8AC3E}">
        <p14:creationId xmlns:p14="http://schemas.microsoft.com/office/powerpoint/2010/main" val="23908703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117221"/>
            <a:ext cx="8072119" cy="1069729"/>
          </a:xfrm>
          <a:prstGeom prst="rect">
            <a:avLst/>
          </a:prstGeom>
        </p:spPr>
        <p:txBody>
          <a:bodyPr vert="horz" wrap="square" lIns="0" tIns="510743" rIns="0" bIns="0" rtlCol="0">
            <a:spAutoFit/>
          </a:bodyPr>
          <a:lstStyle/>
          <a:p>
            <a:pPr marL="12700">
              <a:lnSpc>
                <a:spcPct val="100000"/>
              </a:lnSpc>
              <a:spcBef>
                <a:spcPts val="100"/>
              </a:spcBef>
            </a:pPr>
            <a:r>
              <a:rPr sz="3600" dirty="0"/>
              <a:t>Create</a:t>
            </a:r>
            <a:r>
              <a:rPr sz="3600" spc="-30" dirty="0"/>
              <a:t> </a:t>
            </a:r>
            <a:r>
              <a:rPr sz="3600" spc="-25" dirty="0" smtClean="0"/>
              <a:t>WBS</a:t>
            </a:r>
            <a:r>
              <a:rPr lang="en-US" sz="3600" spc="-25" dirty="0" smtClean="0"/>
              <a:t> – </a:t>
            </a:r>
            <a:r>
              <a:rPr lang="en-US" sz="3600" spc="-25" dirty="0" err="1" smtClean="0"/>
              <a:t>Tạo</a:t>
            </a:r>
            <a:r>
              <a:rPr lang="en-US" sz="3600" spc="-25" dirty="0" smtClean="0"/>
              <a:t> WBS</a:t>
            </a:r>
            <a:endParaRPr sz="3600" dirty="0"/>
          </a:p>
        </p:txBody>
      </p:sp>
      <p:pic>
        <p:nvPicPr>
          <p:cNvPr id="3" name="object 3"/>
          <p:cNvPicPr/>
          <p:nvPr/>
        </p:nvPicPr>
        <p:blipFill>
          <a:blip r:embed="rId3" cstate="print"/>
          <a:stretch>
            <a:fillRect/>
          </a:stretch>
        </p:blipFill>
        <p:spPr>
          <a:xfrm>
            <a:off x="4234815" y="1430655"/>
            <a:ext cx="240791" cy="248412"/>
          </a:xfrm>
          <a:prstGeom prst="rect">
            <a:avLst/>
          </a:prstGeom>
        </p:spPr>
      </p:pic>
      <p:pic>
        <p:nvPicPr>
          <p:cNvPr id="4" name="object 4"/>
          <p:cNvPicPr/>
          <p:nvPr/>
        </p:nvPicPr>
        <p:blipFill>
          <a:blip r:embed="rId3" cstate="print"/>
          <a:stretch>
            <a:fillRect/>
          </a:stretch>
        </p:blipFill>
        <p:spPr>
          <a:xfrm>
            <a:off x="4692015" y="1919858"/>
            <a:ext cx="202691" cy="213360"/>
          </a:xfrm>
          <a:prstGeom prst="rect">
            <a:avLst/>
          </a:prstGeom>
        </p:spPr>
      </p:pic>
      <p:sp>
        <p:nvSpPr>
          <p:cNvPr id="5" name="object 5"/>
          <p:cNvSpPr txBox="1"/>
          <p:nvPr/>
        </p:nvSpPr>
        <p:spPr>
          <a:xfrm>
            <a:off x="4565650" y="1218873"/>
            <a:ext cx="3663950" cy="981679"/>
          </a:xfrm>
          <a:prstGeom prst="rect">
            <a:avLst/>
          </a:prstGeom>
        </p:spPr>
        <p:txBody>
          <a:bodyPr vert="horz" wrap="square" lIns="0" tIns="103505" rIns="0" bIns="0" rtlCol="0">
            <a:spAutoFit/>
          </a:bodyPr>
          <a:lstStyle/>
          <a:p>
            <a:pPr marL="12700">
              <a:lnSpc>
                <a:spcPct val="100000"/>
              </a:lnSpc>
              <a:spcBef>
                <a:spcPts val="815"/>
              </a:spcBef>
            </a:pPr>
            <a:r>
              <a:rPr lang="en-US" sz="2800" dirty="0" smtClean="0">
                <a:latin typeface="Arial"/>
                <a:cs typeface="Arial"/>
              </a:rPr>
              <a:t>Hai </a:t>
            </a:r>
            <a:r>
              <a:rPr lang="en-US" sz="2800" dirty="0" err="1" smtClean="0">
                <a:latin typeface="Arial"/>
                <a:cs typeface="Arial"/>
              </a:rPr>
              <a:t>hình</a:t>
            </a:r>
            <a:r>
              <a:rPr lang="en-US" sz="2800" dirty="0" smtClean="0">
                <a:latin typeface="Arial"/>
                <a:cs typeface="Arial"/>
              </a:rPr>
              <a:t> </a:t>
            </a:r>
            <a:r>
              <a:rPr lang="en-US" sz="2800" dirty="0" err="1" smtClean="0">
                <a:latin typeface="Arial"/>
                <a:cs typeface="Arial"/>
              </a:rPr>
              <a:t>thức</a:t>
            </a:r>
            <a:r>
              <a:rPr sz="2800" spc="-45" dirty="0" smtClean="0">
                <a:latin typeface="Arial"/>
                <a:cs typeface="Arial"/>
              </a:rPr>
              <a:t> </a:t>
            </a:r>
            <a:r>
              <a:rPr sz="2800" spc="-20" dirty="0">
                <a:latin typeface="Arial"/>
                <a:cs typeface="Arial"/>
              </a:rPr>
              <a:t>WBS:</a:t>
            </a:r>
            <a:endParaRPr sz="2800" dirty="0">
              <a:latin typeface="Arial"/>
              <a:cs typeface="Arial"/>
            </a:endParaRPr>
          </a:p>
          <a:p>
            <a:pPr marL="413384">
              <a:lnSpc>
                <a:spcPct val="100000"/>
              </a:lnSpc>
              <a:spcBef>
                <a:spcPts val="615"/>
              </a:spcBef>
            </a:pPr>
            <a:r>
              <a:rPr sz="2400" dirty="0">
                <a:latin typeface="Arial"/>
                <a:cs typeface="Arial"/>
              </a:rPr>
              <a:t>Chart</a:t>
            </a:r>
            <a:r>
              <a:rPr sz="2400" spc="-60" dirty="0">
                <a:latin typeface="Arial"/>
                <a:cs typeface="Arial"/>
              </a:rPr>
              <a:t> </a:t>
            </a:r>
            <a:r>
              <a:rPr sz="2400" spc="-20" dirty="0">
                <a:latin typeface="Arial"/>
                <a:cs typeface="Arial"/>
              </a:rPr>
              <a:t>form</a:t>
            </a:r>
            <a:endParaRPr sz="2400" dirty="0">
              <a:latin typeface="Arial"/>
              <a:cs typeface="Arial"/>
            </a:endParaRPr>
          </a:p>
        </p:txBody>
      </p:sp>
      <p:pic>
        <p:nvPicPr>
          <p:cNvPr id="6" name="object 6"/>
          <p:cNvPicPr/>
          <p:nvPr/>
        </p:nvPicPr>
        <p:blipFill>
          <a:blip r:embed="rId3" cstate="print"/>
          <a:stretch>
            <a:fillRect/>
          </a:stretch>
        </p:blipFill>
        <p:spPr>
          <a:xfrm>
            <a:off x="4692015" y="4129659"/>
            <a:ext cx="202691" cy="213360"/>
          </a:xfrm>
          <a:prstGeom prst="rect">
            <a:avLst/>
          </a:prstGeom>
        </p:spPr>
      </p:pic>
      <p:sp>
        <p:nvSpPr>
          <p:cNvPr id="7" name="object 7"/>
          <p:cNvSpPr txBox="1"/>
          <p:nvPr/>
        </p:nvSpPr>
        <p:spPr>
          <a:xfrm>
            <a:off x="4966842" y="4024706"/>
            <a:ext cx="1752600" cy="391795"/>
          </a:xfrm>
          <a:prstGeom prst="rect">
            <a:avLst/>
          </a:prstGeom>
        </p:spPr>
        <p:txBody>
          <a:bodyPr vert="horz" wrap="square" lIns="0" tIns="12700" rIns="0" bIns="0" rtlCol="0">
            <a:spAutoFit/>
          </a:bodyPr>
          <a:lstStyle/>
          <a:p>
            <a:pPr marL="12700">
              <a:lnSpc>
                <a:spcPct val="100000"/>
              </a:lnSpc>
              <a:spcBef>
                <a:spcPts val="100"/>
              </a:spcBef>
            </a:pPr>
            <a:r>
              <a:rPr sz="2400" dirty="0">
                <a:latin typeface="Arial"/>
                <a:cs typeface="Arial"/>
              </a:rPr>
              <a:t>Tabular</a:t>
            </a:r>
            <a:r>
              <a:rPr sz="2400" spc="-45" dirty="0">
                <a:latin typeface="Arial"/>
                <a:cs typeface="Arial"/>
              </a:rPr>
              <a:t> </a:t>
            </a:r>
            <a:r>
              <a:rPr sz="2400" spc="-20" dirty="0">
                <a:latin typeface="Arial"/>
                <a:cs typeface="Arial"/>
              </a:rPr>
              <a:t>form</a:t>
            </a:r>
            <a:endParaRPr sz="2400">
              <a:latin typeface="Arial"/>
              <a:cs typeface="Arial"/>
            </a:endParaRPr>
          </a:p>
        </p:txBody>
      </p:sp>
      <p:grpSp>
        <p:nvGrpSpPr>
          <p:cNvPr id="8" name="object 8"/>
          <p:cNvGrpSpPr/>
          <p:nvPr/>
        </p:nvGrpSpPr>
        <p:grpSpPr>
          <a:xfrm>
            <a:off x="437387" y="1627187"/>
            <a:ext cx="1687195" cy="665480"/>
            <a:chOff x="437387" y="1627187"/>
            <a:chExt cx="1687195" cy="665480"/>
          </a:xfrm>
        </p:grpSpPr>
        <p:pic>
          <p:nvPicPr>
            <p:cNvPr id="9" name="object 9"/>
            <p:cNvPicPr/>
            <p:nvPr/>
          </p:nvPicPr>
          <p:blipFill>
            <a:blip r:embed="rId4" cstate="print"/>
            <a:stretch>
              <a:fillRect/>
            </a:stretch>
          </p:blipFill>
          <p:spPr>
            <a:xfrm>
              <a:off x="464819" y="1702307"/>
              <a:ext cx="1566672" cy="589788"/>
            </a:xfrm>
            <a:prstGeom prst="rect">
              <a:avLst/>
            </a:prstGeom>
          </p:spPr>
        </p:pic>
        <p:pic>
          <p:nvPicPr>
            <p:cNvPr id="10" name="object 10"/>
            <p:cNvPicPr/>
            <p:nvPr/>
          </p:nvPicPr>
          <p:blipFill>
            <a:blip r:embed="rId5" cstate="print"/>
            <a:stretch>
              <a:fillRect/>
            </a:stretch>
          </p:blipFill>
          <p:spPr>
            <a:xfrm>
              <a:off x="437387" y="1789176"/>
              <a:ext cx="1687068" cy="345948"/>
            </a:xfrm>
            <a:prstGeom prst="rect">
              <a:avLst/>
            </a:prstGeom>
          </p:spPr>
        </p:pic>
        <p:sp>
          <p:nvSpPr>
            <p:cNvPr id="11" name="object 11"/>
            <p:cNvSpPr/>
            <p:nvPr/>
          </p:nvSpPr>
          <p:spPr>
            <a:xfrm>
              <a:off x="446074" y="1631950"/>
              <a:ext cx="1554480" cy="577850"/>
            </a:xfrm>
            <a:custGeom>
              <a:avLst/>
              <a:gdLst/>
              <a:ahLst/>
              <a:cxnLst/>
              <a:rect l="l" t="t" r="r" b="b"/>
              <a:pathLst>
                <a:path w="1554480" h="577850">
                  <a:moveTo>
                    <a:pt x="1554099" y="0"/>
                  </a:moveTo>
                  <a:lnTo>
                    <a:pt x="0" y="0"/>
                  </a:lnTo>
                  <a:lnTo>
                    <a:pt x="0" y="577850"/>
                  </a:lnTo>
                  <a:lnTo>
                    <a:pt x="1554099" y="577850"/>
                  </a:lnTo>
                  <a:lnTo>
                    <a:pt x="1554099" y="0"/>
                  </a:lnTo>
                  <a:close/>
                </a:path>
              </a:pathLst>
            </a:custGeom>
            <a:solidFill>
              <a:srgbClr val="FF3300"/>
            </a:solidFill>
          </p:spPr>
          <p:txBody>
            <a:bodyPr wrap="square" lIns="0" tIns="0" rIns="0" bIns="0" rtlCol="0"/>
            <a:lstStyle/>
            <a:p>
              <a:endParaRPr/>
            </a:p>
          </p:txBody>
        </p:sp>
        <p:sp>
          <p:nvSpPr>
            <p:cNvPr id="12" name="object 12"/>
            <p:cNvSpPr/>
            <p:nvPr/>
          </p:nvSpPr>
          <p:spPr>
            <a:xfrm>
              <a:off x="446074" y="1631950"/>
              <a:ext cx="1554480" cy="577850"/>
            </a:xfrm>
            <a:custGeom>
              <a:avLst/>
              <a:gdLst/>
              <a:ahLst/>
              <a:cxnLst/>
              <a:rect l="l" t="t" r="r" b="b"/>
              <a:pathLst>
                <a:path w="1554480" h="577850">
                  <a:moveTo>
                    <a:pt x="0" y="577850"/>
                  </a:moveTo>
                  <a:lnTo>
                    <a:pt x="1554099" y="577850"/>
                  </a:lnTo>
                  <a:lnTo>
                    <a:pt x="1554099" y="0"/>
                  </a:lnTo>
                  <a:lnTo>
                    <a:pt x="0" y="0"/>
                  </a:lnTo>
                  <a:lnTo>
                    <a:pt x="0" y="577850"/>
                  </a:lnTo>
                  <a:close/>
                </a:path>
              </a:pathLst>
            </a:custGeom>
            <a:ln w="9524">
              <a:solidFill>
                <a:srgbClr val="000000"/>
              </a:solidFill>
            </a:ln>
          </p:spPr>
          <p:txBody>
            <a:bodyPr wrap="square" lIns="0" tIns="0" rIns="0" bIns="0" rtlCol="0"/>
            <a:lstStyle/>
            <a:p>
              <a:endParaRPr/>
            </a:p>
          </p:txBody>
        </p:sp>
      </p:grpSp>
      <p:sp>
        <p:nvSpPr>
          <p:cNvPr id="13" name="object 13"/>
          <p:cNvSpPr txBox="1"/>
          <p:nvPr/>
        </p:nvSpPr>
        <p:spPr>
          <a:xfrm>
            <a:off x="446074" y="1631950"/>
            <a:ext cx="1554480" cy="577850"/>
          </a:xfrm>
          <a:prstGeom prst="rect">
            <a:avLst/>
          </a:prstGeom>
        </p:spPr>
        <p:txBody>
          <a:bodyPr vert="horz" wrap="square" lIns="0" tIns="145415" rIns="0" bIns="0" rtlCol="0">
            <a:spAutoFit/>
          </a:bodyPr>
          <a:lstStyle/>
          <a:p>
            <a:pPr marL="103505">
              <a:lnSpc>
                <a:spcPct val="100000"/>
              </a:lnSpc>
              <a:spcBef>
                <a:spcPts val="1145"/>
              </a:spcBef>
            </a:pPr>
            <a:r>
              <a:rPr sz="1800" b="1" dirty="0">
                <a:latin typeface="Arial"/>
                <a:cs typeface="Arial"/>
              </a:rPr>
              <a:t>Project</a:t>
            </a:r>
            <a:r>
              <a:rPr sz="1800" b="1" spc="-90" dirty="0">
                <a:latin typeface="Arial"/>
                <a:cs typeface="Arial"/>
              </a:rPr>
              <a:t> </a:t>
            </a:r>
            <a:r>
              <a:rPr sz="1800" b="1" spc="-20" dirty="0">
                <a:latin typeface="Arial"/>
                <a:cs typeface="Arial"/>
              </a:rPr>
              <a:t>Goal</a:t>
            </a:r>
            <a:endParaRPr sz="1800">
              <a:latin typeface="Arial"/>
              <a:cs typeface="Arial"/>
            </a:endParaRPr>
          </a:p>
        </p:txBody>
      </p:sp>
      <p:grpSp>
        <p:nvGrpSpPr>
          <p:cNvPr id="14" name="object 14"/>
          <p:cNvGrpSpPr/>
          <p:nvPr/>
        </p:nvGrpSpPr>
        <p:grpSpPr>
          <a:xfrm>
            <a:off x="92075" y="2708211"/>
            <a:ext cx="2226310" cy="791210"/>
            <a:chOff x="92075" y="2708211"/>
            <a:chExt cx="2226310" cy="791210"/>
          </a:xfrm>
        </p:grpSpPr>
        <p:pic>
          <p:nvPicPr>
            <p:cNvPr id="15" name="object 15"/>
            <p:cNvPicPr/>
            <p:nvPr/>
          </p:nvPicPr>
          <p:blipFill>
            <a:blip r:embed="rId6" cstate="print"/>
            <a:stretch>
              <a:fillRect/>
            </a:stretch>
          </p:blipFill>
          <p:spPr>
            <a:xfrm>
              <a:off x="115824" y="2770631"/>
              <a:ext cx="1530095" cy="728472"/>
            </a:xfrm>
            <a:prstGeom prst="rect">
              <a:avLst/>
            </a:prstGeom>
          </p:spPr>
        </p:pic>
        <p:pic>
          <p:nvPicPr>
            <p:cNvPr id="16" name="object 16"/>
            <p:cNvPicPr/>
            <p:nvPr/>
          </p:nvPicPr>
          <p:blipFill>
            <a:blip r:embed="rId7" cstate="print"/>
            <a:stretch>
              <a:fillRect/>
            </a:stretch>
          </p:blipFill>
          <p:spPr>
            <a:xfrm>
              <a:off x="233171" y="2985515"/>
              <a:ext cx="1341120" cy="249936"/>
            </a:xfrm>
            <a:prstGeom prst="rect">
              <a:avLst/>
            </a:prstGeom>
          </p:spPr>
        </p:pic>
        <p:sp>
          <p:nvSpPr>
            <p:cNvPr id="17" name="object 17"/>
            <p:cNvSpPr/>
            <p:nvPr/>
          </p:nvSpPr>
          <p:spPr>
            <a:xfrm>
              <a:off x="96837" y="2712973"/>
              <a:ext cx="1518285" cy="716280"/>
            </a:xfrm>
            <a:custGeom>
              <a:avLst/>
              <a:gdLst/>
              <a:ahLst/>
              <a:cxnLst/>
              <a:rect l="l" t="t" r="r" b="b"/>
              <a:pathLst>
                <a:path w="1518285" h="716279">
                  <a:moveTo>
                    <a:pt x="758825" y="0"/>
                  </a:moveTo>
                  <a:lnTo>
                    <a:pt x="696589" y="1186"/>
                  </a:lnTo>
                  <a:lnTo>
                    <a:pt x="635739" y="4685"/>
                  </a:lnTo>
                  <a:lnTo>
                    <a:pt x="576470" y="10404"/>
                  </a:lnTo>
                  <a:lnTo>
                    <a:pt x="518977" y="18250"/>
                  </a:lnTo>
                  <a:lnTo>
                    <a:pt x="463456" y="28132"/>
                  </a:lnTo>
                  <a:lnTo>
                    <a:pt x="410101" y="39958"/>
                  </a:lnTo>
                  <a:lnTo>
                    <a:pt x="359108" y="53635"/>
                  </a:lnTo>
                  <a:lnTo>
                    <a:pt x="310673" y="69071"/>
                  </a:lnTo>
                  <a:lnTo>
                    <a:pt x="264990" y="86175"/>
                  </a:lnTo>
                  <a:lnTo>
                    <a:pt x="222255" y="104854"/>
                  </a:lnTo>
                  <a:lnTo>
                    <a:pt x="182663" y="125016"/>
                  </a:lnTo>
                  <a:lnTo>
                    <a:pt x="146409" y="146569"/>
                  </a:lnTo>
                  <a:lnTo>
                    <a:pt x="113690" y="169420"/>
                  </a:lnTo>
                  <a:lnTo>
                    <a:pt x="59632" y="218652"/>
                  </a:lnTo>
                  <a:lnTo>
                    <a:pt x="22053" y="271973"/>
                  </a:lnTo>
                  <a:lnTo>
                    <a:pt x="2515" y="328648"/>
                  </a:lnTo>
                  <a:lnTo>
                    <a:pt x="0" y="358013"/>
                  </a:lnTo>
                  <a:lnTo>
                    <a:pt x="2516" y="387377"/>
                  </a:lnTo>
                  <a:lnTo>
                    <a:pt x="22054" y="444052"/>
                  </a:lnTo>
                  <a:lnTo>
                    <a:pt x="59633" y="497373"/>
                  </a:lnTo>
                  <a:lnTo>
                    <a:pt x="113690" y="546605"/>
                  </a:lnTo>
                  <a:lnTo>
                    <a:pt x="146410" y="569456"/>
                  </a:lnTo>
                  <a:lnTo>
                    <a:pt x="182663" y="591009"/>
                  </a:lnTo>
                  <a:lnTo>
                    <a:pt x="222255" y="611171"/>
                  </a:lnTo>
                  <a:lnTo>
                    <a:pt x="264990" y="629850"/>
                  </a:lnTo>
                  <a:lnTo>
                    <a:pt x="310673" y="646954"/>
                  </a:lnTo>
                  <a:lnTo>
                    <a:pt x="359108" y="662390"/>
                  </a:lnTo>
                  <a:lnTo>
                    <a:pt x="410101" y="676067"/>
                  </a:lnTo>
                  <a:lnTo>
                    <a:pt x="463456" y="687893"/>
                  </a:lnTo>
                  <a:lnTo>
                    <a:pt x="518977" y="697775"/>
                  </a:lnTo>
                  <a:lnTo>
                    <a:pt x="576470" y="705621"/>
                  </a:lnTo>
                  <a:lnTo>
                    <a:pt x="635739" y="711340"/>
                  </a:lnTo>
                  <a:lnTo>
                    <a:pt x="696589" y="714839"/>
                  </a:lnTo>
                  <a:lnTo>
                    <a:pt x="758825" y="716026"/>
                  </a:lnTo>
                  <a:lnTo>
                    <a:pt x="821054" y="714839"/>
                  </a:lnTo>
                  <a:lnTo>
                    <a:pt x="881899" y="711340"/>
                  </a:lnTo>
                  <a:lnTo>
                    <a:pt x="941166" y="705621"/>
                  </a:lnTo>
                  <a:lnTo>
                    <a:pt x="998659" y="697775"/>
                  </a:lnTo>
                  <a:lnTo>
                    <a:pt x="1054182" y="687893"/>
                  </a:lnTo>
                  <a:lnTo>
                    <a:pt x="1107540" y="676067"/>
                  </a:lnTo>
                  <a:lnTo>
                    <a:pt x="1158536" y="662390"/>
                  </a:lnTo>
                  <a:lnTo>
                    <a:pt x="1206977" y="646954"/>
                  </a:lnTo>
                  <a:lnTo>
                    <a:pt x="1252666" y="629850"/>
                  </a:lnTo>
                  <a:lnTo>
                    <a:pt x="1295407" y="611171"/>
                  </a:lnTo>
                  <a:lnTo>
                    <a:pt x="1335006" y="591009"/>
                  </a:lnTo>
                  <a:lnTo>
                    <a:pt x="1371267" y="569456"/>
                  </a:lnTo>
                  <a:lnTo>
                    <a:pt x="1403994" y="546605"/>
                  </a:lnTo>
                  <a:lnTo>
                    <a:pt x="1458064" y="497373"/>
                  </a:lnTo>
                  <a:lnTo>
                    <a:pt x="1495653" y="444052"/>
                  </a:lnTo>
                  <a:lnTo>
                    <a:pt x="1515197" y="387377"/>
                  </a:lnTo>
                  <a:lnTo>
                    <a:pt x="1517713" y="358013"/>
                  </a:lnTo>
                  <a:lnTo>
                    <a:pt x="1515197" y="328648"/>
                  </a:lnTo>
                  <a:lnTo>
                    <a:pt x="1495653" y="271973"/>
                  </a:lnTo>
                  <a:lnTo>
                    <a:pt x="1458064" y="218652"/>
                  </a:lnTo>
                  <a:lnTo>
                    <a:pt x="1403994" y="169420"/>
                  </a:lnTo>
                  <a:lnTo>
                    <a:pt x="1371267" y="146569"/>
                  </a:lnTo>
                  <a:lnTo>
                    <a:pt x="1335006" y="125016"/>
                  </a:lnTo>
                  <a:lnTo>
                    <a:pt x="1295407" y="104854"/>
                  </a:lnTo>
                  <a:lnTo>
                    <a:pt x="1252666" y="86175"/>
                  </a:lnTo>
                  <a:lnTo>
                    <a:pt x="1206977" y="69071"/>
                  </a:lnTo>
                  <a:lnTo>
                    <a:pt x="1158536" y="53635"/>
                  </a:lnTo>
                  <a:lnTo>
                    <a:pt x="1107540" y="39958"/>
                  </a:lnTo>
                  <a:lnTo>
                    <a:pt x="1054182" y="28132"/>
                  </a:lnTo>
                  <a:lnTo>
                    <a:pt x="998659" y="18250"/>
                  </a:lnTo>
                  <a:lnTo>
                    <a:pt x="941166" y="10404"/>
                  </a:lnTo>
                  <a:lnTo>
                    <a:pt x="881899" y="4685"/>
                  </a:lnTo>
                  <a:lnTo>
                    <a:pt x="821054" y="1186"/>
                  </a:lnTo>
                  <a:lnTo>
                    <a:pt x="758825" y="0"/>
                  </a:lnTo>
                  <a:close/>
                </a:path>
              </a:pathLst>
            </a:custGeom>
            <a:solidFill>
              <a:srgbClr val="FFFFFF"/>
            </a:solidFill>
          </p:spPr>
          <p:txBody>
            <a:bodyPr wrap="square" lIns="0" tIns="0" rIns="0" bIns="0" rtlCol="0"/>
            <a:lstStyle/>
            <a:p>
              <a:endParaRPr/>
            </a:p>
          </p:txBody>
        </p:sp>
        <p:sp>
          <p:nvSpPr>
            <p:cNvPr id="18" name="object 18"/>
            <p:cNvSpPr/>
            <p:nvPr/>
          </p:nvSpPr>
          <p:spPr>
            <a:xfrm>
              <a:off x="96837" y="2712973"/>
              <a:ext cx="1518285" cy="716280"/>
            </a:xfrm>
            <a:custGeom>
              <a:avLst/>
              <a:gdLst/>
              <a:ahLst/>
              <a:cxnLst/>
              <a:rect l="l" t="t" r="r" b="b"/>
              <a:pathLst>
                <a:path w="1518285" h="716279">
                  <a:moveTo>
                    <a:pt x="0" y="358013"/>
                  </a:moveTo>
                  <a:lnTo>
                    <a:pt x="9932" y="299938"/>
                  </a:lnTo>
                  <a:lnTo>
                    <a:pt x="38685" y="244847"/>
                  </a:lnTo>
                  <a:lnTo>
                    <a:pt x="84699" y="193479"/>
                  </a:lnTo>
                  <a:lnTo>
                    <a:pt x="146409" y="146569"/>
                  </a:lnTo>
                  <a:lnTo>
                    <a:pt x="182663" y="125016"/>
                  </a:lnTo>
                  <a:lnTo>
                    <a:pt x="222255" y="104854"/>
                  </a:lnTo>
                  <a:lnTo>
                    <a:pt x="264990" y="86175"/>
                  </a:lnTo>
                  <a:lnTo>
                    <a:pt x="310673" y="69071"/>
                  </a:lnTo>
                  <a:lnTo>
                    <a:pt x="359108" y="53635"/>
                  </a:lnTo>
                  <a:lnTo>
                    <a:pt x="410101" y="39958"/>
                  </a:lnTo>
                  <a:lnTo>
                    <a:pt x="463456" y="28132"/>
                  </a:lnTo>
                  <a:lnTo>
                    <a:pt x="518977" y="18250"/>
                  </a:lnTo>
                  <a:lnTo>
                    <a:pt x="576470" y="10404"/>
                  </a:lnTo>
                  <a:lnTo>
                    <a:pt x="635739" y="4685"/>
                  </a:lnTo>
                  <a:lnTo>
                    <a:pt x="696589" y="1186"/>
                  </a:lnTo>
                  <a:lnTo>
                    <a:pt x="758825" y="0"/>
                  </a:lnTo>
                  <a:lnTo>
                    <a:pt x="821054" y="1186"/>
                  </a:lnTo>
                  <a:lnTo>
                    <a:pt x="881899" y="4685"/>
                  </a:lnTo>
                  <a:lnTo>
                    <a:pt x="941166" y="10404"/>
                  </a:lnTo>
                  <a:lnTo>
                    <a:pt x="998659" y="18250"/>
                  </a:lnTo>
                  <a:lnTo>
                    <a:pt x="1054182" y="28132"/>
                  </a:lnTo>
                  <a:lnTo>
                    <a:pt x="1107540" y="39958"/>
                  </a:lnTo>
                  <a:lnTo>
                    <a:pt x="1158536" y="53635"/>
                  </a:lnTo>
                  <a:lnTo>
                    <a:pt x="1206977" y="69071"/>
                  </a:lnTo>
                  <a:lnTo>
                    <a:pt x="1252666" y="86175"/>
                  </a:lnTo>
                  <a:lnTo>
                    <a:pt x="1295407" y="104854"/>
                  </a:lnTo>
                  <a:lnTo>
                    <a:pt x="1335006" y="125016"/>
                  </a:lnTo>
                  <a:lnTo>
                    <a:pt x="1371267" y="146569"/>
                  </a:lnTo>
                  <a:lnTo>
                    <a:pt x="1403994" y="169420"/>
                  </a:lnTo>
                  <a:lnTo>
                    <a:pt x="1458064" y="218652"/>
                  </a:lnTo>
                  <a:lnTo>
                    <a:pt x="1495653" y="271973"/>
                  </a:lnTo>
                  <a:lnTo>
                    <a:pt x="1515197" y="328648"/>
                  </a:lnTo>
                  <a:lnTo>
                    <a:pt x="1517713" y="358013"/>
                  </a:lnTo>
                  <a:lnTo>
                    <a:pt x="1515197" y="387377"/>
                  </a:lnTo>
                  <a:lnTo>
                    <a:pt x="1507778" y="416087"/>
                  </a:lnTo>
                  <a:lnTo>
                    <a:pt x="1479016" y="471178"/>
                  </a:lnTo>
                  <a:lnTo>
                    <a:pt x="1432991" y="522546"/>
                  </a:lnTo>
                  <a:lnTo>
                    <a:pt x="1371267" y="569456"/>
                  </a:lnTo>
                  <a:lnTo>
                    <a:pt x="1335006" y="591009"/>
                  </a:lnTo>
                  <a:lnTo>
                    <a:pt x="1295407" y="611171"/>
                  </a:lnTo>
                  <a:lnTo>
                    <a:pt x="1252666" y="629850"/>
                  </a:lnTo>
                  <a:lnTo>
                    <a:pt x="1206977" y="646954"/>
                  </a:lnTo>
                  <a:lnTo>
                    <a:pt x="1158536" y="662390"/>
                  </a:lnTo>
                  <a:lnTo>
                    <a:pt x="1107540" y="676067"/>
                  </a:lnTo>
                  <a:lnTo>
                    <a:pt x="1054182" y="687893"/>
                  </a:lnTo>
                  <a:lnTo>
                    <a:pt x="998659" y="697775"/>
                  </a:lnTo>
                  <a:lnTo>
                    <a:pt x="941166" y="705621"/>
                  </a:lnTo>
                  <a:lnTo>
                    <a:pt x="881899" y="711340"/>
                  </a:lnTo>
                  <a:lnTo>
                    <a:pt x="821054" y="714839"/>
                  </a:lnTo>
                  <a:lnTo>
                    <a:pt x="758825" y="716026"/>
                  </a:lnTo>
                  <a:lnTo>
                    <a:pt x="696589" y="714839"/>
                  </a:lnTo>
                  <a:lnTo>
                    <a:pt x="635739" y="711340"/>
                  </a:lnTo>
                  <a:lnTo>
                    <a:pt x="576470" y="705621"/>
                  </a:lnTo>
                  <a:lnTo>
                    <a:pt x="518977" y="697775"/>
                  </a:lnTo>
                  <a:lnTo>
                    <a:pt x="463456" y="687893"/>
                  </a:lnTo>
                  <a:lnTo>
                    <a:pt x="410101" y="676067"/>
                  </a:lnTo>
                  <a:lnTo>
                    <a:pt x="359108" y="662390"/>
                  </a:lnTo>
                  <a:lnTo>
                    <a:pt x="310673" y="646954"/>
                  </a:lnTo>
                  <a:lnTo>
                    <a:pt x="264990" y="629850"/>
                  </a:lnTo>
                  <a:lnTo>
                    <a:pt x="222255" y="611171"/>
                  </a:lnTo>
                  <a:lnTo>
                    <a:pt x="182663" y="591009"/>
                  </a:lnTo>
                  <a:lnTo>
                    <a:pt x="146410" y="569456"/>
                  </a:lnTo>
                  <a:lnTo>
                    <a:pt x="113690" y="546605"/>
                  </a:lnTo>
                  <a:lnTo>
                    <a:pt x="59633" y="497373"/>
                  </a:lnTo>
                  <a:lnTo>
                    <a:pt x="22054" y="444052"/>
                  </a:lnTo>
                  <a:lnTo>
                    <a:pt x="2516" y="387377"/>
                  </a:lnTo>
                  <a:lnTo>
                    <a:pt x="1" y="358013"/>
                  </a:lnTo>
                  <a:close/>
                </a:path>
              </a:pathLst>
            </a:custGeom>
            <a:ln w="9525">
              <a:solidFill>
                <a:srgbClr val="000000"/>
              </a:solidFill>
            </a:ln>
          </p:spPr>
          <p:txBody>
            <a:bodyPr wrap="square" lIns="0" tIns="0" rIns="0" bIns="0" rtlCol="0"/>
            <a:lstStyle/>
            <a:p>
              <a:endParaRPr/>
            </a:p>
          </p:txBody>
        </p:sp>
        <p:pic>
          <p:nvPicPr>
            <p:cNvPr id="19" name="object 19"/>
            <p:cNvPicPr/>
            <p:nvPr/>
          </p:nvPicPr>
          <p:blipFill>
            <a:blip r:embed="rId8" cstate="print"/>
            <a:stretch>
              <a:fillRect/>
            </a:stretch>
          </p:blipFill>
          <p:spPr>
            <a:xfrm>
              <a:off x="304800" y="2770631"/>
              <a:ext cx="1530096" cy="728472"/>
            </a:xfrm>
            <a:prstGeom prst="rect">
              <a:avLst/>
            </a:prstGeom>
          </p:spPr>
        </p:pic>
        <p:pic>
          <p:nvPicPr>
            <p:cNvPr id="20" name="object 20"/>
            <p:cNvPicPr/>
            <p:nvPr/>
          </p:nvPicPr>
          <p:blipFill>
            <a:blip r:embed="rId9" cstate="print"/>
            <a:stretch>
              <a:fillRect/>
            </a:stretch>
          </p:blipFill>
          <p:spPr>
            <a:xfrm>
              <a:off x="422147" y="2985515"/>
              <a:ext cx="1341120" cy="249936"/>
            </a:xfrm>
            <a:prstGeom prst="rect">
              <a:avLst/>
            </a:prstGeom>
          </p:spPr>
        </p:pic>
        <p:sp>
          <p:nvSpPr>
            <p:cNvPr id="21" name="object 21"/>
            <p:cNvSpPr/>
            <p:nvPr/>
          </p:nvSpPr>
          <p:spPr>
            <a:xfrm>
              <a:off x="285724" y="2712973"/>
              <a:ext cx="1518285" cy="716280"/>
            </a:xfrm>
            <a:custGeom>
              <a:avLst/>
              <a:gdLst/>
              <a:ahLst/>
              <a:cxnLst/>
              <a:rect l="l" t="t" r="r" b="b"/>
              <a:pathLst>
                <a:path w="1518285" h="716279">
                  <a:moveTo>
                    <a:pt x="758825" y="0"/>
                  </a:moveTo>
                  <a:lnTo>
                    <a:pt x="696589" y="1186"/>
                  </a:lnTo>
                  <a:lnTo>
                    <a:pt x="635739" y="4685"/>
                  </a:lnTo>
                  <a:lnTo>
                    <a:pt x="576470" y="10404"/>
                  </a:lnTo>
                  <a:lnTo>
                    <a:pt x="518977" y="18250"/>
                  </a:lnTo>
                  <a:lnTo>
                    <a:pt x="463456" y="28132"/>
                  </a:lnTo>
                  <a:lnTo>
                    <a:pt x="410101" y="39958"/>
                  </a:lnTo>
                  <a:lnTo>
                    <a:pt x="359108" y="53635"/>
                  </a:lnTo>
                  <a:lnTo>
                    <a:pt x="310672" y="69071"/>
                  </a:lnTo>
                  <a:lnTo>
                    <a:pt x="264989" y="86175"/>
                  </a:lnTo>
                  <a:lnTo>
                    <a:pt x="222254" y="104854"/>
                  </a:lnTo>
                  <a:lnTo>
                    <a:pt x="182662" y="125016"/>
                  </a:lnTo>
                  <a:lnTo>
                    <a:pt x="146409" y="146569"/>
                  </a:lnTo>
                  <a:lnTo>
                    <a:pt x="113689" y="169420"/>
                  </a:lnTo>
                  <a:lnTo>
                    <a:pt x="59632" y="218652"/>
                  </a:lnTo>
                  <a:lnTo>
                    <a:pt x="22053" y="271973"/>
                  </a:lnTo>
                  <a:lnTo>
                    <a:pt x="2515" y="328648"/>
                  </a:lnTo>
                  <a:lnTo>
                    <a:pt x="0" y="358013"/>
                  </a:lnTo>
                  <a:lnTo>
                    <a:pt x="2515" y="387377"/>
                  </a:lnTo>
                  <a:lnTo>
                    <a:pt x="22053" y="444052"/>
                  </a:lnTo>
                  <a:lnTo>
                    <a:pt x="59632" y="497373"/>
                  </a:lnTo>
                  <a:lnTo>
                    <a:pt x="113689" y="546605"/>
                  </a:lnTo>
                  <a:lnTo>
                    <a:pt x="146409" y="569456"/>
                  </a:lnTo>
                  <a:lnTo>
                    <a:pt x="182662" y="591009"/>
                  </a:lnTo>
                  <a:lnTo>
                    <a:pt x="222254" y="611171"/>
                  </a:lnTo>
                  <a:lnTo>
                    <a:pt x="264989" y="629850"/>
                  </a:lnTo>
                  <a:lnTo>
                    <a:pt x="310672" y="646954"/>
                  </a:lnTo>
                  <a:lnTo>
                    <a:pt x="359108" y="662390"/>
                  </a:lnTo>
                  <a:lnTo>
                    <a:pt x="410101" y="676067"/>
                  </a:lnTo>
                  <a:lnTo>
                    <a:pt x="463456" y="687893"/>
                  </a:lnTo>
                  <a:lnTo>
                    <a:pt x="518977" y="697775"/>
                  </a:lnTo>
                  <a:lnTo>
                    <a:pt x="576470" y="705621"/>
                  </a:lnTo>
                  <a:lnTo>
                    <a:pt x="635739" y="711340"/>
                  </a:lnTo>
                  <a:lnTo>
                    <a:pt x="696589" y="714839"/>
                  </a:lnTo>
                  <a:lnTo>
                    <a:pt x="758825" y="716026"/>
                  </a:lnTo>
                  <a:lnTo>
                    <a:pt x="821065" y="714839"/>
                  </a:lnTo>
                  <a:lnTo>
                    <a:pt x="881920" y="711340"/>
                  </a:lnTo>
                  <a:lnTo>
                    <a:pt x="941193" y="705621"/>
                  </a:lnTo>
                  <a:lnTo>
                    <a:pt x="998689" y="697775"/>
                  </a:lnTo>
                  <a:lnTo>
                    <a:pt x="1054213" y="687893"/>
                  </a:lnTo>
                  <a:lnTo>
                    <a:pt x="1107570" y="676067"/>
                  </a:lnTo>
                  <a:lnTo>
                    <a:pt x="1158565" y="662390"/>
                  </a:lnTo>
                  <a:lnTo>
                    <a:pt x="1207002" y="646954"/>
                  </a:lnTo>
                  <a:lnTo>
                    <a:pt x="1252686" y="629850"/>
                  </a:lnTo>
                  <a:lnTo>
                    <a:pt x="1295422" y="611171"/>
                  </a:lnTo>
                  <a:lnTo>
                    <a:pt x="1335014" y="591009"/>
                  </a:lnTo>
                  <a:lnTo>
                    <a:pt x="1371268" y="569456"/>
                  </a:lnTo>
                  <a:lnTo>
                    <a:pt x="1403987" y="546605"/>
                  </a:lnTo>
                  <a:lnTo>
                    <a:pt x="1458044" y="497373"/>
                  </a:lnTo>
                  <a:lnTo>
                    <a:pt x="1495622" y="444052"/>
                  </a:lnTo>
                  <a:lnTo>
                    <a:pt x="1515160" y="387377"/>
                  </a:lnTo>
                  <a:lnTo>
                    <a:pt x="1517675" y="358013"/>
                  </a:lnTo>
                  <a:lnTo>
                    <a:pt x="1515160" y="328648"/>
                  </a:lnTo>
                  <a:lnTo>
                    <a:pt x="1495622" y="271973"/>
                  </a:lnTo>
                  <a:lnTo>
                    <a:pt x="1458044" y="218652"/>
                  </a:lnTo>
                  <a:lnTo>
                    <a:pt x="1403987" y="169420"/>
                  </a:lnTo>
                  <a:lnTo>
                    <a:pt x="1371268" y="146569"/>
                  </a:lnTo>
                  <a:lnTo>
                    <a:pt x="1335014" y="125016"/>
                  </a:lnTo>
                  <a:lnTo>
                    <a:pt x="1295422" y="104854"/>
                  </a:lnTo>
                  <a:lnTo>
                    <a:pt x="1252686" y="86175"/>
                  </a:lnTo>
                  <a:lnTo>
                    <a:pt x="1207002" y="69071"/>
                  </a:lnTo>
                  <a:lnTo>
                    <a:pt x="1158565" y="53635"/>
                  </a:lnTo>
                  <a:lnTo>
                    <a:pt x="1107570" y="39958"/>
                  </a:lnTo>
                  <a:lnTo>
                    <a:pt x="1054213" y="28132"/>
                  </a:lnTo>
                  <a:lnTo>
                    <a:pt x="998689" y="18250"/>
                  </a:lnTo>
                  <a:lnTo>
                    <a:pt x="941193" y="10404"/>
                  </a:lnTo>
                  <a:lnTo>
                    <a:pt x="881920" y="4685"/>
                  </a:lnTo>
                  <a:lnTo>
                    <a:pt x="821065" y="1186"/>
                  </a:lnTo>
                  <a:lnTo>
                    <a:pt x="758825" y="0"/>
                  </a:lnTo>
                  <a:close/>
                </a:path>
              </a:pathLst>
            </a:custGeom>
            <a:solidFill>
              <a:srgbClr val="FFFFFF"/>
            </a:solidFill>
          </p:spPr>
          <p:txBody>
            <a:bodyPr wrap="square" lIns="0" tIns="0" rIns="0" bIns="0" rtlCol="0"/>
            <a:lstStyle/>
            <a:p>
              <a:endParaRPr/>
            </a:p>
          </p:txBody>
        </p:sp>
        <p:sp>
          <p:nvSpPr>
            <p:cNvPr id="22" name="object 22"/>
            <p:cNvSpPr/>
            <p:nvPr/>
          </p:nvSpPr>
          <p:spPr>
            <a:xfrm>
              <a:off x="285724" y="2712973"/>
              <a:ext cx="1518285" cy="716280"/>
            </a:xfrm>
            <a:custGeom>
              <a:avLst/>
              <a:gdLst/>
              <a:ahLst/>
              <a:cxnLst/>
              <a:rect l="l" t="t" r="r" b="b"/>
              <a:pathLst>
                <a:path w="1518285" h="716279">
                  <a:moveTo>
                    <a:pt x="0" y="358013"/>
                  </a:moveTo>
                  <a:lnTo>
                    <a:pt x="9931" y="299938"/>
                  </a:lnTo>
                  <a:lnTo>
                    <a:pt x="38685" y="244847"/>
                  </a:lnTo>
                  <a:lnTo>
                    <a:pt x="84698" y="193479"/>
                  </a:lnTo>
                  <a:lnTo>
                    <a:pt x="146409" y="146569"/>
                  </a:lnTo>
                  <a:lnTo>
                    <a:pt x="182662" y="125016"/>
                  </a:lnTo>
                  <a:lnTo>
                    <a:pt x="222254" y="104854"/>
                  </a:lnTo>
                  <a:lnTo>
                    <a:pt x="264989" y="86175"/>
                  </a:lnTo>
                  <a:lnTo>
                    <a:pt x="310672" y="69071"/>
                  </a:lnTo>
                  <a:lnTo>
                    <a:pt x="359108" y="53635"/>
                  </a:lnTo>
                  <a:lnTo>
                    <a:pt x="410101" y="39958"/>
                  </a:lnTo>
                  <a:lnTo>
                    <a:pt x="463456" y="28132"/>
                  </a:lnTo>
                  <a:lnTo>
                    <a:pt x="518977" y="18250"/>
                  </a:lnTo>
                  <a:lnTo>
                    <a:pt x="576470" y="10404"/>
                  </a:lnTo>
                  <a:lnTo>
                    <a:pt x="635739" y="4685"/>
                  </a:lnTo>
                  <a:lnTo>
                    <a:pt x="696589" y="1186"/>
                  </a:lnTo>
                  <a:lnTo>
                    <a:pt x="758825" y="0"/>
                  </a:lnTo>
                  <a:lnTo>
                    <a:pt x="821065" y="1186"/>
                  </a:lnTo>
                  <a:lnTo>
                    <a:pt x="881920" y="4685"/>
                  </a:lnTo>
                  <a:lnTo>
                    <a:pt x="941193" y="10404"/>
                  </a:lnTo>
                  <a:lnTo>
                    <a:pt x="998689" y="18250"/>
                  </a:lnTo>
                  <a:lnTo>
                    <a:pt x="1054213" y="28132"/>
                  </a:lnTo>
                  <a:lnTo>
                    <a:pt x="1107570" y="39958"/>
                  </a:lnTo>
                  <a:lnTo>
                    <a:pt x="1158565" y="53635"/>
                  </a:lnTo>
                  <a:lnTo>
                    <a:pt x="1207002" y="69071"/>
                  </a:lnTo>
                  <a:lnTo>
                    <a:pt x="1252686" y="86175"/>
                  </a:lnTo>
                  <a:lnTo>
                    <a:pt x="1295422" y="104854"/>
                  </a:lnTo>
                  <a:lnTo>
                    <a:pt x="1335014" y="125016"/>
                  </a:lnTo>
                  <a:lnTo>
                    <a:pt x="1371268" y="146569"/>
                  </a:lnTo>
                  <a:lnTo>
                    <a:pt x="1403987" y="169420"/>
                  </a:lnTo>
                  <a:lnTo>
                    <a:pt x="1458044" y="218652"/>
                  </a:lnTo>
                  <a:lnTo>
                    <a:pt x="1495622" y="271973"/>
                  </a:lnTo>
                  <a:lnTo>
                    <a:pt x="1515160" y="328648"/>
                  </a:lnTo>
                  <a:lnTo>
                    <a:pt x="1517675" y="358013"/>
                  </a:lnTo>
                  <a:lnTo>
                    <a:pt x="1515160" y="387377"/>
                  </a:lnTo>
                  <a:lnTo>
                    <a:pt x="1507743" y="416087"/>
                  </a:lnTo>
                  <a:lnTo>
                    <a:pt x="1478990" y="471178"/>
                  </a:lnTo>
                  <a:lnTo>
                    <a:pt x="1432978" y="522546"/>
                  </a:lnTo>
                  <a:lnTo>
                    <a:pt x="1371268" y="569456"/>
                  </a:lnTo>
                  <a:lnTo>
                    <a:pt x="1335014" y="591009"/>
                  </a:lnTo>
                  <a:lnTo>
                    <a:pt x="1295422" y="611171"/>
                  </a:lnTo>
                  <a:lnTo>
                    <a:pt x="1252686" y="629850"/>
                  </a:lnTo>
                  <a:lnTo>
                    <a:pt x="1207002" y="646954"/>
                  </a:lnTo>
                  <a:lnTo>
                    <a:pt x="1158565" y="662390"/>
                  </a:lnTo>
                  <a:lnTo>
                    <a:pt x="1107570" y="676067"/>
                  </a:lnTo>
                  <a:lnTo>
                    <a:pt x="1054213" y="687893"/>
                  </a:lnTo>
                  <a:lnTo>
                    <a:pt x="998689" y="697775"/>
                  </a:lnTo>
                  <a:lnTo>
                    <a:pt x="941193" y="705621"/>
                  </a:lnTo>
                  <a:lnTo>
                    <a:pt x="881920" y="711340"/>
                  </a:lnTo>
                  <a:lnTo>
                    <a:pt x="821065" y="714839"/>
                  </a:lnTo>
                  <a:lnTo>
                    <a:pt x="758825" y="716026"/>
                  </a:lnTo>
                  <a:lnTo>
                    <a:pt x="696589" y="714839"/>
                  </a:lnTo>
                  <a:lnTo>
                    <a:pt x="635739" y="711340"/>
                  </a:lnTo>
                  <a:lnTo>
                    <a:pt x="576470" y="705621"/>
                  </a:lnTo>
                  <a:lnTo>
                    <a:pt x="518977" y="697775"/>
                  </a:lnTo>
                  <a:lnTo>
                    <a:pt x="463456" y="687893"/>
                  </a:lnTo>
                  <a:lnTo>
                    <a:pt x="410101" y="676067"/>
                  </a:lnTo>
                  <a:lnTo>
                    <a:pt x="359108" y="662390"/>
                  </a:lnTo>
                  <a:lnTo>
                    <a:pt x="310672" y="646954"/>
                  </a:lnTo>
                  <a:lnTo>
                    <a:pt x="264989" y="629850"/>
                  </a:lnTo>
                  <a:lnTo>
                    <a:pt x="222254" y="611171"/>
                  </a:lnTo>
                  <a:lnTo>
                    <a:pt x="182662" y="591009"/>
                  </a:lnTo>
                  <a:lnTo>
                    <a:pt x="146409" y="569456"/>
                  </a:lnTo>
                  <a:lnTo>
                    <a:pt x="113689" y="546605"/>
                  </a:lnTo>
                  <a:lnTo>
                    <a:pt x="59632" y="497373"/>
                  </a:lnTo>
                  <a:lnTo>
                    <a:pt x="22053" y="444052"/>
                  </a:lnTo>
                  <a:lnTo>
                    <a:pt x="2515" y="387377"/>
                  </a:lnTo>
                  <a:lnTo>
                    <a:pt x="0" y="358013"/>
                  </a:lnTo>
                  <a:close/>
                </a:path>
              </a:pathLst>
            </a:custGeom>
            <a:ln w="9525">
              <a:solidFill>
                <a:srgbClr val="000000"/>
              </a:solidFill>
            </a:ln>
          </p:spPr>
          <p:txBody>
            <a:bodyPr wrap="square" lIns="0" tIns="0" rIns="0" bIns="0" rtlCol="0"/>
            <a:lstStyle/>
            <a:p>
              <a:endParaRPr/>
            </a:p>
          </p:txBody>
        </p:sp>
        <p:pic>
          <p:nvPicPr>
            <p:cNvPr id="23" name="object 23"/>
            <p:cNvPicPr/>
            <p:nvPr/>
          </p:nvPicPr>
          <p:blipFill>
            <a:blip r:embed="rId10" cstate="print"/>
            <a:stretch>
              <a:fillRect/>
            </a:stretch>
          </p:blipFill>
          <p:spPr>
            <a:xfrm>
              <a:off x="787908" y="2770631"/>
              <a:ext cx="1530096" cy="728472"/>
            </a:xfrm>
            <a:prstGeom prst="rect">
              <a:avLst/>
            </a:prstGeom>
          </p:spPr>
        </p:pic>
        <p:pic>
          <p:nvPicPr>
            <p:cNvPr id="24" name="object 24"/>
            <p:cNvPicPr/>
            <p:nvPr/>
          </p:nvPicPr>
          <p:blipFill>
            <a:blip r:embed="rId11" cstate="print"/>
            <a:stretch>
              <a:fillRect/>
            </a:stretch>
          </p:blipFill>
          <p:spPr>
            <a:xfrm>
              <a:off x="905255" y="2985515"/>
              <a:ext cx="1341120" cy="249936"/>
            </a:xfrm>
            <a:prstGeom prst="rect">
              <a:avLst/>
            </a:prstGeom>
          </p:spPr>
        </p:pic>
        <p:sp>
          <p:nvSpPr>
            <p:cNvPr id="25" name="object 25"/>
            <p:cNvSpPr/>
            <p:nvPr/>
          </p:nvSpPr>
          <p:spPr>
            <a:xfrm>
              <a:off x="768337" y="2712973"/>
              <a:ext cx="1518285" cy="716280"/>
            </a:xfrm>
            <a:custGeom>
              <a:avLst/>
              <a:gdLst/>
              <a:ahLst/>
              <a:cxnLst/>
              <a:rect l="l" t="t" r="r" b="b"/>
              <a:pathLst>
                <a:path w="1518285" h="716279">
                  <a:moveTo>
                    <a:pt x="758837" y="0"/>
                  </a:moveTo>
                  <a:lnTo>
                    <a:pt x="696600" y="1186"/>
                  </a:lnTo>
                  <a:lnTo>
                    <a:pt x="635748" y="4685"/>
                  </a:lnTo>
                  <a:lnTo>
                    <a:pt x="576478" y="10404"/>
                  </a:lnTo>
                  <a:lnTo>
                    <a:pt x="518984" y="18250"/>
                  </a:lnTo>
                  <a:lnTo>
                    <a:pt x="463461" y="28132"/>
                  </a:lnTo>
                  <a:lnTo>
                    <a:pt x="410105" y="39958"/>
                  </a:lnTo>
                  <a:lnTo>
                    <a:pt x="359111" y="53635"/>
                  </a:lnTo>
                  <a:lnTo>
                    <a:pt x="310675" y="69071"/>
                  </a:lnTo>
                  <a:lnTo>
                    <a:pt x="264992" y="86175"/>
                  </a:lnTo>
                  <a:lnTo>
                    <a:pt x="222256" y="104854"/>
                  </a:lnTo>
                  <a:lnTo>
                    <a:pt x="182663" y="125016"/>
                  </a:lnTo>
                  <a:lnTo>
                    <a:pt x="146410" y="146569"/>
                  </a:lnTo>
                  <a:lnTo>
                    <a:pt x="113690" y="169420"/>
                  </a:lnTo>
                  <a:lnTo>
                    <a:pt x="59632" y="218652"/>
                  </a:lnTo>
                  <a:lnTo>
                    <a:pt x="22053" y="271973"/>
                  </a:lnTo>
                  <a:lnTo>
                    <a:pt x="2515" y="328648"/>
                  </a:lnTo>
                  <a:lnTo>
                    <a:pt x="0" y="358013"/>
                  </a:lnTo>
                  <a:lnTo>
                    <a:pt x="2515" y="387377"/>
                  </a:lnTo>
                  <a:lnTo>
                    <a:pt x="22053" y="444052"/>
                  </a:lnTo>
                  <a:lnTo>
                    <a:pt x="59632" y="497373"/>
                  </a:lnTo>
                  <a:lnTo>
                    <a:pt x="113690" y="546605"/>
                  </a:lnTo>
                  <a:lnTo>
                    <a:pt x="146410" y="569456"/>
                  </a:lnTo>
                  <a:lnTo>
                    <a:pt x="182663" y="591009"/>
                  </a:lnTo>
                  <a:lnTo>
                    <a:pt x="222256" y="611171"/>
                  </a:lnTo>
                  <a:lnTo>
                    <a:pt x="264992" y="629850"/>
                  </a:lnTo>
                  <a:lnTo>
                    <a:pt x="310675" y="646954"/>
                  </a:lnTo>
                  <a:lnTo>
                    <a:pt x="359111" y="662390"/>
                  </a:lnTo>
                  <a:lnTo>
                    <a:pt x="410105" y="676067"/>
                  </a:lnTo>
                  <a:lnTo>
                    <a:pt x="463461" y="687893"/>
                  </a:lnTo>
                  <a:lnTo>
                    <a:pt x="518984" y="697775"/>
                  </a:lnTo>
                  <a:lnTo>
                    <a:pt x="576478" y="705621"/>
                  </a:lnTo>
                  <a:lnTo>
                    <a:pt x="635748" y="711340"/>
                  </a:lnTo>
                  <a:lnTo>
                    <a:pt x="696600" y="714839"/>
                  </a:lnTo>
                  <a:lnTo>
                    <a:pt x="758837" y="716026"/>
                  </a:lnTo>
                  <a:lnTo>
                    <a:pt x="821074" y="714839"/>
                  </a:lnTo>
                  <a:lnTo>
                    <a:pt x="881926" y="711340"/>
                  </a:lnTo>
                  <a:lnTo>
                    <a:pt x="941196" y="705621"/>
                  </a:lnTo>
                  <a:lnTo>
                    <a:pt x="998689" y="697775"/>
                  </a:lnTo>
                  <a:lnTo>
                    <a:pt x="1054211" y="687893"/>
                  </a:lnTo>
                  <a:lnTo>
                    <a:pt x="1107567" y="676067"/>
                  </a:lnTo>
                  <a:lnTo>
                    <a:pt x="1158559" y="662390"/>
                  </a:lnTo>
                  <a:lnTo>
                    <a:pt x="1206995" y="646954"/>
                  </a:lnTo>
                  <a:lnTo>
                    <a:pt x="1252677" y="629850"/>
                  </a:lnTo>
                  <a:lnTo>
                    <a:pt x="1295412" y="611171"/>
                  </a:lnTo>
                  <a:lnTo>
                    <a:pt x="1335004" y="591009"/>
                  </a:lnTo>
                  <a:lnTo>
                    <a:pt x="1371257" y="569456"/>
                  </a:lnTo>
                  <a:lnTo>
                    <a:pt x="1403976" y="546605"/>
                  </a:lnTo>
                  <a:lnTo>
                    <a:pt x="1458032" y="497373"/>
                  </a:lnTo>
                  <a:lnTo>
                    <a:pt x="1495609" y="444052"/>
                  </a:lnTo>
                  <a:lnTo>
                    <a:pt x="1515147" y="387377"/>
                  </a:lnTo>
                  <a:lnTo>
                    <a:pt x="1517662" y="358013"/>
                  </a:lnTo>
                  <a:lnTo>
                    <a:pt x="1515147" y="328648"/>
                  </a:lnTo>
                  <a:lnTo>
                    <a:pt x="1495609" y="271973"/>
                  </a:lnTo>
                  <a:lnTo>
                    <a:pt x="1458032" y="218652"/>
                  </a:lnTo>
                  <a:lnTo>
                    <a:pt x="1403976" y="169420"/>
                  </a:lnTo>
                  <a:lnTo>
                    <a:pt x="1371257" y="146569"/>
                  </a:lnTo>
                  <a:lnTo>
                    <a:pt x="1335004" y="125016"/>
                  </a:lnTo>
                  <a:lnTo>
                    <a:pt x="1295412" y="104854"/>
                  </a:lnTo>
                  <a:lnTo>
                    <a:pt x="1252677" y="86175"/>
                  </a:lnTo>
                  <a:lnTo>
                    <a:pt x="1206995" y="69071"/>
                  </a:lnTo>
                  <a:lnTo>
                    <a:pt x="1158559" y="53635"/>
                  </a:lnTo>
                  <a:lnTo>
                    <a:pt x="1107567" y="39958"/>
                  </a:lnTo>
                  <a:lnTo>
                    <a:pt x="1054211" y="28132"/>
                  </a:lnTo>
                  <a:lnTo>
                    <a:pt x="998689" y="18250"/>
                  </a:lnTo>
                  <a:lnTo>
                    <a:pt x="941196" y="10404"/>
                  </a:lnTo>
                  <a:lnTo>
                    <a:pt x="881926" y="4685"/>
                  </a:lnTo>
                  <a:lnTo>
                    <a:pt x="821074" y="1186"/>
                  </a:lnTo>
                  <a:lnTo>
                    <a:pt x="758837" y="0"/>
                  </a:lnTo>
                  <a:close/>
                </a:path>
              </a:pathLst>
            </a:custGeom>
            <a:solidFill>
              <a:srgbClr val="FFFFFF"/>
            </a:solidFill>
          </p:spPr>
          <p:txBody>
            <a:bodyPr wrap="square" lIns="0" tIns="0" rIns="0" bIns="0" rtlCol="0"/>
            <a:lstStyle/>
            <a:p>
              <a:endParaRPr/>
            </a:p>
          </p:txBody>
        </p:sp>
        <p:sp>
          <p:nvSpPr>
            <p:cNvPr id="26" name="object 26"/>
            <p:cNvSpPr/>
            <p:nvPr/>
          </p:nvSpPr>
          <p:spPr>
            <a:xfrm>
              <a:off x="768337" y="2712973"/>
              <a:ext cx="1518285" cy="716280"/>
            </a:xfrm>
            <a:custGeom>
              <a:avLst/>
              <a:gdLst/>
              <a:ahLst/>
              <a:cxnLst/>
              <a:rect l="l" t="t" r="r" b="b"/>
              <a:pathLst>
                <a:path w="1518285" h="716279">
                  <a:moveTo>
                    <a:pt x="0" y="358013"/>
                  </a:moveTo>
                  <a:lnTo>
                    <a:pt x="9931" y="299938"/>
                  </a:lnTo>
                  <a:lnTo>
                    <a:pt x="38685" y="244847"/>
                  </a:lnTo>
                  <a:lnTo>
                    <a:pt x="84699" y="193479"/>
                  </a:lnTo>
                  <a:lnTo>
                    <a:pt x="146410" y="146569"/>
                  </a:lnTo>
                  <a:lnTo>
                    <a:pt x="182663" y="125016"/>
                  </a:lnTo>
                  <a:lnTo>
                    <a:pt x="222256" y="104854"/>
                  </a:lnTo>
                  <a:lnTo>
                    <a:pt x="264992" y="86175"/>
                  </a:lnTo>
                  <a:lnTo>
                    <a:pt x="310675" y="69071"/>
                  </a:lnTo>
                  <a:lnTo>
                    <a:pt x="359111" y="53635"/>
                  </a:lnTo>
                  <a:lnTo>
                    <a:pt x="410105" y="39958"/>
                  </a:lnTo>
                  <a:lnTo>
                    <a:pt x="463461" y="28132"/>
                  </a:lnTo>
                  <a:lnTo>
                    <a:pt x="518984" y="18250"/>
                  </a:lnTo>
                  <a:lnTo>
                    <a:pt x="576478" y="10404"/>
                  </a:lnTo>
                  <a:lnTo>
                    <a:pt x="635748" y="4685"/>
                  </a:lnTo>
                  <a:lnTo>
                    <a:pt x="696600" y="1186"/>
                  </a:lnTo>
                  <a:lnTo>
                    <a:pt x="758837" y="0"/>
                  </a:lnTo>
                  <a:lnTo>
                    <a:pt x="821074" y="1186"/>
                  </a:lnTo>
                  <a:lnTo>
                    <a:pt x="881926" y="4685"/>
                  </a:lnTo>
                  <a:lnTo>
                    <a:pt x="941196" y="10404"/>
                  </a:lnTo>
                  <a:lnTo>
                    <a:pt x="998689" y="18250"/>
                  </a:lnTo>
                  <a:lnTo>
                    <a:pt x="1054211" y="28132"/>
                  </a:lnTo>
                  <a:lnTo>
                    <a:pt x="1107567" y="39958"/>
                  </a:lnTo>
                  <a:lnTo>
                    <a:pt x="1158559" y="53635"/>
                  </a:lnTo>
                  <a:lnTo>
                    <a:pt x="1206995" y="69071"/>
                  </a:lnTo>
                  <a:lnTo>
                    <a:pt x="1252677" y="86175"/>
                  </a:lnTo>
                  <a:lnTo>
                    <a:pt x="1295412" y="104854"/>
                  </a:lnTo>
                  <a:lnTo>
                    <a:pt x="1335004" y="125016"/>
                  </a:lnTo>
                  <a:lnTo>
                    <a:pt x="1371257" y="146569"/>
                  </a:lnTo>
                  <a:lnTo>
                    <a:pt x="1403976" y="169420"/>
                  </a:lnTo>
                  <a:lnTo>
                    <a:pt x="1458032" y="218652"/>
                  </a:lnTo>
                  <a:lnTo>
                    <a:pt x="1495609" y="271973"/>
                  </a:lnTo>
                  <a:lnTo>
                    <a:pt x="1515147" y="328648"/>
                  </a:lnTo>
                  <a:lnTo>
                    <a:pt x="1517662" y="358013"/>
                  </a:lnTo>
                  <a:lnTo>
                    <a:pt x="1515147" y="387377"/>
                  </a:lnTo>
                  <a:lnTo>
                    <a:pt x="1507731" y="416087"/>
                  </a:lnTo>
                  <a:lnTo>
                    <a:pt x="1478978" y="471178"/>
                  </a:lnTo>
                  <a:lnTo>
                    <a:pt x="1432966" y="522546"/>
                  </a:lnTo>
                  <a:lnTo>
                    <a:pt x="1371257" y="569456"/>
                  </a:lnTo>
                  <a:lnTo>
                    <a:pt x="1335004" y="591009"/>
                  </a:lnTo>
                  <a:lnTo>
                    <a:pt x="1295412" y="611171"/>
                  </a:lnTo>
                  <a:lnTo>
                    <a:pt x="1252677" y="629850"/>
                  </a:lnTo>
                  <a:lnTo>
                    <a:pt x="1206995" y="646954"/>
                  </a:lnTo>
                  <a:lnTo>
                    <a:pt x="1158559" y="662390"/>
                  </a:lnTo>
                  <a:lnTo>
                    <a:pt x="1107567" y="676067"/>
                  </a:lnTo>
                  <a:lnTo>
                    <a:pt x="1054211" y="687893"/>
                  </a:lnTo>
                  <a:lnTo>
                    <a:pt x="998689" y="697775"/>
                  </a:lnTo>
                  <a:lnTo>
                    <a:pt x="941196" y="705621"/>
                  </a:lnTo>
                  <a:lnTo>
                    <a:pt x="881926" y="711340"/>
                  </a:lnTo>
                  <a:lnTo>
                    <a:pt x="821074" y="714839"/>
                  </a:lnTo>
                  <a:lnTo>
                    <a:pt x="758837" y="716026"/>
                  </a:lnTo>
                  <a:lnTo>
                    <a:pt x="696600" y="714839"/>
                  </a:lnTo>
                  <a:lnTo>
                    <a:pt x="635748" y="711340"/>
                  </a:lnTo>
                  <a:lnTo>
                    <a:pt x="576478" y="705621"/>
                  </a:lnTo>
                  <a:lnTo>
                    <a:pt x="518984" y="697775"/>
                  </a:lnTo>
                  <a:lnTo>
                    <a:pt x="463461" y="687893"/>
                  </a:lnTo>
                  <a:lnTo>
                    <a:pt x="410105" y="676067"/>
                  </a:lnTo>
                  <a:lnTo>
                    <a:pt x="359111" y="662390"/>
                  </a:lnTo>
                  <a:lnTo>
                    <a:pt x="310675" y="646954"/>
                  </a:lnTo>
                  <a:lnTo>
                    <a:pt x="264992" y="629850"/>
                  </a:lnTo>
                  <a:lnTo>
                    <a:pt x="222256" y="611171"/>
                  </a:lnTo>
                  <a:lnTo>
                    <a:pt x="182663" y="591009"/>
                  </a:lnTo>
                  <a:lnTo>
                    <a:pt x="146410" y="569456"/>
                  </a:lnTo>
                  <a:lnTo>
                    <a:pt x="113690" y="546605"/>
                  </a:lnTo>
                  <a:lnTo>
                    <a:pt x="59632" y="497373"/>
                  </a:lnTo>
                  <a:lnTo>
                    <a:pt x="22053" y="444052"/>
                  </a:lnTo>
                  <a:lnTo>
                    <a:pt x="2515" y="387377"/>
                  </a:lnTo>
                  <a:lnTo>
                    <a:pt x="0" y="358013"/>
                  </a:lnTo>
                  <a:close/>
                </a:path>
              </a:pathLst>
            </a:custGeom>
            <a:ln w="9525">
              <a:solidFill>
                <a:srgbClr val="000000"/>
              </a:solidFill>
            </a:ln>
          </p:spPr>
          <p:txBody>
            <a:bodyPr wrap="square" lIns="0" tIns="0" rIns="0" bIns="0" rtlCol="0"/>
            <a:lstStyle/>
            <a:p>
              <a:endParaRPr/>
            </a:p>
          </p:txBody>
        </p:sp>
      </p:grpSp>
      <p:sp>
        <p:nvSpPr>
          <p:cNvPr id="27" name="object 27"/>
          <p:cNvSpPr txBox="1"/>
          <p:nvPr/>
        </p:nvSpPr>
        <p:spPr>
          <a:xfrm>
            <a:off x="296367" y="2955417"/>
            <a:ext cx="1791970" cy="223520"/>
          </a:xfrm>
          <a:prstGeom prst="rect">
            <a:avLst/>
          </a:prstGeom>
        </p:spPr>
        <p:txBody>
          <a:bodyPr vert="horz" wrap="square" lIns="0" tIns="12065" rIns="0" bIns="0" rtlCol="0">
            <a:spAutoFit/>
          </a:bodyPr>
          <a:lstStyle/>
          <a:p>
            <a:pPr marL="12700">
              <a:lnSpc>
                <a:spcPct val="100000"/>
              </a:lnSpc>
              <a:spcBef>
                <a:spcPts val="95"/>
              </a:spcBef>
            </a:pPr>
            <a:r>
              <a:rPr sz="1300" b="1" spc="-40" dirty="0">
                <a:latin typeface="Arial"/>
                <a:cs typeface="Arial"/>
              </a:rPr>
              <a:t>W</a:t>
            </a:r>
            <a:r>
              <a:rPr sz="1300" b="1" spc="-525" dirty="0">
                <a:latin typeface="Arial"/>
                <a:cs typeface="Arial"/>
              </a:rPr>
              <a:t>o</a:t>
            </a:r>
            <a:r>
              <a:rPr sz="1300" b="1" spc="-740" dirty="0">
                <a:latin typeface="Arial"/>
                <a:cs typeface="Arial"/>
              </a:rPr>
              <a:t>W</a:t>
            </a:r>
            <a:r>
              <a:rPr sz="1300" b="1" spc="-10" dirty="0">
                <a:latin typeface="Arial"/>
                <a:cs typeface="Arial"/>
              </a:rPr>
              <a:t>r</a:t>
            </a:r>
            <a:r>
              <a:rPr sz="1300" b="1" spc="-550" dirty="0">
                <a:latin typeface="Arial"/>
                <a:cs typeface="Arial"/>
              </a:rPr>
              <a:t>k</a:t>
            </a:r>
            <a:r>
              <a:rPr sz="1300" b="1" spc="-10" dirty="0">
                <a:latin typeface="Arial"/>
                <a:cs typeface="Arial"/>
              </a:rPr>
              <a:t>o</a:t>
            </a:r>
            <a:r>
              <a:rPr sz="1300" b="1" spc="-425" dirty="0">
                <a:latin typeface="Arial"/>
                <a:cs typeface="Arial"/>
              </a:rPr>
              <a:t>r</a:t>
            </a:r>
            <a:r>
              <a:rPr sz="1300" b="1" spc="-475" dirty="0">
                <a:latin typeface="Arial"/>
                <a:cs typeface="Arial"/>
              </a:rPr>
              <a:t>E</a:t>
            </a:r>
            <a:r>
              <a:rPr sz="1300" b="1" spc="-280" dirty="0">
                <a:latin typeface="Arial"/>
                <a:cs typeface="Arial"/>
              </a:rPr>
              <a:t>k</a:t>
            </a:r>
            <a:r>
              <a:rPr sz="1300" b="1" spc="-10" dirty="0">
                <a:latin typeface="Arial"/>
                <a:cs typeface="Arial"/>
              </a:rPr>
              <a:t>l</a:t>
            </a:r>
            <a:r>
              <a:rPr sz="1300" b="1" spc="-475" dirty="0">
                <a:latin typeface="Arial"/>
                <a:cs typeface="Arial"/>
              </a:rPr>
              <a:t>e</a:t>
            </a:r>
            <a:r>
              <a:rPr sz="1300" b="1" spc="-665" dirty="0">
                <a:latin typeface="Arial"/>
                <a:cs typeface="Arial"/>
              </a:rPr>
              <a:t>E</a:t>
            </a:r>
            <a:r>
              <a:rPr sz="1300" b="1" spc="-1019" dirty="0">
                <a:latin typeface="Arial"/>
                <a:cs typeface="Arial"/>
              </a:rPr>
              <a:t>W</a:t>
            </a:r>
            <a:r>
              <a:rPr sz="1300" b="1" spc="-765" dirty="0">
                <a:latin typeface="Arial"/>
                <a:cs typeface="Arial"/>
              </a:rPr>
              <a:t>m</a:t>
            </a:r>
            <a:r>
              <a:rPr sz="1300" b="1" spc="-10" dirty="0">
                <a:latin typeface="Arial"/>
                <a:cs typeface="Arial"/>
              </a:rPr>
              <a:t>l</a:t>
            </a:r>
            <a:r>
              <a:rPr sz="1300" b="1" spc="-545" dirty="0">
                <a:latin typeface="Arial"/>
                <a:cs typeface="Arial"/>
              </a:rPr>
              <a:t>e</a:t>
            </a:r>
            <a:r>
              <a:rPr sz="1300" b="1" spc="-630" dirty="0">
                <a:latin typeface="Arial"/>
                <a:cs typeface="Arial"/>
              </a:rPr>
              <a:t>o</a:t>
            </a:r>
            <a:r>
              <a:rPr sz="1300" b="1" spc="-400" dirty="0">
                <a:latin typeface="Arial"/>
                <a:cs typeface="Arial"/>
              </a:rPr>
              <a:t>e</a:t>
            </a:r>
            <a:r>
              <a:rPr sz="1300" b="1" spc="-905" dirty="0">
                <a:latin typeface="Arial"/>
                <a:cs typeface="Arial"/>
              </a:rPr>
              <a:t>m</a:t>
            </a:r>
            <a:r>
              <a:rPr sz="1300" b="1" spc="-409" dirty="0">
                <a:latin typeface="Arial"/>
                <a:cs typeface="Arial"/>
              </a:rPr>
              <a:t>r</a:t>
            </a:r>
            <a:r>
              <a:rPr sz="1300" b="1" spc="-420" dirty="0">
                <a:latin typeface="Arial"/>
                <a:cs typeface="Arial"/>
              </a:rPr>
              <a:t>n</a:t>
            </a:r>
            <a:r>
              <a:rPr sz="1300" b="1" spc="-360" dirty="0">
                <a:latin typeface="Arial"/>
                <a:cs typeface="Arial"/>
              </a:rPr>
              <a:t>k</a:t>
            </a:r>
            <a:r>
              <a:rPr sz="1300" b="1" spc="-720" dirty="0">
                <a:latin typeface="Arial"/>
                <a:cs typeface="Arial"/>
              </a:rPr>
              <a:t>e</a:t>
            </a:r>
            <a:r>
              <a:rPr sz="1300" b="1" spc="-10" dirty="0">
                <a:latin typeface="Arial"/>
                <a:cs typeface="Arial"/>
              </a:rPr>
              <a:t>t</a:t>
            </a:r>
            <a:r>
              <a:rPr sz="1300" b="1" spc="85" dirty="0">
                <a:latin typeface="Arial"/>
                <a:cs typeface="Arial"/>
              </a:rPr>
              <a:t> </a:t>
            </a:r>
            <a:r>
              <a:rPr sz="1300" b="1" spc="-840" dirty="0">
                <a:latin typeface="Arial"/>
                <a:cs typeface="Arial"/>
              </a:rPr>
              <a:t>E</a:t>
            </a:r>
            <a:r>
              <a:rPr sz="1300" b="1" spc="20" dirty="0">
                <a:latin typeface="Arial"/>
                <a:cs typeface="Arial"/>
              </a:rPr>
              <a:t>n</a:t>
            </a:r>
            <a:r>
              <a:rPr sz="1300" b="1" spc="-360" dirty="0">
                <a:latin typeface="Arial"/>
                <a:cs typeface="Arial"/>
              </a:rPr>
              <a:t>t</a:t>
            </a:r>
            <a:r>
              <a:rPr sz="1300" b="1" spc="20" dirty="0">
                <a:latin typeface="Arial"/>
                <a:cs typeface="Arial"/>
              </a:rPr>
              <a:t>lement</a:t>
            </a:r>
            <a:endParaRPr sz="1300">
              <a:latin typeface="Arial"/>
              <a:cs typeface="Arial"/>
            </a:endParaRPr>
          </a:p>
        </p:txBody>
      </p:sp>
      <p:grpSp>
        <p:nvGrpSpPr>
          <p:cNvPr id="28" name="object 28"/>
          <p:cNvGrpSpPr/>
          <p:nvPr/>
        </p:nvGrpSpPr>
        <p:grpSpPr>
          <a:xfrm>
            <a:off x="827074" y="5218112"/>
            <a:ext cx="1553845" cy="791210"/>
            <a:chOff x="827074" y="5218112"/>
            <a:chExt cx="1553845" cy="791210"/>
          </a:xfrm>
        </p:grpSpPr>
        <p:pic>
          <p:nvPicPr>
            <p:cNvPr id="29" name="object 29"/>
            <p:cNvPicPr/>
            <p:nvPr/>
          </p:nvPicPr>
          <p:blipFill>
            <a:blip r:embed="rId12" cstate="print"/>
            <a:stretch>
              <a:fillRect/>
            </a:stretch>
          </p:blipFill>
          <p:spPr>
            <a:xfrm>
              <a:off x="850392" y="5280660"/>
              <a:ext cx="1530096" cy="728472"/>
            </a:xfrm>
            <a:prstGeom prst="rect">
              <a:avLst/>
            </a:prstGeom>
          </p:spPr>
        </p:pic>
        <p:pic>
          <p:nvPicPr>
            <p:cNvPr id="30" name="object 30"/>
            <p:cNvPicPr/>
            <p:nvPr/>
          </p:nvPicPr>
          <p:blipFill>
            <a:blip r:embed="rId13" cstate="print"/>
            <a:stretch>
              <a:fillRect/>
            </a:stretch>
          </p:blipFill>
          <p:spPr>
            <a:xfrm>
              <a:off x="969264" y="5495543"/>
              <a:ext cx="1341120" cy="249936"/>
            </a:xfrm>
            <a:prstGeom prst="rect">
              <a:avLst/>
            </a:prstGeom>
          </p:spPr>
        </p:pic>
        <p:sp>
          <p:nvSpPr>
            <p:cNvPr id="31" name="object 31"/>
            <p:cNvSpPr/>
            <p:nvPr/>
          </p:nvSpPr>
          <p:spPr>
            <a:xfrm>
              <a:off x="831837" y="5222875"/>
              <a:ext cx="1518285" cy="716280"/>
            </a:xfrm>
            <a:custGeom>
              <a:avLst/>
              <a:gdLst/>
              <a:ahLst/>
              <a:cxnLst/>
              <a:rect l="l" t="t" r="r" b="b"/>
              <a:pathLst>
                <a:path w="1518285" h="716279">
                  <a:moveTo>
                    <a:pt x="758837" y="0"/>
                  </a:moveTo>
                  <a:lnTo>
                    <a:pt x="696600" y="1186"/>
                  </a:lnTo>
                  <a:lnTo>
                    <a:pt x="635748" y="4685"/>
                  </a:lnTo>
                  <a:lnTo>
                    <a:pt x="576478" y="10404"/>
                  </a:lnTo>
                  <a:lnTo>
                    <a:pt x="518984" y="18250"/>
                  </a:lnTo>
                  <a:lnTo>
                    <a:pt x="463461" y="28132"/>
                  </a:lnTo>
                  <a:lnTo>
                    <a:pt x="410105" y="39958"/>
                  </a:lnTo>
                  <a:lnTo>
                    <a:pt x="359111" y="53635"/>
                  </a:lnTo>
                  <a:lnTo>
                    <a:pt x="310675" y="69071"/>
                  </a:lnTo>
                  <a:lnTo>
                    <a:pt x="264992" y="86175"/>
                  </a:lnTo>
                  <a:lnTo>
                    <a:pt x="222256" y="104854"/>
                  </a:lnTo>
                  <a:lnTo>
                    <a:pt x="182663" y="125016"/>
                  </a:lnTo>
                  <a:lnTo>
                    <a:pt x="146410" y="146569"/>
                  </a:lnTo>
                  <a:lnTo>
                    <a:pt x="113690" y="169420"/>
                  </a:lnTo>
                  <a:lnTo>
                    <a:pt x="59632" y="218652"/>
                  </a:lnTo>
                  <a:lnTo>
                    <a:pt x="22053" y="271973"/>
                  </a:lnTo>
                  <a:lnTo>
                    <a:pt x="2515" y="328648"/>
                  </a:lnTo>
                  <a:lnTo>
                    <a:pt x="0" y="358013"/>
                  </a:lnTo>
                  <a:lnTo>
                    <a:pt x="2515" y="387372"/>
                  </a:lnTo>
                  <a:lnTo>
                    <a:pt x="22053" y="444037"/>
                  </a:lnTo>
                  <a:lnTo>
                    <a:pt x="59632" y="497351"/>
                  </a:lnTo>
                  <a:lnTo>
                    <a:pt x="113690" y="546577"/>
                  </a:lnTo>
                  <a:lnTo>
                    <a:pt x="146410" y="569426"/>
                  </a:lnTo>
                  <a:lnTo>
                    <a:pt x="182663" y="590977"/>
                  </a:lnTo>
                  <a:lnTo>
                    <a:pt x="222256" y="611138"/>
                  </a:lnTo>
                  <a:lnTo>
                    <a:pt x="264992" y="629815"/>
                  </a:lnTo>
                  <a:lnTo>
                    <a:pt x="310675" y="646918"/>
                  </a:lnTo>
                  <a:lnTo>
                    <a:pt x="359111" y="662354"/>
                  </a:lnTo>
                  <a:lnTo>
                    <a:pt x="410105" y="676030"/>
                  </a:lnTo>
                  <a:lnTo>
                    <a:pt x="463461" y="687856"/>
                  </a:lnTo>
                  <a:lnTo>
                    <a:pt x="518984" y="697737"/>
                  </a:lnTo>
                  <a:lnTo>
                    <a:pt x="576478" y="705584"/>
                  </a:lnTo>
                  <a:lnTo>
                    <a:pt x="635748" y="711302"/>
                  </a:lnTo>
                  <a:lnTo>
                    <a:pt x="696600" y="714801"/>
                  </a:lnTo>
                  <a:lnTo>
                    <a:pt x="758837" y="715987"/>
                  </a:lnTo>
                  <a:lnTo>
                    <a:pt x="821074" y="714801"/>
                  </a:lnTo>
                  <a:lnTo>
                    <a:pt x="881926" y="711302"/>
                  </a:lnTo>
                  <a:lnTo>
                    <a:pt x="941196" y="705584"/>
                  </a:lnTo>
                  <a:lnTo>
                    <a:pt x="998689" y="697737"/>
                  </a:lnTo>
                  <a:lnTo>
                    <a:pt x="1054211" y="687856"/>
                  </a:lnTo>
                  <a:lnTo>
                    <a:pt x="1107567" y="676030"/>
                  </a:lnTo>
                  <a:lnTo>
                    <a:pt x="1158559" y="662354"/>
                  </a:lnTo>
                  <a:lnTo>
                    <a:pt x="1206995" y="646918"/>
                  </a:lnTo>
                  <a:lnTo>
                    <a:pt x="1252677" y="629815"/>
                  </a:lnTo>
                  <a:lnTo>
                    <a:pt x="1295412" y="611138"/>
                  </a:lnTo>
                  <a:lnTo>
                    <a:pt x="1335004" y="590977"/>
                  </a:lnTo>
                  <a:lnTo>
                    <a:pt x="1371257" y="569426"/>
                  </a:lnTo>
                  <a:lnTo>
                    <a:pt x="1403976" y="546577"/>
                  </a:lnTo>
                  <a:lnTo>
                    <a:pt x="1458032" y="497351"/>
                  </a:lnTo>
                  <a:lnTo>
                    <a:pt x="1495609" y="444037"/>
                  </a:lnTo>
                  <a:lnTo>
                    <a:pt x="1515147" y="387372"/>
                  </a:lnTo>
                  <a:lnTo>
                    <a:pt x="1517662" y="358013"/>
                  </a:lnTo>
                  <a:lnTo>
                    <a:pt x="1515147" y="328648"/>
                  </a:lnTo>
                  <a:lnTo>
                    <a:pt x="1495609" y="271973"/>
                  </a:lnTo>
                  <a:lnTo>
                    <a:pt x="1458032" y="218652"/>
                  </a:lnTo>
                  <a:lnTo>
                    <a:pt x="1403976" y="169420"/>
                  </a:lnTo>
                  <a:lnTo>
                    <a:pt x="1371257" y="146569"/>
                  </a:lnTo>
                  <a:lnTo>
                    <a:pt x="1335004" y="125016"/>
                  </a:lnTo>
                  <a:lnTo>
                    <a:pt x="1295412" y="104854"/>
                  </a:lnTo>
                  <a:lnTo>
                    <a:pt x="1252677" y="86175"/>
                  </a:lnTo>
                  <a:lnTo>
                    <a:pt x="1206995" y="69071"/>
                  </a:lnTo>
                  <a:lnTo>
                    <a:pt x="1158559" y="53635"/>
                  </a:lnTo>
                  <a:lnTo>
                    <a:pt x="1107567" y="39958"/>
                  </a:lnTo>
                  <a:lnTo>
                    <a:pt x="1054211" y="28132"/>
                  </a:lnTo>
                  <a:lnTo>
                    <a:pt x="998689" y="18250"/>
                  </a:lnTo>
                  <a:lnTo>
                    <a:pt x="941196" y="10404"/>
                  </a:lnTo>
                  <a:lnTo>
                    <a:pt x="881926" y="4685"/>
                  </a:lnTo>
                  <a:lnTo>
                    <a:pt x="821074" y="1186"/>
                  </a:lnTo>
                  <a:lnTo>
                    <a:pt x="758837" y="0"/>
                  </a:lnTo>
                  <a:close/>
                </a:path>
              </a:pathLst>
            </a:custGeom>
            <a:solidFill>
              <a:srgbClr val="FFFFFF"/>
            </a:solidFill>
          </p:spPr>
          <p:txBody>
            <a:bodyPr wrap="square" lIns="0" tIns="0" rIns="0" bIns="0" rtlCol="0"/>
            <a:lstStyle/>
            <a:p>
              <a:endParaRPr/>
            </a:p>
          </p:txBody>
        </p:sp>
        <p:sp>
          <p:nvSpPr>
            <p:cNvPr id="32" name="object 32"/>
            <p:cNvSpPr/>
            <p:nvPr/>
          </p:nvSpPr>
          <p:spPr>
            <a:xfrm>
              <a:off x="831837" y="5222875"/>
              <a:ext cx="1518285" cy="716280"/>
            </a:xfrm>
            <a:custGeom>
              <a:avLst/>
              <a:gdLst/>
              <a:ahLst/>
              <a:cxnLst/>
              <a:rect l="l" t="t" r="r" b="b"/>
              <a:pathLst>
                <a:path w="1518285" h="716279">
                  <a:moveTo>
                    <a:pt x="0" y="358013"/>
                  </a:moveTo>
                  <a:lnTo>
                    <a:pt x="9931" y="299938"/>
                  </a:lnTo>
                  <a:lnTo>
                    <a:pt x="38685" y="244847"/>
                  </a:lnTo>
                  <a:lnTo>
                    <a:pt x="84699" y="193479"/>
                  </a:lnTo>
                  <a:lnTo>
                    <a:pt x="146410" y="146569"/>
                  </a:lnTo>
                  <a:lnTo>
                    <a:pt x="182663" y="125016"/>
                  </a:lnTo>
                  <a:lnTo>
                    <a:pt x="222256" y="104854"/>
                  </a:lnTo>
                  <a:lnTo>
                    <a:pt x="264992" y="86175"/>
                  </a:lnTo>
                  <a:lnTo>
                    <a:pt x="310675" y="69071"/>
                  </a:lnTo>
                  <a:lnTo>
                    <a:pt x="359111" y="53635"/>
                  </a:lnTo>
                  <a:lnTo>
                    <a:pt x="410105" y="39958"/>
                  </a:lnTo>
                  <a:lnTo>
                    <a:pt x="463461" y="28132"/>
                  </a:lnTo>
                  <a:lnTo>
                    <a:pt x="518984" y="18250"/>
                  </a:lnTo>
                  <a:lnTo>
                    <a:pt x="576478" y="10404"/>
                  </a:lnTo>
                  <a:lnTo>
                    <a:pt x="635748" y="4685"/>
                  </a:lnTo>
                  <a:lnTo>
                    <a:pt x="696600" y="1186"/>
                  </a:lnTo>
                  <a:lnTo>
                    <a:pt x="758837" y="0"/>
                  </a:lnTo>
                  <a:lnTo>
                    <a:pt x="821074" y="1186"/>
                  </a:lnTo>
                  <a:lnTo>
                    <a:pt x="881926" y="4685"/>
                  </a:lnTo>
                  <a:lnTo>
                    <a:pt x="941196" y="10404"/>
                  </a:lnTo>
                  <a:lnTo>
                    <a:pt x="998689" y="18250"/>
                  </a:lnTo>
                  <a:lnTo>
                    <a:pt x="1054211" y="28132"/>
                  </a:lnTo>
                  <a:lnTo>
                    <a:pt x="1107567" y="39958"/>
                  </a:lnTo>
                  <a:lnTo>
                    <a:pt x="1158559" y="53635"/>
                  </a:lnTo>
                  <a:lnTo>
                    <a:pt x="1206995" y="69071"/>
                  </a:lnTo>
                  <a:lnTo>
                    <a:pt x="1252677" y="86175"/>
                  </a:lnTo>
                  <a:lnTo>
                    <a:pt x="1295412" y="104854"/>
                  </a:lnTo>
                  <a:lnTo>
                    <a:pt x="1335004" y="125016"/>
                  </a:lnTo>
                  <a:lnTo>
                    <a:pt x="1371257" y="146569"/>
                  </a:lnTo>
                  <a:lnTo>
                    <a:pt x="1403976" y="169420"/>
                  </a:lnTo>
                  <a:lnTo>
                    <a:pt x="1458032" y="218652"/>
                  </a:lnTo>
                  <a:lnTo>
                    <a:pt x="1495609" y="271973"/>
                  </a:lnTo>
                  <a:lnTo>
                    <a:pt x="1515147" y="328648"/>
                  </a:lnTo>
                  <a:lnTo>
                    <a:pt x="1517662" y="358013"/>
                  </a:lnTo>
                  <a:lnTo>
                    <a:pt x="1515147" y="387372"/>
                  </a:lnTo>
                  <a:lnTo>
                    <a:pt x="1507731" y="416077"/>
                  </a:lnTo>
                  <a:lnTo>
                    <a:pt x="1478978" y="471159"/>
                  </a:lnTo>
                  <a:lnTo>
                    <a:pt x="1432966" y="522521"/>
                  </a:lnTo>
                  <a:lnTo>
                    <a:pt x="1371257" y="569426"/>
                  </a:lnTo>
                  <a:lnTo>
                    <a:pt x="1335004" y="590977"/>
                  </a:lnTo>
                  <a:lnTo>
                    <a:pt x="1295412" y="611138"/>
                  </a:lnTo>
                  <a:lnTo>
                    <a:pt x="1252677" y="629815"/>
                  </a:lnTo>
                  <a:lnTo>
                    <a:pt x="1206995" y="646918"/>
                  </a:lnTo>
                  <a:lnTo>
                    <a:pt x="1158559" y="662354"/>
                  </a:lnTo>
                  <a:lnTo>
                    <a:pt x="1107567" y="676030"/>
                  </a:lnTo>
                  <a:lnTo>
                    <a:pt x="1054211" y="687856"/>
                  </a:lnTo>
                  <a:lnTo>
                    <a:pt x="998689" y="697737"/>
                  </a:lnTo>
                  <a:lnTo>
                    <a:pt x="941196" y="705584"/>
                  </a:lnTo>
                  <a:lnTo>
                    <a:pt x="881926" y="711302"/>
                  </a:lnTo>
                  <a:lnTo>
                    <a:pt x="821074" y="714801"/>
                  </a:lnTo>
                  <a:lnTo>
                    <a:pt x="758837" y="715987"/>
                  </a:lnTo>
                  <a:lnTo>
                    <a:pt x="696600" y="714801"/>
                  </a:lnTo>
                  <a:lnTo>
                    <a:pt x="635748" y="711302"/>
                  </a:lnTo>
                  <a:lnTo>
                    <a:pt x="576478" y="705584"/>
                  </a:lnTo>
                  <a:lnTo>
                    <a:pt x="518984" y="697737"/>
                  </a:lnTo>
                  <a:lnTo>
                    <a:pt x="463461" y="687856"/>
                  </a:lnTo>
                  <a:lnTo>
                    <a:pt x="410105" y="676030"/>
                  </a:lnTo>
                  <a:lnTo>
                    <a:pt x="359111" y="662354"/>
                  </a:lnTo>
                  <a:lnTo>
                    <a:pt x="310675" y="646918"/>
                  </a:lnTo>
                  <a:lnTo>
                    <a:pt x="264992" y="629815"/>
                  </a:lnTo>
                  <a:lnTo>
                    <a:pt x="222256" y="611138"/>
                  </a:lnTo>
                  <a:lnTo>
                    <a:pt x="182663" y="590977"/>
                  </a:lnTo>
                  <a:lnTo>
                    <a:pt x="146410" y="569426"/>
                  </a:lnTo>
                  <a:lnTo>
                    <a:pt x="113690" y="546577"/>
                  </a:lnTo>
                  <a:lnTo>
                    <a:pt x="59632" y="497351"/>
                  </a:lnTo>
                  <a:lnTo>
                    <a:pt x="22053" y="444037"/>
                  </a:lnTo>
                  <a:lnTo>
                    <a:pt x="2515" y="387372"/>
                  </a:lnTo>
                  <a:lnTo>
                    <a:pt x="0" y="358013"/>
                  </a:lnTo>
                  <a:close/>
                </a:path>
              </a:pathLst>
            </a:custGeom>
            <a:ln w="9525">
              <a:solidFill>
                <a:srgbClr val="000000"/>
              </a:solidFill>
            </a:ln>
          </p:spPr>
          <p:txBody>
            <a:bodyPr wrap="square" lIns="0" tIns="0" rIns="0" bIns="0" rtlCol="0"/>
            <a:lstStyle/>
            <a:p>
              <a:endParaRPr/>
            </a:p>
          </p:txBody>
        </p:sp>
      </p:grpSp>
      <p:sp>
        <p:nvSpPr>
          <p:cNvPr id="33" name="object 33"/>
          <p:cNvSpPr txBox="1"/>
          <p:nvPr/>
        </p:nvSpPr>
        <p:spPr>
          <a:xfrm>
            <a:off x="1031544" y="5465775"/>
            <a:ext cx="1120140" cy="223520"/>
          </a:xfrm>
          <a:prstGeom prst="rect">
            <a:avLst/>
          </a:prstGeom>
        </p:spPr>
        <p:txBody>
          <a:bodyPr vert="horz" wrap="square" lIns="0" tIns="12065" rIns="0" bIns="0" rtlCol="0">
            <a:spAutoFit/>
          </a:bodyPr>
          <a:lstStyle/>
          <a:p>
            <a:pPr marL="12700">
              <a:lnSpc>
                <a:spcPct val="100000"/>
              </a:lnSpc>
              <a:spcBef>
                <a:spcPts val="95"/>
              </a:spcBef>
            </a:pPr>
            <a:r>
              <a:rPr sz="1300" b="1" dirty="0">
                <a:latin typeface="Arial"/>
                <a:cs typeface="Arial"/>
              </a:rPr>
              <a:t>Work</a:t>
            </a:r>
            <a:r>
              <a:rPr sz="1300" b="1" spc="-65" dirty="0">
                <a:latin typeface="Arial"/>
                <a:cs typeface="Arial"/>
              </a:rPr>
              <a:t> </a:t>
            </a:r>
            <a:r>
              <a:rPr sz="1300" b="1" spc="-10" dirty="0">
                <a:latin typeface="Arial"/>
                <a:cs typeface="Arial"/>
              </a:rPr>
              <a:t>Element</a:t>
            </a:r>
            <a:endParaRPr sz="1300">
              <a:latin typeface="Arial"/>
              <a:cs typeface="Arial"/>
            </a:endParaRPr>
          </a:p>
        </p:txBody>
      </p:sp>
      <p:sp>
        <p:nvSpPr>
          <p:cNvPr id="34" name="object 34"/>
          <p:cNvSpPr txBox="1"/>
          <p:nvPr/>
        </p:nvSpPr>
        <p:spPr>
          <a:xfrm>
            <a:off x="816660" y="6108903"/>
            <a:ext cx="1520825" cy="269240"/>
          </a:xfrm>
          <a:prstGeom prst="rect">
            <a:avLst/>
          </a:prstGeom>
        </p:spPr>
        <p:txBody>
          <a:bodyPr vert="horz" wrap="square" lIns="0" tIns="12065" rIns="0" bIns="0" rtlCol="0">
            <a:spAutoFit/>
          </a:bodyPr>
          <a:lstStyle/>
          <a:p>
            <a:pPr marL="12700">
              <a:lnSpc>
                <a:spcPct val="100000"/>
              </a:lnSpc>
              <a:spcBef>
                <a:spcPts val="95"/>
              </a:spcBef>
            </a:pPr>
            <a:r>
              <a:rPr sz="1600" b="1" dirty="0">
                <a:latin typeface="Arial"/>
                <a:cs typeface="Arial"/>
              </a:rPr>
              <a:t>Work</a:t>
            </a:r>
            <a:r>
              <a:rPr sz="1600" b="1" spc="-75" dirty="0">
                <a:latin typeface="Arial"/>
                <a:cs typeface="Arial"/>
              </a:rPr>
              <a:t> </a:t>
            </a:r>
            <a:r>
              <a:rPr sz="1600" b="1" spc="-10" dirty="0">
                <a:latin typeface="Arial"/>
                <a:cs typeface="Arial"/>
              </a:rPr>
              <a:t>Packages</a:t>
            </a:r>
            <a:endParaRPr sz="1600">
              <a:latin typeface="Arial"/>
              <a:cs typeface="Arial"/>
            </a:endParaRPr>
          </a:p>
        </p:txBody>
      </p:sp>
      <p:pic>
        <p:nvPicPr>
          <p:cNvPr id="35" name="object 35"/>
          <p:cNvPicPr/>
          <p:nvPr/>
        </p:nvPicPr>
        <p:blipFill>
          <a:blip r:embed="rId14" cstate="print"/>
          <a:stretch>
            <a:fillRect/>
          </a:stretch>
        </p:blipFill>
        <p:spPr>
          <a:xfrm>
            <a:off x="1509712" y="4821237"/>
            <a:ext cx="101600" cy="133350"/>
          </a:xfrm>
          <a:prstGeom prst="rect">
            <a:avLst/>
          </a:prstGeom>
        </p:spPr>
      </p:pic>
      <p:pic>
        <p:nvPicPr>
          <p:cNvPr id="36" name="object 36"/>
          <p:cNvPicPr/>
          <p:nvPr/>
        </p:nvPicPr>
        <p:blipFill>
          <a:blip r:embed="rId15" cstate="print"/>
          <a:stretch>
            <a:fillRect/>
          </a:stretch>
        </p:blipFill>
        <p:spPr>
          <a:xfrm>
            <a:off x="1508061" y="5003863"/>
            <a:ext cx="101600" cy="133350"/>
          </a:xfrm>
          <a:prstGeom prst="rect">
            <a:avLst/>
          </a:prstGeom>
        </p:spPr>
      </p:pic>
      <p:grpSp>
        <p:nvGrpSpPr>
          <p:cNvPr id="37" name="object 37"/>
          <p:cNvGrpSpPr/>
          <p:nvPr/>
        </p:nvGrpSpPr>
        <p:grpSpPr>
          <a:xfrm>
            <a:off x="574687" y="2201417"/>
            <a:ext cx="1957070" cy="2569210"/>
            <a:chOff x="574687" y="2201417"/>
            <a:chExt cx="1957070" cy="2569210"/>
          </a:xfrm>
        </p:grpSpPr>
        <p:sp>
          <p:nvSpPr>
            <p:cNvPr id="38" name="object 38"/>
            <p:cNvSpPr/>
            <p:nvPr/>
          </p:nvSpPr>
          <p:spPr>
            <a:xfrm>
              <a:off x="855624" y="2201417"/>
              <a:ext cx="671830" cy="511809"/>
            </a:xfrm>
            <a:custGeom>
              <a:avLst/>
              <a:gdLst/>
              <a:ahLst/>
              <a:cxnLst/>
              <a:rect l="l" t="t" r="r" b="b"/>
              <a:pathLst>
                <a:path w="671830" h="511810">
                  <a:moveTo>
                    <a:pt x="671550" y="511683"/>
                  </a:moveTo>
                  <a:lnTo>
                    <a:pt x="671283" y="494792"/>
                  </a:lnTo>
                  <a:lnTo>
                    <a:pt x="669518" y="380111"/>
                  </a:lnTo>
                  <a:lnTo>
                    <a:pt x="663041" y="373761"/>
                  </a:lnTo>
                  <a:lnTo>
                    <a:pt x="647293" y="374015"/>
                  </a:lnTo>
                  <a:lnTo>
                    <a:pt x="640943" y="380492"/>
                  </a:lnTo>
                  <a:lnTo>
                    <a:pt x="641769" y="434771"/>
                  </a:lnTo>
                  <a:lnTo>
                    <a:pt x="379755" y="1016"/>
                  </a:lnTo>
                  <a:lnTo>
                    <a:pt x="367525" y="8382"/>
                  </a:lnTo>
                  <a:lnTo>
                    <a:pt x="355993" y="0"/>
                  </a:lnTo>
                  <a:lnTo>
                    <a:pt x="36347" y="437642"/>
                  </a:lnTo>
                  <a:lnTo>
                    <a:pt x="41910" y="383667"/>
                  </a:lnTo>
                  <a:lnTo>
                    <a:pt x="36207" y="376682"/>
                  </a:lnTo>
                  <a:lnTo>
                    <a:pt x="28359" y="375793"/>
                  </a:lnTo>
                  <a:lnTo>
                    <a:pt x="20510" y="375031"/>
                  </a:lnTo>
                  <a:lnTo>
                    <a:pt x="13487" y="380746"/>
                  </a:lnTo>
                  <a:lnTo>
                    <a:pt x="0" y="511683"/>
                  </a:lnTo>
                  <a:lnTo>
                    <a:pt x="33134" y="497205"/>
                  </a:lnTo>
                  <a:lnTo>
                    <a:pt x="120611" y="458978"/>
                  </a:lnTo>
                  <a:lnTo>
                    <a:pt x="123913" y="450596"/>
                  </a:lnTo>
                  <a:lnTo>
                    <a:pt x="117589" y="436118"/>
                  </a:lnTo>
                  <a:lnTo>
                    <a:pt x="109169" y="432816"/>
                  </a:lnTo>
                  <a:lnTo>
                    <a:pt x="59423" y="454520"/>
                  </a:lnTo>
                  <a:lnTo>
                    <a:pt x="321284" y="95897"/>
                  </a:lnTo>
                  <a:lnTo>
                    <a:pt x="202577" y="430390"/>
                  </a:lnTo>
                  <a:lnTo>
                    <a:pt x="192493" y="377063"/>
                  </a:lnTo>
                  <a:lnTo>
                    <a:pt x="185026" y="371983"/>
                  </a:lnTo>
                  <a:lnTo>
                    <a:pt x="177266" y="373380"/>
                  </a:lnTo>
                  <a:lnTo>
                    <a:pt x="169519" y="374904"/>
                  </a:lnTo>
                  <a:lnTo>
                    <a:pt x="164426" y="382397"/>
                  </a:lnTo>
                  <a:lnTo>
                    <a:pt x="188899" y="511683"/>
                  </a:lnTo>
                  <a:lnTo>
                    <a:pt x="214884" y="489712"/>
                  </a:lnTo>
                  <a:lnTo>
                    <a:pt x="289433" y="426720"/>
                  </a:lnTo>
                  <a:lnTo>
                    <a:pt x="290182" y="417703"/>
                  </a:lnTo>
                  <a:lnTo>
                    <a:pt x="285089" y="411607"/>
                  </a:lnTo>
                  <a:lnTo>
                    <a:pt x="279996" y="405638"/>
                  </a:lnTo>
                  <a:lnTo>
                    <a:pt x="270979" y="404876"/>
                  </a:lnTo>
                  <a:lnTo>
                    <a:pt x="229501" y="439966"/>
                  </a:lnTo>
                  <a:lnTo>
                    <a:pt x="370903" y="41605"/>
                  </a:lnTo>
                  <a:lnTo>
                    <a:pt x="617245" y="449478"/>
                  </a:lnTo>
                  <a:lnTo>
                    <a:pt x="569696" y="423545"/>
                  </a:lnTo>
                  <a:lnTo>
                    <a:pt x="561060" y="426085"/>
                  </a:lnTo>
                  <a:lnTo>
                    <a:pt x="557250" y="433070"/>
                  </a:lnTo>
                  <a:lnTo>
                    <a:pt x="553440" y="439928"/>
                  </a:lnTo>
                  <a:lnTo>
                    <a:pt x="555980" y="448691"/>
                  </a:lnTo>
                  <a:lnTo>
                    <a:pt x="562965" y="452374"/>
                  </a:lnTo>
                  <a:lnTo>
                    <a:pt x="671550" y="511683"/>
                  </a:lnTo>
                  <a:close/>
                </a:path>
              </a:pathLst>
            </a:custGeom>
            <a:solidFill>
              <a:srgbClr val="FD8537"/>
            </a:solidFill>
          </p:spPr>
          <p:txBody>
            <a:bodyPr wrap="square" lIns="0" tIns="0" rIns="0" bIns="0" rtlCol="0"/>
            <a:lstStyle/>
            <a:p>
              <a:endParaRPr/>
            </a:p>
          </p:txBody>
        </p:sp>
        <p:pic>
          <p:nvPicPr>
            <p:cNvPr id="39" name="object 39"/>
            <p:cNvPicPr/>
            <p:nvPr/>
          </p:nvPicPr>
          <p:blipFill>
            <a:blip r:embed="rId16" cstate="print"/>
            <a:stretch>
              <a:fillRect/>
            </a:stretch>
          </p:blipFill>
          <p:spPr>
            <a:xfrm>
              <a:off x="1495361" y="4638738"/>
              <a:ext cx="131825" cy="131699"/>
            </a:xfrm>
            <a:prstGeom prst="rect">
              <a:avLst/>
            </a:prstGeom>
          </p:spPr>
        </p:pic>
        <p:pic>
          <p:nvPicPr>
            <p:cNvPr id="40" name="object 40"/>
            <p:cNvPicPr/>
            <p:nvPr/>
          </p:nvPicPr>
          <p:blipFill>
            <a:blip r:embed="rId17" cstate="print"/>
            <a:stretch>
              <a:fillRect/>
            </a:stretch>
          </p:blipFill>
          <p:spPr>
            <a:xfrm>
              <a:off x="598931" y="3912107"/>
              <a:ext cx="1530095" cy="728471"/>
            </a:xfrm>
            <a:prstGeom prst="rect">
              <a:avLst/>
            </a:prstGeom>
          </p:spPr>
        </p:pic>
        <p:pic>
          <p:nvPicPr>
            <p:cNvPr id="41" name="object 41"/>
            <p:cNvPicPr/>
            <p:nvPr/>
          </p:nvPicPr>
          <p:blipFill>
            <a:blip r:embed="rId18" cstate="print"/>
            <a:stretch>
              <a:fillRect/>
            </a:stretch>
          </p:blipFill>
          <p:spPr>
            <a:xfrm>
              <a:off x="716279" y="4126991"/>
              <a:ext cx="1341120" cy="249936"/>
            </a:xfrm>
            <a:prstGeom prst="rect">
              <a:avLst/>
            </a:prstGeom>
          </p:spPr>
        </p:pic>
        <p:sp>
          <p:nvSpPr>
            <p:cNvPr id="42" name="object 42"/>
            <p:cNvSpPr/>
            <p:nvPr/>
          </p:nvSpPr>
          <p:spPr>
            <a:xfrm>
              <a:off x="579450" y="3854450"/>
              <a:ext cx="1518285" cy="716280"/>
            </a:xfrm>
            <a:custGeom>
              <a:avLst/>
              <a:gdLst/>
              <a:ahLst/>
              <a:cxnLst/>
              <a:rect l="l" t="t" r="r" b="b"/>
              <a:pathLst>
                <a:path w="1518285" h="716279">
                  <a:moveTo>
                    <a:pt x="758875" y="0"/>
                  </a:moveTo>
                  <a:lnTo>
                    <a:pt x="696633" y="1186"/>
                  </a:lnTo>
                  <a:lnTo>
                    <a:pt x="635776" y="4685"/>
                  </a:lnTo>
                  <a:lnTo>
                    <a:pt x="576501" y="10404"/>
                  </a:lnTo>
                  <a:lnTo>
                    <a:pt x="519003" y="18250"/>
                  </a:lnTo>
                  <a:lnTo>
                    <a:pt x="463477" y="28132"/>
                  </a:lnTo>
                  <a:lnTo>
                    <a:pt x="410118" y="39958"/>
                  </a:lnTo>
                  <a:lnTo>
                    <a:pt x="359122" y="53635"/>
                  </a:lnTo>
                  <a:lnTo>
                    <a:pt x="310683" y="69071"/>
                  </a:lnTo>
                  <a:lnTo>
                    <a:pt x="264998" y="86175"/>
                  </a:lnTo>
                  <a:lnTo>
                    <a:pt x="222261" y="104854"/>
                  </a:lnTo>
                  <a:lnTo>
                    <a:pt x="182667" y="125016"/>
                  </a:lnTo>
                  <a:lnTo>
                    <a:pt x="146412" y="146569"/>
                  </a:lnTo>
                  <a:lnTo>
                    <a:pt x="113691" y="169420"/>
                  </a:lnTo>
                  <a:lnTo>
                    <a:pt x="59633" y="218652"/>
                  </a:lnTo>
                  <a:lnTo>
                    <a:pt x="22053" y="271973"/>
                  </a:lnTo>
                  <a:lnTo>
                    <a:pt x="2515" y="328648"/>
                  </a:lnTo>
                  <a:lnTo>
                    <a:pt x="0" y="358013"/>
                  </a:lnTo>
                  <a:lnTo>
                    <a:pt x="2515" y="387377"/>
                  </a:lnTo>
                  <a:lnTo>
                    <a:pt x="22053" y="444052"/>
                  </a:lnTo>
                  <a:lnTo>
                    <a:pt x="59633" y="497373"/>
                  </a:lnTo>
                  <a:lnTo>
                    <a:pt x="113691" y="546605"/>
                  </a:lnTo>
                  <a:lnTo>
                    <a:pt x="146412" y="569456"/>
                  </a:lnTo>
                  <a:lnTo>
                    <a:pt x="182667" y="591009"/>
                  </a:lnTo>
                  <a:lnTo>
                    <a:pt x="222261" y="611171"/>
                  </a:lnTo>
                  <a:lnTo>
                    <a:pt x="264998" y="629850"/>
                  </a:lnTo>
                  <a:lnTo>
                    <a:pt x="310683" y="646954"/>
                  </a:lnTo>
                  <a:lnTo>
                    <a:pt x="359122" y="662390"/>
                  </a:lnTo>
                  <a:lnTo>
                    <a:pt x="410118" y="676067"/>
                  </a:lnTo>
                  <a:lnTo>
                    <a:pt x="463477" y="687893"/>
                  </a:lnTo>
                  <a:lnTo>
                    <a:pt x="519003" y="697775"/>
                  </a:lnTo>
                  <a:lnTo>
                    <a:pt x="576501" y="705621"/>
                  </a:lnTo>
                  <a:lnTo>
                    <a:pt x="635776" y="711340"/>
                  </a:lnTo>
                  <a:lnTo>
                    <a:pt x="696633" y="714839"/>
                  </a:lnTo>
                  <a:lnTo>
                    <a:pt x="758875" y="716026"/>
                  </a:lnTo>
                  <a:lnTo>
                    <a:pt x="821112" y="714839"/>
                  </a:lnTo>
                  <a:lnTo>
                    <a:pt x="881964" y="711340"/>
                  </a:lnTo>
                  <a:lnTo>
                    <a:pt x="941234" y="705621"/>
                  </a:lnTo>
                  <a:lnTo>
                    <a:pt x="998727" y="697775"/>
                  </a:lnTo>
                  <a:lnTo>
                    <a:pt x="1054250" y="687893"/>
                  </a:lnTo>
                  <a:lnTo>
                    <a:pt x="1107605" y="676067"/>
                  </a:lnTo>
                  <a:lnTo>
                    <a:pt x="1158597" y="662390"/>
                  </a:lnTo>
                  <a:lnTo>
                    <a:pt x="1207033" y="646954"/>
                  </a:lnTo>
                  <a:lnTo>
                    <a:pt x="1252716" y="629850"/>
                  </a:lnTo>
                  <a:lnTo>
                    <a:pt x="1295450" y="611171"/>
                  </a:lnTo>
                  <a:lnTo>
                    <a:pt x="1335042" y="591009"/>
                  </a:lnTo>
                  <a:lnTo>
                    <a:pt x="1371295" y="569456"/>
                  </a:lnTo>
                  <a:lnTo>
                    <a:pt x="1404014" y="546605"/>
                  </a:lnTo>
                  <a:lnTo>
                    <a:pt x="1458070" y="497373"/>
                  </a:lnTo>
                  <a:lnTo>
                    <a:pt x="1495648" y="444052"/>
                  </a:lnTo>
                  <a:lnTo>
                    <a:pt x="1515185" y="387377"/>
                  </a:lnTo>
                  <a:lnTo>
                    <a:pt x="1517700" y="358013"/>
                  </a:lnTo>
                  <a:lnTo>
                    <a:pt x="1515185" y="328648"/>
                  </a:lnTo>
                  <a:lnTo>
                    <a:pt x="1495648" y="271973"/>
                  </a:lnTo>
                  <a:lnTo>
                    <a:pt x="1458070" y="218652"/>
                  </a:lnTo>
                  <a:lnTo>
                    <a:pt x="1404014" y="169420"/>
                  </a:lnTo>
                  <a:lnTo>
                    <a:pt x="1371295" y="146569"/>
                  </a:lnTo>
                  <a:lnTo>
                    <a:pt x="1335042" y="125016"/>
                  </a:lnTo>
                  <a:lnTo>
                    <a:pt x="1295450" y="104854"/>
                  </a:lnTo>
                  <a:lnTo>
                    <a:pt x="1252716" y="86175"/>
                  </a:lnTo>
                  <a:lnTo>
                    <a:pt x="1207033" y="69071"/>
                  </a:lnTo>
                  <a:lnTo>
                    <a:pt x="1158597" y="53635"/>
                  </a:lnTo>
                  <a:lnTo>
                    <a:pt x="1107605" y="39958"/>
                  </a:lnTo>
                  <a:lnTo>
                    <a:pt x="1054250" y="28132"/>
                  </a:lnTo>
                  <a:lnTo>
                    <a:pt x="998728" y="18250"/>
                  </a:lnTo>
                  <a:lnTo>
                    <a:pt x="941234" y="10404"/>
                  </a:lnTo>
                  <a:lnTo>
                    <a:pt x="881964" y="4685"/>
                  </a:lnTo>
                  <a:lnTo>
                    <a:pt x="821112" y="1186"/>
                  </a:lnTo>
                  <a:lnTo>
                    <a:pt x="758875" y="0"/>
                  </a:lnTo>
                  <a:close/>
                </a:path>
              </a:pathLst>
            </a:custGeom>
            <a:solidFill>
              <a:srgbClr val="FFFFFF"/>
            </a:solidFill>
          </p:spPr>
          <p:txBody>
            <a:bodyPr wrap="square" lIns="0" tIns="0" rIns="0" bIns="0" rtlCol="0"/>
            <a:lstStyle/>
            <a:p>
              <a:endParaRPr/>
            </a:p>
          </p:txBody>
        </p:sp>
        <p:sp>
          <p:nvSpPr>
            <p:cNvPr id="43" name="object 43"/>
            <p:cNvSpPr/>
            <p:nvPr/>
          </p:nvSpPr>
          <p:spPr>
            <a:xfrm>
              <a:off x="579450" y="3854450"/>
              <a:ext cx="1518285" cy="716280"/>
            </a:xfrm>
            <a:custGeom>
              <a:avLst/>
              <a:gdLst/>
              <a:ahLst/>
              <a:cxnLst/>
              <a:rect l="l" t="t" r="r" b="b"/>
              <a:pathLst>
                <a:path w="1518285" h="716279">
                  <a:moveTo>
                    <a:pt x="0" y="358013"/>
                  </a:moveTo>
                  <a:lnTo>
                    <a:pt x="9931" y="299938"/>
                  </a:lnTo>
                  <a:lnTo>
                    <a:pt x="38685" y="244847"/>
                  </a:lnTo>
                  <a:lnTo>
                    <a:pt x="84700" y="193479"/>
                  </a:lnTo>
                  <a:lnTo>
                    <a:pt x="146412" y="146569"/>
                  </a:lnTo>
                  <a:lnTo>
                    <a:pt x="182667" y="125016"/>
                  </a:lnTo>
                  <a:lnTo>
                    <a:pt x="222261" y="104854"/>
                  </a:lnTo>
                  <a:lnTo>
                    <a:pt x="264998" y="86175"/>
                  </a:lnTo>
                  <a:lnTo>
                    <a:pt x="310683" y="69071"/>
                  </a:lnTo>
                  <a:lnTo>
                    <a:pt x="359122" y="53635"/>
                  </a:lnTo>
                  <a:lnTo>
                    <a:pt x="410118" y="39958"/>
                  </a:lnTo>
                  <a:lnTo>
                    <a:pt x="463477" y="28132"/>
                  </a:lnTo>
                  <a:lnTo>
                    <a:pt x="519003" y="18250"/>
                  </a:lnTo>
                  <a:lnTo>
                    <a:pt x="576501" y="10404"/>
                  </a:lnTo>
                  <a:lnTo>
                    <a:pt x="635776" y="4685"/>
                  </a:lnTo>
                  <a:lnTo>
                    <a:pt x="696633" y="1186"/>
                  </a:lnTo>
                  <a:lnTo>
                    <a:pt x="758875" y="0"/>
                  </a:lnTo>
                  <a:lnTo>
                    <a:pt x="821112" y="1186"/>
                  </a:lnTo>
                  <a:lnTo>
                    <a:pt x="881964" y="4685"/>
                  </a:lnTo>
                  <a:lnTo>
                    <a:pt x="941234" y="10404"/>
                  </a:lnTo>
                  <a:lnTo>
                    <a:pt x="998728" y="18250"/>
                  </a:lnTo>
                  <a:lnTo>
                    <a:pt x="1054250" y="28132"/>
                  </a:lnTo>
                  <a:lnTo>
                    <a:pt x="1107605" y="39958"/>
                  </a:lnTo>
                  <a:lnTo>
                    <a:pt x="1158597" y="53635"/>
                  </a:lnTo>
                  <a:lnTo>
                    <a:pt x="1207033" y="69071"/>
                  </a:lnTo>
                  <a:lnTo>
                    <a:pt x="1252716" y="86175"/>
                  </a:lnTo>
                  <a:lnTo>
                    <a:pt x="1295450" y="104854"/>
                  </a:lnTo>
                  <a:lnTo>
                    <a:pt x="1335042" y="125016"/>
                  </a:lnTo>
                  <a:lnTo>
                    <a:pt x="1371295" y="146569"/>
                  </a:lnTo>
                  <a:lnTo>
                    <a:pt x="1404014" y="169420"/>
                  </a:lnTo>
                  <a:lnTo>
                    <a:pt x="1458070" y="218652"/>
                  </a:lnTo>
                  <a:lnTo>
                    <a:pt x="1495648" y="271973"/>
                  </a:lnTo>
                  <a:lnTo>
                    <a:pt x="1515185" y="328648"/>
                  </a:lnTo>
                  <a:lnTo>
                    <a:pt x="1517700" y="358013"/>
                  </a:lnTo>
                  <a:lnTo>
                    <a:pt x="1515185" y="387377"/>
                  </a:lnTo>
                  <a:lnTo>
                    <a:pt x="1507769" y="416087"/>
                  </a:lnTo>
                  <a:lnTo>
                    <a:pt x="1479016" y="471178"/>
                  </a:lnTo>
                  <a:lnTo>
                    <a:pt x="1433004" y="522546"/>
                  </a:lnTo>
                  <a:lnTo>
                    <a:pt x="1371295" y="569456"/>
                  </a:lnTo>
                  <a:lnTo>
                    <a:pt x="1335042" y="591009"/>
                  </a:lnTo>
                  <a:lnTo>
                    <a:pt x="1295450" y="611171"/>
                  </a:lnTo>
                  <a:lnTo>
                    <a:pt x="1252716" y="629850"/>
                  </a:lnTo>
                  <a:lnTo>
                    <a:pt x="1207033" y="646954"/>
                  </a:lnTo>
                  <a:lnTo>
                    <a:pt x="1158597" y="662390"/>
                  </a:lnTo>
                  <a:lnTo>
                    <a:pt x="1107605" y="676067"/>
                  </a:lnTo>
                  <a:lnTo>
                    <a:pt x="1054250" y="687893"/>
                  </a:lnTo>
                  <a:lnTo>
                    <a:pt x="998727" y="697775"/>
                  </a:lnTo>
                  <a:lnTo>
                    <a:pt x="941234" y="705621"/>
                  </a:lnTo>
                  <a:lnTo>
                    <a:pt x="881964" y="711340"/>
                  </a:lnTo>
                  <a:lnTo>
                    <a:pt x="821112" y="714839"/>
                  </a:lnTo>
                  <a:lnTo>
                    <a:pt x="758875" y="716026"/>
                  </a:lnTo>
                  <a:lnTo>
                    <a:pt x="696633" y="714839"/>
                  </a:lnTo>
                  <a:lnTo>
                    <a:pt x="635776" y="711340"/>
                  </a:lnTo>
                  <a:lnTo>
                    <a:pt x="576501" y="705621"/>
                  </a:lnTo>
                  <a:lnTo>
                    <a:pt x="519003" y="697775"/>
                  </a:lnTo>
                  <a:lnTo>
                    <a:pt x="463477" y="687893"/>
                  </a:lnTo>
                  <a:lnTo>
                    <a:pt x="410118" y="676067"/>
                  </a:lnTo>
                  <a:lnTo>
                    <a:pt x="359122" y="662390"/>
                  </a:lnTo>
                  <a:lnTo>
                    <a:pt x="310683" y="646954"/>
                  </a:lnTo>
                  <a:lnTo>
                    <a:pt x="264998" y="629850"/>
                  </a:lnTo>
                  <a:lnTo>
                    <a:pt x="222261" y="611171"/>
                  </a:lnTo>
                  <a:lnTo>
                    <a:pt x="182667" y="591009"/>
                  </a:lnTo>
                  <a:lnTo>
                    <a:pt x="146412" y="569456"/>
                  </a:lnTo>
                  <a:lnTo>
                    <a:pt x="113691" y="546605"/>
                  </a:lnTo>
                  <a:lnTo>
                    <a:pt x="59633" y="497373"/>
                  </a:lnTo>
                  <a:lnTo>
                    <a:pt x="22053" y="444052"/>
                  </a:lnTo>
                  <a:lnTo>
                    <a:pt x="2515" y="387377"/>
                  </a:lnTo>
                  <a:lnTo>
                    <a:pt x="0" y="358013"/>
                  </a:lnTo>
                  <a:close/>
                </a:path>
              </a:pathLst>
            </a:custGeom>
            <a:ln w="9525">
              <a:solidFill>
                <a:srgbClr val="000000"/>
              </a:solidFill>
            </a:ln>
          </p:spPr>
          <p:txBody>
            <a:bodyPr wrap="square" lIns="0" tIns="0" rIns="0" bIns="0" rtlCol="0"/>
            <a:lstStyle/>
            <a:p>
              <a:endParaRPr/>
            </a:p>
          </p:txBody>
        </p:sp>
        <p:pic>
          <p:nvPicPr>
            <p:cNvPr id="44" name="object 44"/>
            <p:cNvPicPr/>
            <p:nvPr/>
          </p:nvPicPr>
          <p:blipFill>
            <a:blip r:embed="rId10" cstate="print"/>
            <a:stretch>
              <a:fillRect/>
            </a:stretch>
          </p:blipFill>
          <p:spPr>
            <a:xfrm>
              <a:off x="787907" y="3912107"/>
              <a:ext cx="1530096" cy="728471"/>
            </a:xfrm>
            <a:prstGeom prst="rect">
              <a:avLst/>
            </a:prstGeom>
          </p:spPr>
        </p:pic>
        <p:pic>
          <p:nvPicPr>
            <p:cNvPr id="45" name="object 45"/>
            <p:cNvPicPr/>
            <p:nvPr/>
          </p:nvPicPr>
          <p:blipFill>
            <a:blip r:embed="rId19" cstate="print"/>
            <a:stretch>
              <a:fillRect/>
            </a:stretch>
          </p:blipFill>
          <p:spPr>
            <a:xfrm>
              <a:off x="905255" y="4126991"/>
              <a:ext cx="1341120" cy="249936"/>
            </a:xfrm>
            <a:prstGeom prst="rect">
              <a:avLst/>
            </a:prstGeom>
          </p:spPr>
        </p:pic>
        <p:sp>
          <p:nvSpPr>
            <p:cNvPr id="46" name="object 46"/>
            <p:cNvSpPr/>
            <p:nvPr/>
          </p:nvSpPr>
          <p:spPr>
            <a:xfrm>
              <a:off x="768337" y="3854450"/>
              <a:ext cx="1518285" cy="716280"/>
            </a:xfrm>
            <a:custGeom>
              <a:avLst/>
              <a:gdLst/>
              <a:ahLst/>
              <a:cxnLst/>
              <a:rect l="l" t="t" r="r" b="b"/>
              <a:pathLst>
                <a:path w="1518285" h="716279">
                  <a:moveTo>
                    <a:pt x="758837" y="0"/>
                  </a:moveTo>
                  <a:lnTo>
                    <a:pt x="696600" y="1186"/>
                  </a:lnTo>
                  <a:lnTo>
                    <a:pt x="635748" y="4685"/>
                  </a:lnTo>
                  <a:lnTo>
                    <a:pt x="576478" y="10404"/>
                  </a:lnTo>
                  <a:lnTo>
                    <a:pt x="518984" y="18250"/>
                  </a:lnTo>
                  <a:lnTo>
                    <a:pt x="463461" y="28132"/>
                  </a:lnTo>
                  <a:lnTo>
                    <a:pt x="410105" y="39958"/>
                  </a:lnTo>
                  <a:lnTo>
                    <a:pt x="359111" y="53635"/>
                  </a:lnTo>
                  <a:lnTo>
                    <a:pt x="310675" y="69071"/>
                  </a:lnTo>
                  <a:lnTo>
                    <a:pt x="264992" y="86175"/>
                  </a:lnTo>
                  <a:lnTo>
                    <a:pt x="222256" y="104854"/>
                  </a:lnTo>
                  <a:lnTo>
                    <a:pt x="182663" y="125016"/>
                  </a:lnTo>
                  <a:lnTo>
                    <a:pt x="146410" y="146569"/>
                  </a:lnTo>
                  <a:lnTo>
                    <a:pt x="113690" y="169420"/>
                  </a:lnTo>
                  <a:lnTo>
                    <a:pt x="59632" y="218652"/>
                  </a:lnTo>
                  <a:lnTo>
                    <a:pt x="22053" y="271973"/>
                  </a:lnTo>
                  <a:lnTo>
                    <a:pt x="2515" y="328648"/>
                  </a:lnTo>
                  <a:lnTo>
                    <a:pt x="0" y="358013"/>
                  </a:lnTo>
                  <a:lnTo>
                    <a:pt x="2515" y="387377"/>
                  </a:lnTo>
                  <a:lnTo>
                    <a:pt x="22053" y="444052"/>
                  </a:lnTo>
                  <a:lnTo>
                    <a:pt x="59632" y="497373"/>
                  </a:lnTo>
                  <a:lnTo>
                    <a:pt x="113690" y="546605"/>
                  </a:lnTo>
                  <a:lnTo>
                    <a:pt x="146410" y="569456"/>
                  </a:lnTo>
                  <a:lnTo>
                    <a:pt x="182663" y="591009"/>
                  </a:lnTo>
                  <a:lnTo>
                    <a:pt x="222256" y="611171"/>
                  </a:lnTo>
                  <a:lnTo>
                    <a:pt x="264992" y="629850"/>
                  </a:lnTo>
                  <a:lnTo>
                    <a:pt x="310675" y="646954"/>
                  </a:lnTo>
                  <a:lnTo>
                    <a:pt x="359111" y="662390"/>
                  </a:lnTo>
                  <a:lnTo>
                    <a:pt x="410105" y="676067"/>
                  </a:lnTo>
                  <a:lnTo>
                    <a:pt x="463461" y="687893"/>
                  </a:lnTo>
                  <a:lnTo>
                    <a:pt x="518984" y="697775"/>
                  </a:lnTo>
                  <a:lnTo>
                    <a:pt x="576478" y="705621"/>
                  </a:lnTo>
                  <a:lnTo>
                    <a:pt x="635748" y="711340"/>
                  </a:lnTo>
                  <a:lnTo>
                    <a:pt x="696600" y="714839"/>
                  </a:lnTo>
                  <a:lnTo>
                    <a:pt x="758837" y="716026"/>
                  </a:lnTo>
                  <a:lnTo>
                    <a:pt x="821074" y="714839"/>
                  </a:lnTo>
                  <a:lnTo>
                    <a:pt x="881926" y="711340"/>
                  </a:lnTo>
                  <a:lnTo>
                    <a:pt x="941196" y="705621"/>
                  </a:lnTo>
                  <a:lnTo>
                    <a:pt x="998689" y="697775"/>
                  </a:lnTo>
                  <a:lnTo>
                    <a:pt x="1054211" y="687893"/>
                  </a:lnTo>
                  <a:lnTo>
                    <a:pt x="1107567" y="676067"/>
                  </a:lnTo>
                  <a:lnTo>
                    <a:pt x="1158559" y="662390"/>
                  </a:lnTo>
                  <a:lnTo>
                    <a:pt x="1206995" y="646954"/>
                  </a:lnTo>
                  <a:lnTo>
                    <a:pt x="1252677" y="629850"/>
                  </a:lnTo>
                  <a:lnTo>
                    <a:pt x="1295412" y="611171"/>
                  </a:lnTo>
                  <a:lnTo>
                    <a:pt x="1335004" y="591009"/>
                  </a:lnTo>
                  <a:lnTo>
                    <a:pt x="1371257" y="569456"/>
                  </a:lnTo>
                  <a:lnTo>
                    <a:pt x="1403976" y="546605"/>
                  </a:lnTo>
                  <a:lnTo>
                    <a:pt x="1458032" y="497373"/>
                  </a:lnTo>
                  <a:lnTo>
                    <a:pt x="1495609" y="444052"/>
                  </a:lnTo>
                  <a:lnTo>
                    <a:pt x="1515147" y="387377"/>
                  </a:lnTo>
                  <a:lnTo>
                    <a:pt x="1517662" y="358013"/>
                  </a:lnTo>
                  <a:lnTo>
                    <a:pt x="1515147" y="328648"/>
                  </a:lnTo>
                  <a:lnTo>
                    <a:pt x="1495609" y="271973"/>
                  </a:lnTo>
                  <a:lnTo>
                    <a:pt x="1458032" y="218652"/>
                  </a:lnTo>
                  <a:lnTo>
                    <a:pt x="1403976" y="169420"/>
                  </a:lnTo>
                  <a:lnTo>
                    <a:pt x="1371257" y="146569"/>
                  </a:lnTo>
                  <a:lnTo>
                    <a:pt x="1335004" y="125016"/>
                  </a:lnTo>
                  <a:lnTo>
                    <a:pt x="1295412" y="104854"/>
                  </a:lnTo>
                  <a:lnTo>
                    <a:pt x="1252677" y="86175"/>
                  </a:lnTo>
                  <a:lnTo>
                    <a:pt x="1206995" y="69071"/>
                  </a:lnTo>
                  <a:lnTo>
                    <a:pt x="1158559" y="53635"/>
                  </a:lnTo>
                  <a:lnTo>
                    <a:pt x="1107567" y="39958"/>
                  </a:lnTo>
                  <a:lnTo>
                    <a:pt x="1054211" y="28132"/>
                  </a:lnTo>
                  <a:lnTo>
                    <a:pt x="998689" y="18250"/>
                  </a:lnTo>
                  <a:lnTo>
                    <a:pt x="941196" y="10404"/>
                  </a:lnTo>
                  <a:lnTo>
                    <a:pt x="881926" y="4685"/>
                  </a:lnTo>
                  <a:lnTo>
                    <a:pt x="821074" y="1186"/>
                  </a:lnTo>
                  <a:lnTo>
                    <a:pt x="758837" y="0"/>
                  </a:lnTo>
                  <a:close/>
                </a:path>
              </a:pathLst>
            </a:custGeom>
            <a:solidFill>
              <a:srgbClr val="FFFFFF"/>
            </a:solidFill>
          </p:spPr>
          <p:txBody>
            <a:bodyPr wrap="square" lIns="0" tIns="0" rIns="0" bIns="0" rtlCol="0"/>
            <a:lstStyle/>
            <a:p>
              <a:endParaRPr/>
            </a:p>
          </p:txBody>
        </p:sp>
        <p:sp>
          <p:nvSpPr>
            <p:cNvPr id="47" name="object 47"/>
            <p:cNvSpPr/>
            <p:nvPr/>
          </p:nvSpPr>
          <p:spPr>
            <a:xfrm>
              <a:off x="768337" y="3854450"/>
              <a:ext cx="1518285" cy="716280"/>
            </a:xfrm>
            <a:custGeom>
              <a:avLst/>
              <a:gdLst/>
              <a:ahLst/>
              <a:cxnLst/>
              <a:rect l="l" t="t" r="r" b="b"/>
              <a:pathLst>
                <a:path w="1518285" h="716279">
                  <a:moveTo>
                    <a:pt x="0" y="358013"/>
                  </a:moveTo>
                  <a:lnTo>
                    <a:pt x="9931" y="299938"/>
                  </a:lnTo>
                  <a:lnTo>
                    <a:pt x="38685" y="244847"/>
                  </a:lnTo>
                  <a:lnTo>
                    <a:pt x="84699" y="193479"/>
                  </a:lnTo>
                  <a:lnTo>
                    <a:pt x="146410" y="146569"/>
                  </a:lnTo>
                  <a:lnTo>
                    <a:pt x="182663" y="125016"/>
                  </a:lnTo>
                  <a:lnTo>
                    <a:pt x="222256" y="104854"/>
                  </a:lnTo>
                  <a:lnTo>
                    <a:pt x="264992" y="86175"/>
                  </a:lnTo>
                  <a:lnTo>
                    <a:pt x="310675" y="69071"/>
                  </a:lnTo>
                  <a:lnTo>
                    <a:pt x="359111" y="53635"/>
                  </a:lnTo>
                  <a:lnTo>
                    <a:pt x="410105" y="39958"/>
                  </a:lnTo>
                  <a:lnTo>
                    <a:pt x="463461" y="28132"/>
                  </a:lnTo>
                  <a:lnTo>
                    <a:pt x="518984" y="18250"/>
                  </a:lnTo>
                  <a:lnTo>
                    <a:pt x="576478" y="10404"/>
                  </a:lnTo>
                  <a:lnTo>
                    <a:pt x="635748" y="4685"/>
                  </a:lnTo>
                  <a:lnTo>
                    <a:pt x="696600" y="1186"/>
                  </a:lnTo>
                  <a:lnTo>
                    <a:pt x="758837" y="0"/>
                  </a:lnTo>
                  <a:lnTo>
                    <a:pt x="821074" y="1186"/>
                  </a:lnTo>
                  <a:lnTo>
                    <a:pt x="881926" y="4685"/>
                  </a:lnTo>
                  <a:lnTo>
                    <a:pt x="941196" y="10404"/>
                  </a:lnTo>
                  <a:lnTo>
                    <a:pt x="998689" y="18250"/>
                  </a:lnTo>
                  <a:lnTo>
                    <a:pt x="1054211" y="28132"/>
                  </a:lnTo>
                  <a:lnTo>
                    <a:pt x="1107567" y="39958"/>
                  </a:lnTo>
                  <a:lnTo>
                    <a:pt x="1158559" y="53635"/>
                  </a:lnTo>
                  <a:lnTo>
                    <a:pt x="1206995" y="69071"/>
                  </a:lnTo>
                  <a:lnTo>
                    <a:pt x="1252677" y="86175"/>
                  </a:lnTo>
                  <a:lnTo>
                    <a:pt x="1295412" y="104854"/>
                  </a:lnTo>
                  <a:lnTo>
                    <a:pt x="1335004" y="125016"/>
                  </a:lnTo>
                  <a:lnTo>
                    <a:pt x="1371257" y="146569"/>
                  </a:lnTo>
                  <a:lnTo>
                    <a:pt x="1403976" y="169420"/>
                  </a:lnTo>
                  <a:lnTo>
                    <a:pt x="1458032" y="218652"/>
                  </a:lnTo>
                  <a:lnTo>
                    <a:pt x="1495609" y="271973"/>
                  </a:lnTo>
                  <a:lnTo>
                    <a:pt x="1515147" y="328648"/>
                  </a:lnTo>
                  <a:lnTo>
                    <a:pt x="1517662" y="358013"/>
                  </a:lnTo>
                  <a:lnTo>
                    <a:pt x="1515147" y="387377"/>
                  </a:lnTo>
                  <a:lnTo>
                    <a:pt x="1507731" y="416087"/>
                  </a:lnTo>
                  <a:lnTo>
                    <a:pt x="1478978" y="471178"/>
                  </a:lnTo>
                  <a:lnTo>
                    <a:pt x="1432966" y="522546"/>
                  </a:lnTo>
                  <a:lnTo>
                    <a:pt x="1371257" y="569456"/>
                  </a:lnTo>
                  <a:lnTo>
                    <a:pt x="1335004" y="591009"/>
                  </a:lnTo>
                  <a:lnTo>
                    <a:pt x="1295412" y="611171"/>
                  </a:lnTo>
                  <a:lnTo>
                    <a:pt x="1252677" y="629850"/>
                  </a:lnTo>
                  <a:lnTo>
                    <a:pt x="1206995" y="646954"/>
                  </a:lnTo>
                  <a:lnTo>
                    <a:pt x="1158559" y="662390"/>
                  </a:lnTo>
                  <a:lnTo>
                    <a:pt x="1107567" y="676067"/>
                  </a:lnTo>
                  <a:lnTo>
                    <a:pt x="1054211" y="687893"/>
                  </a:lnTo>
                  <a:lnTo>
                    <a:pt x="998689" y="697775"/>
                  </a:lnTo>
                  <a:lnTo>
                    <a:pt x="941196" y="705621"/>
                  </a:lnTo>
                  <a:lnTo>
                    <a:pt x="881926" y="711340"/>
                  </a:lnTo>
                  <a:lnTo>
                    <a:pt x="821074" y="714839"/>
                  </a:lnTo>
                  <a:lnTo>
                    <a:pt x="758837" y="716026"/>
                  </a:lnTo>
                  <a:lnTo>
                    <a:pt x="696600" y="714839"/>
                  </a:lnTo>
                  <a:lnTo>
                    <a:pt x="635748" y="711340"/>
                  </a:lnTo>
                  <a:lnTo>
                    <a:pt x="576478" y="705621"/>
                  </a:lnTo>
                  <a:lnTo>
                    <a:pt x="518984" y="697775"/>
                  </a:lnTo>
                  <a:lnTo>
                    <a:pt x="463461" y="687893"/>
                  </a:lnTo>
                  <a:lnTo>
                    <a:pt x="410105" y="676067"/>
                  </a:lnTo>
                  <a:lnTo>
                    <a:pt x="359111" y="662390"/>
                  </a:lnTo>
                  <a:lnTo>
                    <a:pt x="310675" y="646954"/>
                  </a:lnTo>
                  <a:lnTo>
                    <a:pt x="264992" y="629850"/>
                  </a:lnTo>
                  <a:lnTo>
                    <a:pt x="222256" y="611171"/>
                  </a:lnTo>
                  <a:lnTo>
                    <a:pt x="182663" y="591009"/>
                  </a:lnTo>
                  <a:lnTo>
                    <a:pt x="146410" y="569456"/>
                  </a:lnTo>
                  <a:lnTo>
                    <a:pt x="113690" y="546605"/>
                  </a:lnTo>
                  <a:lnTo>
                    <a:pt x="59632" y="497373"/>
                  </a:lnTo>
                  <a:lnTo>
                    <a:pt x="22053" y="444052"/>
                  </a:lnTo>
                  <a:lnTo>
                    <a:pt x="2515" y="387377"/>
                  </a:lnTo>
                  <a:lnTo>
                    <a:pt x="0" y="358013"/>
                  </a:lnTo>
                  <a:close/>
                </a:path>
              </a:pathLst>
            </a:custGeom>
            <a:ln w="9525">
              <a:solidFill>
                <a:srgbClr val="000000"/>
              </a:solidFill>
            </a:ln>
          </p:spPr>
          <p:txBody>
            <a:bodyPr wrap="square" lIns="0" tIns="0" rIns="0" bIns="0" rtlCol="0"/>
            <a:lstStyle/>
            <a:p>
              <a:endParaRPr/>
            </a:p>
          </p:txBody>
        </p:sp>
        <p:pic>
          <p:nvPicPr>
            <p:cNvPr id="48" name="object 48"/>
            <p:cNvPicPr/>
            <p:nvPr/>
          </p:nvPicPr>
          <p:blipFill>
            <a:blip r:embed="rId20" cstate="print"/>
            <a:stretch>
              <a:fillRect/>
            </a:stretch>
          </p:blipFill>
          <p:spPr>
            <a:xfrm>
              <a:off x="1001268" y="3912107"/>
              <a:ext cx="1530095" cy="728471"/>
            </a:xfrm>
            <a:prstGeom prst="rect">
              <a:avLst/>
            </a:prstGeom>
          </p:spPr>
        </p:pic>
        <p:pic>
          <p:nvPicPr>
            <p:cNvPr id="49" name="object 49"/>
            <p:cNvPicPr/>
            <p:nvPr/>
          </p:nvPicPr>
          <p:blipFill>
            <a:blip r:embed="rId21" cstate="print"/>
            <a:stretch>
              <a:fillRect/>
            </a:stretch>
          </p:blipFill>
          <p:spPr>
            <a:xfrm>
              <a:off x="1120140" y="4126991"/>
              <a:ext cx="1341120" cy="249936"/>
            </a:xfrm>
            <a:prstGeom prst="rect">
              <a:avLst/>
            </a:prstGeom>
          </p:spPr>
        </p:pic>
        <p:sp>
          <p:nvSpPr>
            <p:cNvPr id="50" name="object 50"/>
            <p:cNvSpPr/>
            <p:nvPr/>
          </p:nvSpPr>
          <p:spPr>
            <a:xfrm>
              <a:off x="982649" y="3854450"/>
              <a:ext cx="1517650" cy="716280"/>
            </a:xfrm>
            <a:custGeom>
              <a:avLst/>
              <a:gdLst/>
              <a:ahLst/>
              <a:cxnLst/>
              <a:rect l="l" t="t" r="r" b="b"/>
              <a:pathLst>
                <a:path w="1517650" h="716279">
                  <a:moveTo>
                    <a:pt x="758774" y="0"/>
                  </a:moveTo>
                  <a:lnTo>
                    <a:pt x="696537" y="1186"/>
                  </a:lnTo>
                  <a:lnTo>
                    <a:pt x="635687" y="4685"/>
                  </a:lnTo>
                  <a:lnTo>
                    <a:pt x="576418" y="10404"/>
                  </a:lnTo>
                  <a:lnTo>
                    <a:pt x="518927" y="18250"/>
                  </a:lnTo>
                  <a:lnTo>
                    <a:pt x="463407" y="28132"/>
                  </a:lnTo>
                  <a:lnTo>
                    <a:pt x="410055" y="39958"/>
                  </a:lnTo>
                  <a:lnTo>
                    <a:pt x="359066" y="53635"/>
                  </a:lnTo>
                  <a:lnTo>
                    <a:pt x="310634" y="69071"/>
                  </a:lnTo>
                  <a:lnTo>
                    <a:pt x="264955" y="86175"/>
                  </a:lnTo>
                  <a:lnTo>
                    <a:pt x="222224" y="104854"/>
                  </a:lnTo>
                  <a:lnTo>
                    <a:pt x="182636" y="125016"/>
                  </a:lnTo>
                  <a:lnTo>
                    <a:pt x="146387" y="146569"/>
                  </a:lnTo>
                  <a:lnTo>
                    <a:pt x="113672" y="169420"/>
                  </a:lnTo>
                  <a:lnTo>
                    <a:pt x="59622" y="218652"/>
                  </a:lnTo>
                  <a:lnTo>
                    <a:pt x="22049" y="271973"/>
                  </a:lnTo>
                  <a:lnTo>
                    <a:pt x="2515" y="328648"/>
                  </a:lnTo>
                  <a:lnTo>
                    <a:pt x="0" y="358013"/>
                  </a:lnTo>
                  <a:lnTo>
                    <a:pt x="2515" y="387377"/>
                  </a:lnTo>
                  <a:lnTo>
                    <a:pt x="22049" y="444052"/>
                  </a:lnTo>
                  <a:lnTo>
                    <a:pt x="59622" y="497373"/>
                  </a:lnTo>
                  <a:lnTo>
                    <a:pt x="113672" y="546605"/>
                  </a:lnTo>
                  <a:lnTo>
                    <a:pt x="146387" y="569456"/>
                  </a:lnTo>
                  <a:lnTo>
                    <a:pt x="182636" y="591009"/>
                  </a:lnTo>
                  <a:lnTo>
                    <a:pt x="222224" y="611171"/>
                  </a:lnTo>
                  <a:lnTo>
                    <a:pt x="264955" y="629850"/>
                  </a:lnTo>
                  <a:lnTo>
                    <a:pt x="310634" y="646954"/>
                  </a:lnTo>
                  <a:lnTo>
                    <a:pt x="359066" y="662390"/>
                  </a:lnTo>
                  <a:lnTo>
                    <a:pt x="410055" y="676067"/>
                  </a:lnTo>
                  <a:lnTo>
                    <a:pt x="463407" y="687893"/>
                  </a:lnTo>
                  <a:lnTo>
                    <a:pt x="518927" y="697775"/>
                  </a:lnTo>
                  <a:lnTo>
                    <a:pt x="576418" y="705621"/>
                  </a:lnTo>
                  <a:lnTo>
                    <a:pt x="635687" y="711340"/>
                  </a:lnTo>
                  <a:lnTo>
                    <a:pt x="696537" y="714839"/>
                  </a:lnTo>
                  <a:lnTo>
                    <a:pt x="758774" y="716026"/>
                  </a:lnTo>
                  <a:lnTo>
                    <a:pt x="821011" y="714839"/>
                  </a:lnTo>
                  <a:lnTo>
                    <a:pt x="881862" y="711340"/>
                  </a:lnTo>
                  <a:lnTo>
                    <a:pt x="941132" y="705621"/>
                  </a:lnTo>
                  <a:lnTo>
                    <a:pt x="998626" y="697775"/>
                  </a:lnTo>
                  <a:lnTo>
                    <a:pt x="1054148" y="687893"/>
                  </a:lnTo>
                  <a:lnTo>
                    <a:pt x="1107503" y="676067"/>
                  </a:lnTo>
                  <a:lnTo>
                    <a:pt x="1158496" y="662390"/>
                  </a:lnTo>
                  <a:lnTo>
                    <a:pt x="1206931" y="646954"/>
                  </a:lnTo>
                  <a:lnTo>
                    <a:pt x="1252614" y="629850"/>
                  </a:lnTo>
                  <a:lnTo>
                    <a:pt x="1295349" y="611171"/>
                  </a:lnTo>
                  <a:lnTo>
                    <a:pt x="1334940" y="591009"/>
                  </a:lnTo>
                  <a:lnTo>
                    <a:pt x="1371193" y="569456"/>
                  </a:lnTo>
                  <a:lnTo>
                    <a:pt x="1403912" y="546605"/>
                  </a:lnTo>
                  <a:lnTo>
                    <a:pt x="1457968" y="497373"/>
                  </a:lnTo>
                  <a:lnTo>
                    <a:pt x="1495546" y="444052"/>
                  </a:lnTo>
                  <a:lnTo>
                    <a:pt x="1515083" y="387377"/>
                  </a:lnTo>
                  <a:lnTo>
                    <a:pt x="1517599" y="358013"/>
                  </a:lnTo>
                  <a:lnTo>
                    <a:pt x="1515083" y="328648"/>
                  </a:lnTo>
                  <a:lnTo>
                    <a:pt x="1495546" y="271973"/>
                  </a:lnTo>
                  <a:lnTo>
                    <a:pt x="1457968" y="218652"/>
                  </a:lnTo>
                  <a:lnTo>
                    <a:pt x="1403912" y="169420"/>
                  </a:lnTo>
                  <a:lnTo>
                    <a:pt x="1371193" y="146569"/>
                  </a:lnTo>
                  <a:lnTo>
                    <a:pt x="1334940" y="125016"/>
                  </a:lnTo>
                  <a:lnTo>
                    <a:pt x="1295349" y="104854"/>
                  </a:lnTo>
                  <a:lnTo>
                    <a:pt x="1252614" y="86175"/>
                  </a:lnTo>
                  <a:lnTo>
                    <a:pt x="1206931" y="69071"/>
                  </a:lnTo>
                  <a:lnTo>
                    <a:pt x="1158496" y="53635"/>
                  </a:lnTo>
                  <a:lnTo>
                    <a:pt x="1107503" y="39958"/>
                  </a:lnTo>
                  <a:lnTo>
                    <a:pt x="1054148" y="28132"/>
                  </a:lnTo>
                  <a:lnTo>
                    <a:pt x="998626" y="18250"/>
                  </a:lnTo>
                  <a:lnTo>
                    <a:pt x="941132" y="10404"/>
                  </a:lnTo>
                  <a:lnTo>
                    <a:pt x="881862" y="4685"/>
                  </a:lnTo>
                  <a:lnTo>
                    <a:pt x="821011" y="1186"/>
                  </a:lnTo>
                  <a:lnTo>
                    <a:pt x="758774" y="0"/>
                  </a:lnTo>
                  <a:close/>
                </a:path>
              </a:pathLst>
            </a:custGeom>
            <a:solidFill>
              <a:srgbClr val="FFFFFF"/>
            </a:solidFill>
          </p:spPr>
          <p:txBody>
            <a:bodyPr wrap="square" lIns="0" tIns="0" rIns="0" bIns="0" rtlCol="0"/>
            <a:lstStyle/>
            <a:p>
              <a:endParaRPr/>
            </a:p>
          </p:txBody>
        </p:sp>
        <p:sp>
          <p:nvSpPr>
            <p:cNvPr id="51" name="object 51"/>
            <p:cNvSpPr/>
            <p:nvPr/>
          </p:nvSpPr>
          <p:spPr>
            <a:xfrm>
              <a:off x="982649" y="3854450"/>
              <a:ext cx="1517650" cy="716280"/>
            </a:xfrm>
            <a:custGeom>
              <a:avLst/>
              <a:gdLst/>
              <a:ahLst/>
              <a:cxnLst/>
              <a:rect l="l" t="t" r="r" b="b"/>
              <a:pathLst>
                <a:path w="1517650" h="716279">
                  <a:moveTo>
                    <a:pt x="0" y="358013"/>
                  </a:moveTo>
                  <a:lnTo>
                    <a:pt x="9929" y="299938"/>
                  </a:lnTo>
                  <a:lnTo>
                    <a:pt x="38678" y="244847"/>
                  </a:lnTo>
                  <a:lnTo>
                    <a:pt x="84685" y="193479"/>
                  </a:lnTo>
                  <a:lnTo>
                    <a:pt x="146387" y="146569"/>
                  </a:lnTo>
                  <a:lnTo>
                    <a:pt x="182636" y="125016"/>
                  </a:lnTo>
                  <a:lnTo>
                    <a:pt x="222224" y="104854"/>
                  </a:lnTo>
                  <a:lnTo>
                    <a:pt x="264955" y="86175"/>
                  </a:lnTo>
                  <a:lnTo>
                    <a:pt x="310634" y="69071"/>
                  </a:lnTo>
                  <a:lnTo>
                    <a:pt x="359066" y="53635"/>
                  </a:lnTo>
                  <a:lnTo>
                    <a:pt x="410055" y="39958"/>
                  </a:lnTo>
                  <a:lnTo>
                    <a:pt x="463407" y="28132"/>
                  </a:lnTo>
                  <a:lnTo>
                    <a:pt x="518927" y="18250"/>
                  </a:lnTo>
                  <a:lnTo>
                    <a:pt x="576418" y="10404"/>
                  </a:lnTo>
                  <a:lnTo>
                    <a:pt x="635687" y="4685"/>
                  </a:lnTo>
                  <a:lnTo>
                    <a:pt x="696537" y="1186"/>
                  </a:lnTo>
                  <a:lnTo>
                    <a:pt x="758774" y="0"/>
                  </a:lnTo>
                  <a:lnTo>
                    <a:pt x="821011" y="1186"/>
                  </a:lnTo>
                  <a:lnTo>
                    <a:pt x="881862" y="4685"/>
                  </a:lnTo>
                  <a:lnTo>
                    <a:pt x="941132" y="10404"/>
                  </a:lnTo>
                  <a:lnTo>
                    <a:pt x="998626" y="18250"/>
                  </a:lnTo>
                  <a:lnTo>
                    <a:pt x="1054148" y="28132"/>
                  </a:lnTo>
                  <a:lnTo>
                    <a:pt x="1107503" y="39958"/>
                  </a:lnTo>
                  <a:lnTo>
                    <a:pt x="1158496" y="53635"/>
                  </a:lnTo>
                  <a:lnTo>
                    <a:pt x="1206931" y="69071"/>
                  </a:lnTo>
                  <a:lnTo>
                    <a:pt x="1252614" y="86175"/>
                  </a:lnTo>
                  <a:lnTo>
                    <a:pt x="1295349" y="104854"/>
                  </a:lnTo>
                  <a:lnTo>
                    <a:pt x="1334940" y="125016"/>
                  </a:lnTo>
                  <a:lnTo>
                    <a:pt x="1371193" y="146569"/>
                  </a:lnTo>
                  <a:lnTo>
                    <a:pt x="1403912" y="169420"/>
                  </a:lnTo>
                  <a:lnTo>
                    <a:pt x="1457968" y="218652"/>
                  </a:lnTo>
                  <a:lnTo>
                    <a:pt x="1495546" y="271973"/>
                  </a:lnTo>
                  <a:lnTo>
                    <a:pt x="1515083" y="328648"/>
                  </a:lnTo>
                  <a:lnTo>
                    <a:pt x="1517599" y="358013"/>
                  </a:lnTo>
                  <a:lnTo>
                    <a:pt x="1515083" y="387377"/>
                  </a:lnTo>
                  <a:lnTo>
                    <a:pt x="1507667" y="416087"/>
                  </a:lnTo>
                  <a:lnTo>
                    <a:pt x="1478915" y="471178"/>
                  </a:lnTo>
                  <a:lnTo>
                    <a:pt x="1432902" y="522546"/>
                  </a:lnTo>
                  <a:lnTo>
                    <a:pt x="1371193" y="569456"/>
                  </a:lnTo>
                  <a:lnTo>
                    <a:pt x="1334940" y="591009"/>
                  </a:lnTo>
                  <a:lnTo>
                    <a:pt x="1295349" y="611171"/>
                  </a:lnTo>
                  <a:lnTo>
                    <a:pt x="1252614" y="629850"/>
                  </a:lnTo>
                  <a:lnTo>
                    <a:pt x="1206931" y="646954"/>
                  </a:lnTo>
                  <a:lnTo>
                    <a:pt x="1158496" y="662390"/>
                  </a:lnTo>
                  <a:lnTo>
                    <a:pt x="1107503" y="676067"/>
                  </a:lnTo>
                  <a:lnTo>
                    <a:pt x="1054148" y="687893"/>
                  </a:lnTo>
                  <a:lnTo>
                    <a:pt x="998626" y="697775"/>
                  </a:lnTo>
                  <a:lnTo>
                    <a:pt x="941132" y="705621"/>
                  </a:lnTo>
                  <a:lnTo>
                    <a:pt x="881862" y="711340"/>
                  </a:lnTo>
                  <a:lnTo>
                    <a:pt x="821011" y="714839"/>
                  </a:lnTo>
                  <a:lnTo>
                    <a:pt x="758774" y="716026"/>
                  </a:lnTo>
                  <a:lnTo>
                    <a:pt x="696537" y="714839"/>
                  </a:lnTo>
                  <a:lnTo>
                    <a:pt x="635687" y="711340"/>
                  </a:lnTo>
                  <a:lnTo>
                    <a:pt x="576418" y="705621"/>
                  </a:lnTo>
                  <a:lnTo>
                    <a:pt x="518927" y="697775"/>
                  </a:lnTo>
                  <a:lnTo>
                    <a:pt x="463407" y="687893"/>
                  </a:lnTo>
                  <a:lnTo>
                    <a:pt x="410055" y="676067"/>
                  </a:lnTo>
                  <a:lnTo>
                    <a:pt x="359066" y="662390"/>
                  </a:lnTo>
                  <a:lnTo>
                    <a:pt x="310634" y="646954"/>
                  </a:lnTo>
                  <a:lnTo>
                    <a:pt x="264955" y="629850"/>
                  </a:lnTo>
                  <a:lnTo>
                    <a:pt x="222224" y="611171"/>
                  </a:lnTo>
                  <a:lnTo>
                    <a:pt x="182636" y="591009"/>
                  </a:lnTo>
                  <a:lnTo>
                    <a:pt x="146387" y="569456"/>
                  </a:lnTo>
                  <a:lnTo>
                    <a:pt x="113672" y="546605"/>
                  </a:lnTo>
                  <a:lnTo>
                    <a:pt x="59622" y="497373"/>
                  </a:lnTo>
                  <a:lnTo>
                    <a:pt x="22049" y="444052"/>
                  </a:lnTo>
                  <a:lnTo>
                    <a:pt x="2515" y="387377"/>
                  </a:lnTo>
                  <a:lnTo>
                    <a:pt x="0" y="358013"/>
                  </a:lnTo>
                  <a:close/>
                </a:path>
              </a:pathLst>
            </a:custGeom>
            <a:ln w="9524">
              <a:solidFill>
                <a:srgbClr val="000000"/>
              </a:solidFill>
            </a:ln>
          </p:spPr>
          <p:txBody>
            <a:bodyPr wrap="square" lIns="0" tIns="0" rIns="0" bIns="0" rtlCol="0"/>
            <a:lstStyle/>
            <a:p>
              <a:endParaRPr/>
            </a:p>
          </p:txBody>
        </p:sp>
      </p:grpSp>
      <p:sp>
        <p:nvSpPr>
          <p:cNvPr id="52" name="object 52"/>
          <p:cNvSpPr txBox="1"/>
          <p:nvPr/>
        </p:nvSpPr>
        <p:spPr>
          <a:xfrm>
            <a:off x="779170" y="4096892"/>
            <a:ext cx="1523365" cy="223520"/>
          </a:xfrm>
          <a:prstGeom prst="rect">
            <a:avLst/>
          </a:prstGeom>
        </p:spPr>
        <p:txBody>
          <a:bodyPr vert="horz" wrap="square" lIns="0" tIns="12065" rIns="0" bIns="0" rtlCol="0">
            <a:spAutoFit/>
          </a:bodyPr>
          <a:lstStyle/>
          <a:p>
            <a:pPr marL="12700">
              <a:lnSpc>
                <a:spcPct val="100000"/>
              </a:lnSpc>
              <a:spcBef>
                <a:spcPts val="95"/>
              </a:spcBef>
            </a:pPr>
            <a:r>
              <a:rPr sz="1300" b="1" spc="-40" dirty="0">
                <a:latin typeface="Arial"/>
                <a:cs typeface="Arial"/>
              </a:rPr>
              <a:t>W</a:t>
            </a:r>
            <a:r>
              <a:rPr sz="1300" b="1" spc="-525" dirty="0">
                <a:latin typeface="Arial"/>
                <a:cs typeface="Arial"/>
              </a:rPr>
              <a:t>o</a:t>
            </a:r>
            <a:r>
              <a:rPr sz="1300" b="1" spc="-740" dirty="0">
                <a:latin typeface="Arial"/>
                <a:cs typeface="Arial"/>
              </a:rPr>
              <a:t>W</a:t>
            </a:r>
            <a:r>
              <a:rPr sz="1300" b="1" spc="-10" dirty="0">
                <a:latin typeface="Arial"/>
                <a:cs typeface="Arial"/>
              </a:rPr>
              <a:t>r</a:t>
            </a:r>
            <a:r>
              <a:rPr sz="1300" b="1" spc="-550" dirty="0">
                <a:latin typeface="Arial"/>
                <a:cs typeface="Arial"/>
              </a:rPr>
              <a:t>k</a:t>
            </a:r>
            <a:r>
              <a:rPr sz="1300" b="1" spc="-320" dirty="0">
                <a:latin typeface="Arial"/>
                <a:cs typeface="Arial"/>
              </a:rPr>
              <a:t>o</a:t>
            </a:r>
            <a:r>
              <a:rPr sz="1300" b="1" spc="-940" dirty="0">
                <a:latin typeface="Arial"/>
                <a:cs typeface="Arial"/>
              </a:rPr>
              <a:t>W</a:t>
            </a:r>
            <a:r>
              <a:rPr sz="1300" b="1" spc="-425" dirty="0">
                <a:latin typeface="Arial"/>
                <a:cs typeface="Arial"/>
              </a:rPr>
              <a:t>r</a:t>
            </a:r>
            <a:r>
              <a:rPr sz="1300" b="1" spc="-475" dirty="0">
                <a:latin typeface="Arial"/>
                <a:cs typeface="Arial"/>
              </a:rPr>
              <a:t>E</a:t>
            </a:r>
            <a:r>
              <a:rPr sz="1300" b="1" spc="-345" dirty="0">
                <a:latin typeface="Arial"/>
                <a:cs typeface="Arial"/>
              </a:rPr>
              <a:t>k</a:t>
            </a:r>
            <a:r>
              <a:rPr sz="1300" b="1" spc="-750" dirty="0">
                <a:latin typeface="Arial"/>
                <a:cs typeface="Arial"/>
              </a:rPr>
              <a:t>o</a:t>
            </a:r>
            <a:r>
              <a:rPr sz="1300" b="1" spc="-10" dirty="0">
                <a:latin typeface="Arial"/>
                <a:cs typeface="Arial"/>
              </a:rPr>
              <a:t>l</a:t>
            </a:r>
            <a:r>
              <a:rPr sz="1300" b="1" spc="-475" dirty="0">
                <a:latin typeface="Arial"/>
                <a:cs typeface="Arial"/>
              </a:rPr>
              <a:t>e</a:t>
            </a:r>
            <a:r>
              <a:rPr sz="1300" b="1" spc="-785" dirty="0">
                <a:latin typeface="Arial"/>
                <a:cs typeface="Arial"/>
              </a:rPr>
              <a:t>E</a:t>
            </a:r>
            <a:r>
              <a:rPr sz="1300" b="1" spc="-165" dirty="0">
                <a:latin typeface="Arial"/>
                <a:cs typeface="Arial"/>
              </a:rPr>
              <a:t>r</a:t>
            </a:r>
            <a:r>
              <a:rPr sz="1300" b="1" spc="-1030" dirty="0">
                <a:latin typeface="Arial"/>
                <a:cs typeface="Arial"/>
              </a:rPr>
              <a:t>m</a:t>
            </a:r>
            <a:r>
              <a:rPr sz="1300" b="1" spc="-480" dirty="0">
                <a:latin typeface="Arial"/>
                <a:cs typeface="Arial"/>
              </a:rPr>
              <a:t>k</a:t>
            </a:r>
            <a:r>
              <a:rPr sz="1300" b="1" spc="-10" dirty="0">
                <a:latin typeface="Arial"/>
                <a:cs typeface="Arial"/>
              </a:rPr>
              <a:t>l</a:t>
            </a:r>
            <a:r>
              <a:rPr sz="1300" b="1" spc="-355" dirty="0">
                <a:latin typeface="Arial"/>
                <a:cs typeface="Arial"/>
              </a:rPr>
              <a:t>e</a:t>
            </a:r>
            <a:r>
              <a:rPr sz="1300" b="1" spc="-665" dirty="0">
                <a:latin typeface="Arial"/>
                <a:cs typeface="Arial"/>
              </a:rPr>
              <a:t>e</a:t>
            </a:r>
            <a:r>
              <a:rPr sz="1300" b="1" spc="-630" dirty="0">
                <a:latin typeface="Arial"/>
                <a:cs typeface="Arial"/>
              </a:rPr>
              <a:t>E</a:t>
            </a:r>
            <a:r>
              <a:rPr sz="1300" b="1" spc="-790" dirty="0">
                <a:latin typeface="Arial"/>
                <a:cs typeface="Arial"/>
              </a:rPr>
              <a:t>m</a:t>
            </a:r>
            <a:r>
              <a:rPr sz="1300" b="1" spc="-590" dirty="0">
                <a:latin typeface="Arial"/>
                <a:cs typeface="Arial"/>
              </a:rPr>
              <a:t>n</a:t>
            </a:r>
            <a:r>
              <a:rPr sz="1300" b="1" spc="-10" dirty="0">
                <a:latin typeface="Arial"/>
                <a:cs typeface="Arial"/>
              </a:rPr>
              <a:t>l</a:t>
            </a:r>
            <a:r>
              <a:rPr sz="1300" b="1" spc="-555" dirty="0">
                <a:latin typeface="Arial"/>
                <a:cs typeface="Arial"/>
              </a:rPr>
              <a:t>e</a:t>
            </a:r>
            <a:r>
              <a:rPr sz="1300" b="1" spc="-720" dirty="0">
                <a:latin typeface="Arial"/>
                <a:cs typeface="Arial"/>
              </a:rPr>
              <a:t>e</a:t>
            </a:r>
            <a:r>
              <a:rPr sz="1300" b="1" spc="65" dirty="0">
                <a:latin typeface="Arial"/>
                <a:cs typeface="Arial"/>
              </a:rPr>
              <a:t>t</a:t>
            </a:r>
            <a:r>
              <a:rPr sz="1300" b="1" spc="-990" dirty="0">
                <a:latin typeface="Arial"/>
                <a:cs typeface="Arial"/>
              </a:rPr>
              <a:t>m</a:t>
            </a:r>
            <a:r>
              <a:rPr sz="1300" b="1" spc="-10" dirty="0">
                <a:latin typeface="Arial"/>
                <a:cs typeface="Arial"/>
              </a:rPr>
              <a:t>n</a:t>
            </a:r>
            <a:r>
              <a:rPr sz="1300" b="1" spc="-275" dirty="0">
                <a:latin typeface="Arial"/>
                <a:cs typeface="Arial"/>
              </a:rPr>
              <a:t>t</a:t>
            </a:r>
            <a:r>
              <a:rPr sz="1300" b="1" spc="-10" dirty="0">
                <a:latin typeface="Arial"/>
                <a:cs typeface="Arial"/>
              </a:rPr>
              <a:t>ent</a:t>
            </a:r>
            <a:endParaRPr sz="1300">
              <a:latin typeface="Arial"/>
              <a:cs typeface="Arial"/>
            </a:endParaRPr>
          </a:p>
        </p:txBody>
      </p:sp>
      <p:sp>
        <p:nvSpPr>
          <p:cNvPr id="53" name="object 53"/>
          <p:cNvSpPr/>
          <p:nvPr/>
        </p:nvSpPr>
        <p:spPr>
          <a:xfrm>
            <a:off x="1323721" y="3422522"/>
            <a:ext cx="426084" cy="433070"/>
          </a:xfrm>
          <a:custGeom>
            <a:avLst/>
            <a:gdLst/>
            <a:ahLst/>
            <a:cxnLst/>
            <a:rect l="l" t="t" r="r" b="b"/>
            <a:pathLst>
              <a:path w="426085" h="433070">
                <a:moveTo>
                  <a:pt x="425831" y="300609"/>
                </a:moveTo>
                <a:lnTo>
                  <a:pt x="419862" y="293878"/>
                </a:lnTo>
                <a:lnTo>
                  <a:pt x="404114" y="292862"/>
                </a:lnTo>
                <a:lnTo>
                  <a:pt x="397383" y="298831"/>
                </a:lnTo>
                <a:lnTo>
                  <a:pt x="396760" y="308483"/>
                </a:lnTo>
                <a:lnTo>
                  <a:pt x="394017" y="353060"/>
                </a:lnTo>
                <a:lnTo>
                  <a:pt x="216154" y="0"/>
                </a:lnTo>
                <a:lnTo>
                  <a:pt x="203415" y="6477"/>
                </a:lnTo>
                <a:lnTo>
                  <a:pt x="190373" y="635"/>
                </a:lnTo>
                <a:lnTo>
                  <a:pt x="34429" y="351917"/>
                </a:lnTo>
                <a:lnTo>
                  <a:pt x="29337" y="305816"/>
                </a:lnTo>
                <a:lnTo>
                  <a:pt x="28448" y="298069"/>
                </a:lnTo>
                <a:lnTo>
                  <a:pt x="21336" y="292354"/>
                </a:lnTo>
                <a:lnTo>
                  <a:pt x="5715" y="294132"/>
                </a:lnTo>
                <a:lnTo>
                  <a:pt x="0" y="301117"/>
                </a:lnTo>
                <a:lnTo>
                  <a:pt x="889" y="308991"/>
                </a:lnTo>
                <a:lnTo>
                  <a:pt x="14478" y="432054"/>
                </a:lnTo>
                <a:lnTo>
                  <a:pt x="42494" y="411861"/>
                </a:lnTo>
                <a:lnTo>
                  <a:pt x="114935" y="359664"/>
                </a:lnTo>
                <a:lnTo>
                  <a:pt x="121285" y="354965"/>
                </a:lnTo>
                <a:lnTo>
                  <a:pt x="122682" y="346075"/>
                </a:lnTo>
                <a:lnTo>
                  <a:pt x="118110" y="339598"/>
                </a:lnTo>
                <a:lnTo>
                  <a:pt x="113538" y="333248"/>
                </a:lnTo>
                <a:lnTo>
                  <a:pt x="104521" y="331851"/>
                </a:lnTo>
                <a:lnTo>
                  <a:pt x="60579" y="363524"/>
                </a:lnTo>
                <a:lnTo>
                  <a:pt x="189738" y="72669"/>
                </a:lnTo>
                <a:lnTo>
                  <a:pt x="188849" y="302260"/>
                </a:lnTo>
                <a:lnTo>
                  <a:pt x="188747" y="351637"/>
                </a:lnTo>
                <a:lnTo>
                  <a:pt x="202857" y="376047"/>
                </a:lnTo>
                <a:lnTo>
                  <a:pt x="188658" y="351497"/>
                </a:lnTo>
                <a:lnTo>
                  <a:pt x="165481" y="311404"/>
                </a:lnTo>
                <a:lnTo>
                  <a:pt x="161417" y="304546"/>
                </a:lnTo>
                <a:lnTo>
                  <a:pt x="152781" y="302260"/>
                </a:lnTo>
                <a:lnTo>
                  <a:pt x="139065" y="310134"/>
                </a:lnTo>
                <a:lnTo>
                  <a:pt x="136779" y="318897"/>
                </a:lnTo>
                <a:lnTo>
                  <a:pt x="140716" y="325628"/>
                </a:lnTo>
                <a:lnTo>
                  <a:pt x="202692" y="432816"/>
                </a:lnTo>
                <a:lnTo>
                  <a:pt x="219341" y="404495"/>
                </a:lnTo>
                <a:lnTo>
                  <a:pt x="269367" y="319405"/>
                </a:lnTo>
                <a:lnTo>
                  <a:pt x="267081" y="310642"/>
                </a:lnTo>
                <a:lnTo>
                  <a:pt x="260350" y="306578"/>
                </a:lnTo>
                <a:lnTo>
                  <a:pt x="253492" y="302641"/>
                </a:lnTo>
                <a:lnTo>
                  <a:pt x="244729" y="304800"/>
                </a:lnTo>
                <a:lnTo>
                  <a:pt x="240792" y="311658"/>
                </a:lnTo>
                <a:lnTo>
                  <a:pt x="217233" y="351637"/>
                </a:lnTo>
                <a:lnTo>
                  <a:pt x="218325" y="67945"/>
                </a:lnTo>
                <a:lnTo>
                  <a:pt x="368515" y="365963"/>
                </a:lnTo>
                <a:lnTo>
                  <a:pt x="322961" y="336296"/>
                </a:lnTo>
                <a:lnTo>
                  <a:pt x="314071" y="338201"/>
                </a:lnTo>
                <a:lnTo>
                  <a:pt x="309880" y="344805"/>
                </a:lnTo>
                <a:lnTo>
                  <a:pt x="305549" y="351409"/>
                </a:lnTo>
                <a:lnTo>
                  <a:pt x="307340" y="360299"/>
                </a:lnTo>
                <a:lnTo>
                  <a:pt x="417830" y="432054"/>
                </a:lnTo>
                <a:lnTo>
                  <a:pt x="418973" y="413131"/>
                </a:lnTo>
                <a:lnTo>
                  <a:pt x="425437" y="306705"/>
                </a:lnTo>
                <a:lnTo>
                  <a:pt x="425831" y="300609"/>
                </a:lnTo>
                <a:close/>
              </a:path>
            </a:pathLst>
          </a:custGeom>
          <a:solidFill>
            <a:srgbClr val="FD8537"/>
          </a:solidFill>
        </p:spPr>
        <p:txBody>
          <a:bodyPr wrap="square" lIns="0" tIns="0" rIns="0" bIns="0" rtlCol="0"/>
          <a:lstStyle/>
          <a:p>
            <a:endParaRPr/>
          </a:p>
        </p:txBody>
      </p:sp>
      <p:grpSp>
        <p:nvGrpSpPr>
          <p:cNvPr id="54" name="object 54"/>
          <p:cNvGrpSpPr/>
          <p:nvPr/>
        </p:nvGrpSpPr>
        <p:grpSpPr>
          <a:xfrm>
            <a:off x="2781236" y="2825686"/>
            <a:ext cx="1075055" cy="568325"/>
            <a:chOff x="2781236" y="2825686"/>
            <a:chExt cx="1075055" cy="568325"/>
          </a:xfrm>
        </p:grpSpPr>
        <p:pic>
          <p:nvPicPr>
            <p:cNvPr id="55" name="object 55"/>
            <p:cNvPicPr/>
            <p:nvPr/>
          </p:nvPicPr>
          <p:blipFill>
            <a:blip r:embed="rId22" cstate="print"/>
            <a:stretch>
              <a:fillRect/>
            </a:stretch>
          </p:blipFill>
          <p:spPr>
            <a:xfrm>
              <a:off x="2805683" y="2900171"/>
              <a:ext cx="1050036" cy="493775"/>
            </a:xfrm>
            <a:prstGeom prst="rect">
              <a:avLst/>
            </a:prstGeom>
          </p:spPr>
        </p:pic>
        <p:pic>
          <p:nvPicPr>
            <p:cNvPr id="56" name="object 56"/>
            <p:cNvPicPr/>
            <p:nvPr/>
          </p:nvPicPr>
          <p:blipFill>
            <a:blip r:embed="rId23" cstate="print"/>
            <a:stretch>
              <a:fillRect/>
            </a:stretch>
          </p:blipFill>
          <p:spPr>
            <a:xfrm>
              <a:off x="2862071" y="2962655"/>
              <a:ext cx="990600" cy="307848"/>
            </a:xfrm>
            <a:prstGeom prst="rect">
              <a:avLst/>
            </a:prstGeom>
          </p:spPr>
        </p:pic>
        <p:sp>
          <p:nvSpPr>
            <p:cNvPr id="57" name="object 57"/>
            <p:cNvSpPr/>
            <p:nvPr/>
          </p:nvSpPr>
          <p:spPr>
            <a:xfrm>
              <a:off x="2785998" y="2830448"/>
              <a:ext cx="1038225" cy="481330"/>
            </a:xfrm>
            <a:custGeom>
              <a:avLst/>
              <a:gdLst/>
              <a:ahLst/>
              <a:cxnLst/>
              <a:rect l="l" t="t" r="r" b="b"/>
              <a:pathLst>
                <a:path w="1038225" h="481329">
                  <a:moveTo>
                    <a:pt x="958088" y="0"/>
                  </a:moveTo>
                  <a:lnTo>
                    <a:pt x="80263" y="0"/>
                  </a:lnTo>
                  <a:lnTo>
                    <a:pt x="49023" y="6308"/>
                  </a:lnTo>
                  <a:lnTo>
                    <a:pt x="23510" y="23510"/>
                  </a:lnTo>
                  <a:lnTo>
                    <a:pt x="6308" y="49023"/>
                  </a:lnTo>
                  <a:lnTo>
                    <a:pt x="0" y="80263"/>
                  </a:lnTo>
                  <a:lnTo>
                    <a:pt x="0" y="400938"/>
                  </a:lnTo>
                  <a:lnTo>
                    <a:pt x="6308" y="432105"/>
                  </a:lnTo>
                  <a:lnTo>
                    <a:pt x="23510" y="457581"/>
                  </a:lnTo>
                  <a:lnTo>
                    <a:pt x="49023" y="474769"/>
                  </a:lnTo>
                  <a:lnTo>
                    <a:pt x="80263" y="481075"/>
                  </a:lnTo>
                  <a:lnTo>
                    <a:pt x="958088" y="481075"/>
                  </a:lnTo>
                  <a:lnTo>
                    <a:pt x="989308" y="474769"/>
                  </a:lnTo>
                  <a:lnTo>
                    <a:pt x="1014777" y="457581"/>
                  </a:lnTo>
                  <a:lnTo>
                    <a:pt x="1031936" y="432105"/>
                  </a:lnTo>
                  <a:lnTo>
                    <a:pt x="1038225" y="400938"/>
                  </a:lnTo>
                  <a:lnTo>
                    <a:pt x="1038225" y="80263"/>
                  </a:lnTo>
                  <a:lnTo>
                    <a:pt x="1031936" y="49023"/>
                  </a:lnTo>
                  <a:lnTo>
                    <a:pt x="1014777" y="23510"/>
                  </a:lnTo>
                  <a:lnTo>
                    <a:pt x="989308" y="6308"/>
                  </a:lnTo>
                  <a:lnTo>
                    <a:pt x="958088" y="0"/>
                  </a:lnTo>
                  <a:close/>
                </a:path>
              </a:pathLst>
            </a:custGeom>
            <a:solidFill>
              <a:srgbClr val="CCFF33"/>
            </a:solidFill>
          </p:spPr>
          <p:txBody>
            <a:bodyPr wrap="square" lIns="0" tIns="0" rIns="0" bIns="0" rtlCol="0"/>
            <a:lstStyle/>
            <a:p>
              <a:endParaRPr/>
            </a:p>
          </p:txBody>
        </p:sp>
        <p:sp>
          <p:nvSpPr>
            <p:cNvPr id="58" name="object 58"/>
            <p:cNvSpPr/>
            <p:nvPr/>
          </p:nvSpPr>
          <p:spPr>
            <a:xfrm>
              <a:off x="2785998" y="2830448"/>
              <a:ext cx="1038225" cy="481330"/>
            </a:xfrm>
            <a:custGeom>
              <a:avLst/>
              <a:gdLst/>
              <a:ahLst/>
              <a:cxnLst/>
              <a:rect l="l" t="t" r="r" b="b"/>
              <a:pathLst>
                <a:path w="1038225" h="481329">
                  <a:moveTo>
                    <a:pt x="0" y="80263"/>
                  </a:moveTo>
                  <a:lnTo>
                    <a:pt x="6308" y="49023"/>
                  </a:lnTo>
                  <a:lnTo>
                    <a:pt x="23510" y="23510"/>
                  </a:lnTo>
                  <a:lnTo>
                    <a:pt x="49023" y="6308"/>
                  </a:lnTo>
                  <a:lnTo>
                    <a:pt x="80263" y="0"/>
                  </a:lnTo>
                  <a:lnTo>
                    <a:pt x="958088" y="0"/>
                  </a:lnTo>
                  <a:lnTo>
                    <a:pt x="989308" y="6308"/>
                  </a:lnTo>
                  <a:lnTo>
                    <a:pt x="1014777" y="23510"/>
                  </a:lnTo>
                  <a:lnTo>
                    <a:pt x="1031936" y="49023"/>
                  </a:lnTo>
                  <a:lnTo>
                    <a:pt x="1038225" y="80263"/>
                  </a:lnTo>
                  <a:lnTo>
                    <a:pt x="1038225" y="400938"/>
                  </a:lnTo>
                  <a:lnTo>
                    <a:pt x="1031936" y="432105"/>
                  </a:lnTo>
                  <a:lnTo>
                    <a:pt x="1014777" y="457581"/>
                  </a:lnTo>
                  <a:lnTo>
                    <a:pt x="989308" y="474769"/>
                  </a:lnTo>
                  <a:lnTo>
                    <a:pt x="958088" y="481075"/>
                  </a:lnTo>
                  <a:lnTo>
                    <a:pt x="80263" y="481075"/>
                  </a:lnTo>
                  <a:lnTo>
                    <a:pt x="49023" y="474769"/>
                  </a:lnTo>
                  <a:lnTo>
                    <a:pt x="23510" y="457581"/>
                  </a:lnTo>
                  <a:lnTo>
                    <a:pt x="6308" y="432105"/>
                  </a:lnTo>
                  <a:lnTo>
                    <a:pt x="0" y="400938"/>
                  </a:lnTo>
                  <a:lnTo>
                    <a:pt x="0" y="80263"/>
                  </a:lnTo>
                  <a:close/>
                </a:path>
              </a:pathLst>
            </a:custGeom>
            <a:ln w="9525">
              <a:solidFill>
                <a:srgbClr val="000000"/>
              </a:solidFill>
            </a:ln>
          </p:spPr>
          <p:txBody>
            <a:bodyPr wrap="square" lIns="0" tIns="0" rIns="0" bIns="0" rtlCol="0"/>
            <a:lstStyle/>
            <a:p>
              <a:endParaRPr/>
            </a:p>
          </p:txBody>
        </p:sp>
      </p:grpSp>
      <p:sp>
        <p:nvSpPr>
          <p:cNvPr id="59" name="object 59"/>
          <p:cNvSpPr txBox="1"/>
          <p:nvPr/>
        </p:nvSpPr>
        <p:spPr>
          <a:xfrm>
            <a:off x="2948177" y="2932556"/>
            <a:ext cx="712470" cy="269240"/>
          </a:xfrm>
          <a:prstGeom prst="rect">
            <a:avLst/>
          </a:prstGeom>
        </p:spPr>
        <p:txBody>
          <a:bodyPr vert="horz" wrap="square" lIns="0" tIns="12065" rIns="0" bIns="0" rtlCol="0">
            <a:spAutoFit/>
          </a:bodyPr>
          <a:lstStyle/>
          <a:p>
            <a:pPr marL="12700">
              <a:lnSpc>
                <a:spcPct val="100000"/>
              </a:lnSpc>
              <a:spcBef>
                <a:spcPts val="95"/>
              </a:spcBef>
            </a:pPr>
            <a:r>
              <a:rPr sz="1600" b="1" dirty="0">
                <a:latin typeface="Arial"/>
                <a:cs typeface="Arial"/>
              </a:rPr>
              <a:t>Level</a:t>
            </a:r>
            <a:r>
              <a:rPr sz="1600" b="1" spc="-55" dirty="0">
                <a:latin typeface="Arial"/>
                <a:cs typeface="Arial"/>
              </a:rPr>
              <a:t> </a:t>
            </a:r>
            <a:r>
              <a:rPr sz="1600" b="1" spc="-50" dirty="0">
                <a:latin typeface="Arial"/>
                <a:cs typeface="Arial"/>
              </a:rPr>
              <a:t>1</a:t>
            </a:r>
            <a:endParaRPr sz="1600">
              <a:latin typeface="Arial"/>
              <a:cs typeface="Arial"/>
            </a:endParaRPr>
          </a:p>
        </p:txBody>
      </p:sp>
      <p:grpSp>
        <p:nvGrpSpPr>
          <p:cNvPr id="60" name="object 60"/>
          <p:cNvGrpSpPr/>
          <p:nvPr/>
        </p:nvGrpSpPr>
        <p:grpSpPr>
          <a:xfrm>
            <a:off x="2781236" y="3967162"/>
            <a:ext cx="1075055" cy="568325"/>
            <a:chOff x="2781236" y="3967162"/>
            <a:chExt cx="1075055" cy="568325"/>
          </a:xfrm>
        </p:grpSpPr>
        <p:pic>
          <p:nvPicPr>
            <p:cNvPr id="61" name="object 61"/>
            <p:cNvPicPr/>
            <p:nvPr/>
          </p:nvPicPr>
          <p:blipFill>
            <a:blip r:embed="rId22" cstate="print"/>
            <a:stretch>
              <a:fillRect/>
            </a:stretch>
          </p:blipFill>
          <p:spPr>
            <a:xfrm>
              <a:off x="2805683" y="4041647"/>
              <a:ext cx="1050036" cy="493775"/>
            </a:xfrm>
            <a:prstGeom prst="rect">
              <a:avLst/>
            </a:prstGeom>
          </p:spPr>
        </p:pic>
        <p:pic>
          <p:nvPicPr>
            <p:cNvPr id="62" name="object 62"/>
            <p:cNvPicPr/>
            <p:nvPr/>
          </p:nvPicPr>
          <p:blipFill>
            <a:blip r:embed="rId24" cstate="print"/>
            <a:stretch>
              <a:fillRect/>
            </a:stretch>
          </p:blipFill>
          <p:spPr>
            <a:xfrm>
              <a:off x="2862071" y="4104131"/>
              <a:ext cx="990600" cy="307848"/>
            </a:xfrm>
            <a:prstGeom prst="rect">
              <a:avLst/>
            </a:prstGeom>
          </p:spPr>
        </p:pic>
        <p:sp>
          <p:nvSpPr>
            <p:cNvPr id="63" name="object 63"/>
            <p:cNvSpPr/>
            <p:nvPr/>
          </p:nvSpPr>
          <p:spPr>
            <a:xfrm>
              <a:off x="2785998" y="3971925"/>
              <a:ext cx="1038225" cy="481330"/>
            </a:xfrm>
            <a:custGeom>
              <a:avLst/>
              <a:gdLst/>
              <a:ahLst/>
              <a:cxnLst/>
              <a:rect l="l" t="t" r="r" b="b"/>
              <a:pathLst>
                <a:path w="1038225" h="481329">
                  <a:moveTo>
                    <a:pt x="958088" y="0"/>
                  </a:moveTo>
                  <a:lnTo>
                    <a:pt x="80263" y="0"/>
                  </a:lnTo>
                  <a:lnTo>
                    <a:pt x="49023" y="6306"/>
                  </a:lnTo>
                  <a:lnTo>
                    <a:pt x="23510" y="23495"/>
                  </a:lnTo>
                  <a:lnTo>
                    <a:pt x="6308" y="48970"/>
                  </a:lnTo>
                  <a:lnTo>
                    <a:pt x="0" y="80137"/>
                  </a:lnTo>
                  <a:lnTo>
                    <a:pt x="0" y="400812"/>
                  </a:lnTo>
                  <a:lnTo>
                    <a:pt x="6308" y="432052"/>
                  </a:lnTo>
                  <a:lnTo>
                    <a:pt x="23510" y="457565"/>
                  </a:lnTo>
                  <a:lnTo>
                    <a:pt x="49023" y="474767"/>
                  </a:lnTo>
                  <a:lnTo>
                    <a:pt x="80263" y="481075"/>
                  </a:lnTo>
                  <a:lnTo>
                    <a:pt x="958088" y="481075"/>
                  </a:lnTo>
                  <a:lnTo>
                    <a:pt x="989308" y="474767"/>
                  </a:lnTo>
                  <a:lnTo>
                    <a:pt x="1014777" y="457565"/>
                  </a:lnTo>
                  <a:lnTo>
                    <a:pt x="1031936" y="432052"/>
                  </a:lnTo>
                  <a:lnTo>
                    <a:pt x="1038225" y="400812"/>
                  </a:lnTo>
                  <a:lnTo>
                    <a:pt x="1038225" y="80137"/>
                  </a:lnTo>
                  <a:lnTo>
                    <a:pt x="1031936" y="48970"/>
                  </a:lnTo>
                  <a:lnTo>
                    <a:pt x="1014777" y="23495"/>
                  </a:lnTo>
                  <a:lnTo>
                    <a:pt x="989308" y="6306"/>
                  </a:lnTo>
                  <a:lnTo>
                    <a:pt x="958088" y="0"/>
                  </a:lnTo>
                  <a:close/>
                </a:path>
              </a:pathLst>
            </a:custGeom>
            <a:solidFill>
              <a:srgbClr val="CCFF33"/>
            </a:solidFill>
          </p:spPr>
          <p:txBody>
            <a:bodyPr wrap="square" lIns="0" tIns="0" rIns="0" bIns="0" rtlCol="0"/>
            <a:lstStyle/>
            <a:p>
              <a:endParaRPr/>
            </a:p>
          </p:txBody>
        </p:sp>
        <p:sp>
          <p:nvSpPr>
            <p:cNvPr id="64" name="object 64"/>
            <p:cNvSpPr/>
            <p:nvPr/>
          </p:nvSpPr>
          <p:spPr>
            <a:xfrm>
              <a:off x="2785998" y="3971925"/>
              <a:ext cx="1038225" cy="481330"/>
            </a:xfrm>
            <a:custGeom>
              <a:avLst/>
              <a:gdLst/>
              <a:ahLst/>
              <a:cxnLst/>
              <a:rect l="l" t="t" r="r" b="b"/>
              <a:pathLst>
                <a:path w="1038225" h="481329">
                  <a:moveTo>
                    <a:pt x="0" y="80137"/>
                  </a:moveTo>
                  <a:lnTo>
                    <a:pt x="6308" y="48970"/>
                  </a:lnTo>
                  <a:lnTo>
                    <a:pt x="23510" y="23495"/>
                  </a:lnTo>
                  <a:lnTo>
                    <a:pt x="49023" y="6306"/>
                  </a:lnTo>
                  <a:lnTo>
                    <a:pt x="80263" y="0"/>
                  </a:lnTo>
                  <a:lnTo>
                    <a:pt x="958088" y="0"/>
                  </a:lnTo>
                  <a:lnTo>
                    <a:pt x="989308" y="6306"/>
                  </a:lnTo>
                  <a:lnTo>
                    <a:pt x="1014777" y="23495"/>
                  </a:lnTo>
                  <a:lnTo>
                    <a:pt x="1031936" y="48970"/>
                  </a:lnTo>
                  <a:lnTo>
                    <a:pt x="1038225" y="80137"/>
                  </a:lnTo>
                  <a:lnTo>
                    <a:pt x="1038225" y="400812"/>
                  </a:lnTo>
                  <a:lnTo>
                    <a:pt x="1031936" y="432052"/>
                  </a:lnTo>
                  <a:lnTo>
                    <a:pt x="1014777" y="457565"/>
                  </a:lnTo>
                  <a:lnTo>
                    <a:pt x="989308" y="474767"/>
                  </a:lnTo>
                  <a:lnTo>
                    <a:pt x="958088" y="481075"/>
                  </a:lnTo>
                  <a:lnTo>
                    <a:pt x="80263" y="481075"/>
                  </a:lnTo>
                  <a:lnTo>
                    <a:pt x="49023" y="474767"/>
                  </a:lnTo>
                  <a:lnTo>
                    <a:pt x="23510" y="457565"/>
                  </a:lnTo>
                  <a:lnTo>
                    <a:pt x="6308" y="432052"/>
                  </a:lnTo>
                  <a:lnTo>
                    <a:pt x="0" y="400812"/>
                  </a:lnTo>
                  <a:lnTo>
                    <a:pt x="0" y="80137"/>
                  </a:lnTo>
                  <a:close/>
                </a:path>
              </a:pathLst>
            </a:custGeom>
            <a:ln w="9525">
              <a:solidFill>
                <a:srgbClr val="000000"/>
              </a:solidFill>
            </a:ln>
          </p:spPr>
          <p:txBody>
            <a:bodyPr wrap="square" lIns="0" tIns="0" rIns="0" bIns="0" rtlCol="0"/>
            <a:lstStyle/>
            <a:p>
              <a:endParaRPr/>
            </a:p>
          </p:txBody>
        </p:sp>
      </p:grpSp>
      <p:sp>
        <p:nvSpPr>
          <p:cNvPr id="65" name="object 65"/>
          <p:cNvSpPr txBox="1"/>
          <p:nvPr/>
        </p:nvSpPr>
        <p:spPr>
          <a:xfrm>
            <a:off x="2948177" y="4074033"/>
            <a:ext cx="712470" cy="269240"/>
          </a:xfrm>
          <a:prstGeom prst="rect">
            <a:avLst/>
          </a:prstGeom>
        </p:spPr>
        <p:txBody>
          <a:bodyPr vert="horz" wrap="square" lIns="0" tIns="12065" rIns="0" bIns="0" rtlCol="0">
            <a:spAutoFit/>
          </a:bodyPr>
          <a:lstStyle/>
          <a:p>
            <a:pPr marL="12700">
              <a:lnSpc>
                <a:spcPct val="100000"/>
              </a:lnSpc>
              <a:spcBef>
                <a:spcPts val="95"/>
              </a:spcBef>
            </a:pPr>
            <a:r>
              <a:rPr sz="1600" b="1" dirty="0">
                <a:latin typeface="Arial"/>
                <a:cs typeface="Arial"/>
              </a:rPr>
              <a:t>Level</a:t>
            </a:r>
            <a:r>
              <a:rPr sz="1600" b="1" spc="-55" dirty="0">
                <a:latin typeface="Arial"/>
                <a:cs typeface="Arial"/>
              </a:rPr>
              <a:t> </a:t>
            </a:r>
            <a:r>
              <a:rPr sz="1600" b="1" spc="-50" dirty="0">
                <a:latin typeface="Arial"/>
                <a:cs typeface="Arial"/>
              </a:rPr>
              <a:t>2</a:t>
            </a:r>
            <a:endParaRPr sz="1600">
              <a:latin typeface="Arial"/>
              <a:cs typeface="Arial"/>
            </a:endParaRPr>
          </a:p>
        </p:txBody>
      </p:sp>
      <p:grpSp>
        <p:nvGrpSpPr>
          <p:cNvPr id="66" name="object 66"/>
          <p:cNvGrpSpPr/>
          <p:nvPr/>
        </p:nvGrpSpPr>
        <p:grpSpPr>
          <a:xfrm>
            <a:off x="2781236" y="5335587"/>
            <a:ext cx="1088390" cy="568960"/>
            <a:chOff x="2781236" y="5335587"/>
            <a:chExt cx="1088390" cy="568960"/>
          </a:xfrm>
        </p:grpSpPr>
        <p:pic>
          <p:nvPicPr>
            <p:cNvPr id="67" name="object 67"/>
            <p:cNvPicPr/>
            <p:nvPr/>
          </p:nvPicPr>
          <p:blipFill>
            <a:blip r:embed="rId25" cstate="print"/>
            <a:stretch>
              <a:fillRect/>
            </a:stretch>
          </p:blipFill>
          <p:spPr>
            <a:xfrm>
              <a:off x="2805683" y="5410200"/>
              <a:ext cx="1050036" cy="493775"/>
            </a:xfrm>
            <a:prstGeom prst="rect">
              <a:avLst/>
            </a:prstGeom>
          </p:spPr>
        </p:pic>
        <p:pic>
          <p:nvPicPr>
            <p:cNvPr id="68" name="object 68"/>
            <p:cNvPicPr/>
            <p:nvPr/>
          </p:nvPicPr>
          <p:blipFill>
            <a:blip r:embed="rId26" cstate="print"/>
            <a:stretch>
              <a:fillRect/>
            </a:stretch>
          </p:blipFill>
          <p:spPr>
            <a:xfrm>
              <a:off x="2845307" y="5472684"/>
              <a:ext cx="1024128" cy="307847"/>
            </a:xfrm>
            <a:prstGeom prst="rect">
              <a:avLst/>
            </a:prstGeom>
          </p:spPr>
        </p:pic>
        <p:sp>
          <p:nvSpPr>
            <p:cNvPr id="69" name="object 69"/>
            <p:cNvSpPr/>
            <p:nvPr/>
          </p:nvSpPr>
          <p:spPr>
            <a:xfrm>
              <a:off x="2785998" y="5340350"/>
              <a:ext cx="1038225" cy="481330"/>
            </a:xfrm>
            <a:custGeom>
              <a:avLst/>
              <a:gdLst/>
              <a:ahLst/>
              <a:cxnLst/>
              <a:rect l="l" t="t" r="r" b="b"/>
              <a:pathLst>
                <a:path w="1038225" h="481329">
                  <a:moveTo>
                    <a:pt x="958088" y="0"/>
                  </a:moveTo>
                  <a:lnTo>
                    <a:pt x="80263" y="0"/>
                  </a:lnTo>
                  <a:lnTo>
                    <a:pt x="49023" y="6306"/>
                  </a:lnTo>
                  <a:lnTo>
                    <a:pt x="23510" y="23494"/>
                  </a:lnTo>
                  <a:lnTo>
                    <a:pt x="6308" y="48970"/>
                  </a:lnTo>
                  <a:lnTo>
                    <a:pt x="0" y="80137"/>
                  </a:lnTo>
                  <a:lnTo>
                    <a:pt x="0" y="400862"/>
                  </a:lnTo>
                  <a:lnTo>
                    <a:pt x="6308" y="432067"/>
                  </a:lnTo>
                  <a:lnTo>
                    <a:pt x="23510" y="457552"/>
                  </a:lnTo>
                  <a:lnTo>
                    <a:pt x="49023" y="474736"/>
                  </a:lnTo>
                  <a:lnTo>
                    <a:pt x="80263" y="481037"/>
                  </a:lnTo>
                  <a:lnTo>
                    <a:pt x="958088" y="481037"/>
                  </a:lnTo>
                  <a:lnTo>
                    <a:pt x="989308" y="474736"/>
                  </a:lnTo>
                  <a:lnTo>
                    <a:pt x="1014777" y="457552"/>
                  </a:lnTo>
                  <a:lnTo>
                    <a:pt x="1031936" y="432067"/>
                  </a:lnTo>
                  <a:lnTo>
                    <a:pt x="1038225" y="400862"/>
                  </a:lnTo>
                  <a:lnTo>
                    <a:pt x="1038225" y="80137"/>
                  </a:lnTo>
                  <a:lnTo>
                    <a:pt x="1031936" y="48970"/>
                  </a:lnTo>
                  <a:lnTo>
                    <a:pt x="1014777" y="23494"/>
                  </a:lnTo>
                  <a:lnTo>
                    <a:pt x="989308" y="6306"/>
                  </a:lnTo>
                  <a:lnTo>
                    <a:pt x="958088" y="0"/>
                  </a:lnTo>
                  <a:close/>
                </a:path>
              </a:pathLst>
            </a:custGeom>
            <a:solidFill>
              <a:srgbClr val="CCFF33"/>
            </a:solidFill>
          </p:spPr>
          <p:txBody>
            <a:bodyPr wrap="square" lIns="0" tIns="0" rIns="0" bIns="0" rtlCol="0"/>
            <a:lstStyle/>
            <a:p>
              <a:endParaRPr/>
            </a:p>
          </p:txBody>
        </p:sp>
        <p:sp>
          <p:nvSpPr>
            <p:cNvPr id="70" name="object 70"/>
            <p:cNvSpPr/>
            <p:nvPr/>
          </p:nvSpPr>
          <p:spPr>
            <a:xfrm>
              <a:off x="2785998" y="5340350"/>
              <a:ext cx="1038225" cy="481330"/>
            </a:xfrm>
            <a:custGeom>
              <a:avLst/>
              <a:gdLst/>
              <a:ahLst/>
              <a:cxnLst/>
              <a:rect l="l" t="t" r="r" b="b"/>
              <a:pathLst>
                <a:path w="1038225" h="481329">
                  <a:moveTo>
                    <a:pt x="0" y="80137"/>
                  </a:moveTo>
                  <a:lnTo>
                    <a:pt x="6308" y="48970"/>
                  </a:lnTo>
                  <a:lnTo>
                    <a:pt x="23510" y="23494"/>
                  </a:lnTo>
                  <a:lnTo>
                    <a:pt x="49023" y="6306"/>
                  </a:lnTo>
                  <a:lnTo>
                    <a:pt x="80263" y="0"/>
                  </a:lnTo>
                  <a:lnTo>
                    <a:pt x="958088" y="0"/>
                  </a:lnTo>
                  <a:lnTo>
                    <a:pt x="989308" y="6306"/>
                  </a:lnTo>
                  <a:lnTo>
                    <a:pt x="1014777" y="23494"/>
                  </a:lnTo>
                  <a:lnTo>
                    <a:pt x="1031936" y="48970"/>
                  </a:lnTo>
                  <a:lnTo>
                    <a:pt x="1038225" y="80137"/>
                  </a:lnTo>
                  <a:lnTo>
                    <a:pt x="1038225" y="400862"/>
                  </a:lnTo>
                  <a:lnTo>
                    <a:pt x="1031936" y="432067"/>
                  </a:lnTo>
                  <a:lnTo>
                    <a:pt x="1014777" y="457552"/>
                  </a:lnTo>
                  <a:lnTo>
                    <a:pt x="989308" y="474736"/>
                  </a:lnTo>
                  <a:lnTo>
                    <a:pt x="958088" y="481037"/>
                  </a:lnTo>
                  <a:lnTo>
                    <a:pt x="80263" y="481037"/>
                  </a:lnTo>
                  <a:lnTo>
                    <a:pt x="49023" y="474736"/>
                  </a:lnTo>
                  <a:lnTo>
                    <a:pt x="23510" y="457552"/>
                  </a:lnTo>
                  <a:lnTo>
                    <a:pt x="6308" y="432067"/>
                  </a:lnTo>
                  <a:lnTo>
                    <a:pt x="0" y="400862"/>
                  </a:lnTo>
                  <a:lnTo>
                    <a:pt x="0" y="80137"/>
                  </a:lnTo>
                  <a:close/>
                </a:path>
              </a:pathLst>
            </a:custGeom>
            <a:ln w="9525">
              <a:solidFill>
                <a:srgbClr val="000000"/>
              </a:solidFill>
            </a:ln>
          </p:spPr>
          <p:txBody>
            <a:bodyPr wrap="square" lIns="0" tIns="0" rIns="0" bIns="0" rtlCol="0"/>
            <a:lstStyle/>
            <a:p>
              <a:endParaRPr/>
            </a:p>
          </p:txBody>
        </p:sp>
      </p:grpSp>
      <p:sp>
        <p:nvSpPr>
          <p:cNvPr id="71" name="object 71"/>
          <p:cNvSpPr txBox="1"/>
          <p:nvPr/>
        </p:nvSpPr>
        <p:spPr>
          <a:xfrm>
            <a:off x="2931414" y="5442915"/>
            <a:ext cx="746125" cy="269240"/>
          </a:xfrm>
          <a:prstGeom prst="rect">
            <a:avLst/>
          </a:prstGeom>
        </p:spPr>
        <p:txBody>
          <a:bodyPr vert="horz" wrap="square" lIns="0" tIns="12065" rIns="0" bIns="0" rtlCol="0">
            <a:spAutoFit/>
          </a:bodyPr>
          <a:lstStyle/>
          <a:p>
            <a:pPr marL="12700">
              <a:lnSpc>
                <a:spcPct val="100000"/>
              </a:lnSpc>
              <a:spcBef>
                <a:spcPts val="95"/>
              </a:spcBef>
            </a:pPr>
            <a:r>
              <a:rPr sz="1600" b="1" dirty="0">
                <a:latin typeface="Arial"/>
                <a:cs typeface="Arial"/>
              </a:rPr>
              <a:t>Level</a:t>
            </a:r>
            <a:r>
              <a:rPr sz="1600" b="1" spc="-55" dirty="0">
                <a:latin typeface="Arial"/>
                <a:cs typeface="Arial"/>
              </a:rPr>
              <a:t> </a:t>
            </a:r>
            <a:r>
              <a:rPr sz="1600" b="1" spc="-50" dirty="0">
                <a:latin typeface="Arial"/>
                <a:cs typeface="Arial"/>
              </a:rPr>
              <a:t>N</a:t>
            </a:r>
            <a:endParaRPr sz="1600">
              <a:latin typeface="Arial"/>
              <a:cs typeface="Arial"/>
            </a:endParaRPr>
          </a:p>
        </p:txBody>
      </p:sp>
      <p:grpSp>
        <p:nvGrpSpPr>
          <p:cNvPr id="72" name="object 72"/>
          <p:cNvGrpSpPr/>
          <p:nvPr/>
        </p:nvGrpSpPr>
        <p:grpSpPr>
          <a:xfrm>
            <a:off x="6144206" y="2214128"/>
            <a:ext cx="2632075" cy="1647189"/>
            <a:chOff x="6144206" y="2214128"/>
            <a:chExt cx="2632075" cy="1647189"/>
          </a:xfrm>
        </p:grpSpPr>
        <p:sp>
          <p:nvSpPr>
            <p:cNvPr id="73" name="object 73"/>
            <p:cNvSpPr/>
            <p:nvPr/>
          </p:nvSpPr>
          <p:spPr>
            <a:xfrm>
              <a:off x="6147839" y="2217761"/>
              <a:ext cx="2624455" cy="1640205"/>
            </a:xfrm>
            <a:custGeom>
              <a:avLst/>
              <a:gdLst/>
              <a:ahLst/>
              <a:cxnLst/>
              <a:rect l="l" t="t" r="r" b="b"/>
              <a:pathLst>
                <a:path w="2624454" h="1640204">
                  <a:moveTo>
                    <a:pt x="2624403" y="0"/>
                  </a:moveTo>
                  <a:lnTo>
                    <a:pt x="0" y="0"/>
                  </a:lnTo>
                  <a:lnTo>
                    <a:pt x="0" y="1639643"/>
                  </a:lnTo>
                  <a:lnTo>
                    <a:pt x="2624403" y="1639643"/>
                  </a:lnTo>
                  <a:lnTo>
                    <a:pt x="2624403" y="0"/>
                  </a:lnTo>
                  <a:close/>
                </a:path>
              </a:pathLst>
            </a:custGeom>
            <a:solidFill>
              <a:srgbClr val="BADFE2"/>
            </a:solidFill>
          </p:spPr>
          <p:txBody>
            <a:bodyPr wrap="square" lIns="0" tIns="0" rIns="0" bIns="0" rtlCol="0"/>
            <a:lstStyle/>
            <a:p>
              <a:endParaRPr/>
            </a:p>
          </p:txBody>
        </p:sp>
        <p:sp>
          <p:nvSpPr>
            <p:cNvPr id="74" name="object 74"/>
            <p:cNvSpPr/>
            <p:nvPr/>
          </p:nvSpPr>
          <p:spPr>
            <a:xfrm>
              <a:off x="6147839" y="2217761"/>
              <a:ext cx="2624455" cy="1640205"/>
            </a:xfrm>
            <a:custGeom>
              <a:avLst/>
              <a:gdLst/>
              <a:ahLst/>
              <a:cxnLst/>
              <a:rect l="l" t="t" r="r" b="b"/>
              <a:pathLst>
                <a:path w="2624454" h="1640204">
                  <a:moveTo>
                    <a:pt x="0" y="1639643"/>
                  </a:moveTo>
                  <a:lnTo>
                    <a:pt x="2624403" y="1639643"/>
                  </a:lnTo>
                  <a:lnTo>
                    <a:pt x="2624403" y="0"/>
                  </a:lnTo>
                  <a:lnTo>
                    <a:pt x="0" y="0"/>
                  </a:lnTo>
                  <a:lnTo>
                    <a:pt x="0" y="1639643"/>
                  </a:lnTo>
                  <a:close/>
                </a:path>
              </a:pathLst>
            </a:custGeom>
            <a:ln w="7219">
              <a:solidFill>
                <a:srgbClr val="000000"/>
              </a:solidFill>
            </a:ln>
          </p:spPr>
          <p:txBody>
            <a:bodyPr wrap="square" lIns="0" tIns="0" rIns="0" bIns="0" rtlCol="0"/>
            <a:lstStyle/>
            <a:p>
              <a:endParaRPr/>
            </a:p>
          </p:txBody>
        </p:sp>
        <p:sp>
          <p:nvSpPr>
            <p:cNvPr id="75" name="object 75"/>
            <p:cNvSpPr/>
            <p:nvPr/>
          </p:nvSpPr>
          <p:spPr>
            <a:xfrm>
              <a:off x="7188233" y="2387394"/>
              <a:ext cx="297180" cy="227329"/>
            </a:xfrm>
            <a:custGeom>
              <a:avLst/>
              <a:gdLst/>
              <a:ahLst/>
              <a:cxnLst/>
              <a:rect l="l" t="t" r="r" b="b"/>
              <a:pathLst>
                <a:path w="297179" h="227330">
                  <a:moveTo>
                    <a:pt x="263837" y="0"/>
                  </a:moveTo>
                  <a:lnTo>
                    <a:pt x="33099" y="0"/>
                  </a:lnTo>
                  <a:lnTo>
                    <a:pt x="20227" y="2975"/>
                  </a:lnTo>
                  <a:lnTo>
                    <a:pt x="9705" y="11084"/>
                  </a:lnTo>
                  <a:lnTo>
                    <a:pt x="2605" y="23102"/>
                  </a:lnTo>
                  <a:lnTo>
                    <a:pt x="0" y="37804"/>
                  </a:lnTo>
                  <a:lnTo>
                    <a:pt x="0" y="189120"/>
                  </a:lnTo>
                  <a:lnTo>
                    <a:pt x="2605" y="203822"/>
                  </a:lnTo>
                  <a:lnTo>
                    <a:pt x="9705" y="215840"/>
                  </a:lnTo>
                  <a:lnTo>
                    <a:pt x="20227" y="223949"/>
                  </a:lnTo>
                  <a:lnTo>
                    <a:pt x="33099" y="226924"/>
                  </a:lnTo>
                  <a:lnTo>
                    <a:pt x="263837" y="226924"/>
                  </a:lnTo>
                  <a:lnTo>
                    <a:pt x="276710" y="223949"/>
                  </a:lnTo>
                  <a:lnTo>
                    <a:pt x="287232" y="215840"/>
                  </a:lnTo>
                  <a:lnTo>
                    <a:pt x="294332" y="203822"/>
                  </a:lnTo>
                  <a:lnTo>
                    <a:pt x="296937" y="189120"/>
                  </a:lnTo>
                  <a:lnTo>
                    <a:pt x="296937" y="37804"/>
                  </a:lnTo>
                  <a:lnTo>
                    <a:pt x="294332" y="23102"/>
                  </a:lnTo>
                  <a:lnTo>
                    <a:pt x="287232" y="11084"/>
                  </a:lnTo>
                  <a:lnTo>
                    <a:pt x="276710" y="2975"/>
                  </a:lnTo>
                  <a:lnTo>
                    <a:pt x="263837" y="0"/>
                  </a:lnTo>
                  <a:close/>
                </a:path>
              </a:pathLst>
            </a:custGeom>
            <a:solidFill>
              <a:srgbClr val="33CCCC"/>
            </a:solidFill>
          </p:spPr>
          <p:txBody>
            <a:bodyPr wrap="square" lIns="0" tIns="0" rIns="0" bIns="0" rtlCol="0"/>
            <a:lstStyle/>
            <a:p>
              <a:endParaRPr/>
            </a:p>
          </p:txBody>
        </p:sp>
        <p:sp>
          <p:nvSpPr>
            <p:cNvPr id="76" name="object 76"/>
            <p:cNvSpPr/>
            <p:nvPr/>
          </p:nvSpPr>
          <p:spPr>
            <a:xfrm>
              <a:off x="7188233" y="2387394"/>
              <a:ext cx="297180" cy="227329"/>
            </a:xfrm>
            <a:custGeom>
              <a:avLst/>
              <a:gdLst/>
              <a:ahLst/>
              <a:cxnLst/>
              <a:rect l="l" t="t" r="r" b="b"/>
              <a:pathLst>
                <a:path w="297179" h="227330">
                  <a:moveTo>
                    <a:pt x="33099" y="0"/>
                  </a:moveTo>
                  <a:lnTo>
                    <a:pt x="20227" y="2975"/>
                  </a:lnTo>
                  <a:lnTo>
                    <a:pt x="9705" y="11084"/>
                  </a:lnTo>
                  <a:lnTo>
                    <a:pt x="2605" y="23102"/>
                  </a:lnTo>
                  <a:lnTo>
                    <a:pt x="0" y="37804"/>
                  </a:lnTo>
                  <a:lnTo>
                    <a:pt x="0" y="189120"/>
                  </a:lnTo>
                  <a:lnTo>
                    <a:pt x="2605" y="203822"/>
                  </a:lnTo>
                  <a:lnTo>
                    <a:pt x="9705" y="215840"/>
                  </a:lnTo>
                  <a:lnTo>
                    <a:pt x="20227" y="223949"/>
                  </a:lnTo>
                  <a:lnTo>
                    <a:pt x="33099" y="226924"/>
                  </a:lnTo>
                  <a:lnTo>
                    <a:pt x="263837" y="226924"/>
                  </a:lnTo>
                  <a:lnTo>
                    <a:pt x="276710" y="223949"/>
                  </a:lnTo>
                  <a:lnTo>
                    <a:pt x="287232" y="215840"/>
                  </a:lnTo>
                  <a:lnTo>
                    <a:pt x="294332" y="203822"/>
                  </a:lnTo>
                  <a:lnTo>
                    <a:pt x="296937" y="189120"/>
                  </a:lnTo>
                  <a:lnTo>
                    <a:pt x="296937" y="37804"/>
                  </a:lnTo>
                  <a:lnTo>
                    <a:pt x="294332" y="23102"/>
                  </a:lnTo>
                  <a:lnTo>
                    <a:pt x="287232" y="11084"/>
                  </a:lnTo>
                  <a:lnTo>
                    <a:pt x="276710" y="2975"/>
                  </a:lnTo>
                  <a:lnTo>
                    <a:pt x="263837" y="0"/>
                  </a:lnTo>
                  <a:lnTo>
                    <a:pt x="33099" y="0"/>
                  </a:lnTo>
                  <a:close/>
                </a:path>
              </a:pathLst>
            </a:custGeom>
            <a:ln w="7137">
              <a:solidFill>
                <a:srgbClr val="000000"/>
              </a:solidFill>
            </a:ln>
          </p:spPr>
          <p:txBody>
            <a:bodyPr wrap="square" lIns="0" tIns="0" rIns="0" bIns="0" rtlCol="0"/>
            <a:lstStyle/>
            <a:p>
              <a:endParaRPr/>
            </a:p>
          </p:txBody>
        </p:sp>
        <p:sp>
          <p:nvSpPr>
            <p:cNvPr id="77" name="object 77"/>
            <p:cNvSpPr/>
            <p:nvPr/>
          </p:nvSpPr>
          <p:spPr>
            <a:xfrm>
              <a:off x="6444780" y="2896095"/>
              <a:ext cx="297180" cy="227329"/>
            </a:xfrm>
            <a:custGeom>
              <a:avLst/>
              <a:gdLst/>
              <a:ahLst/>
              <a:cxnLst/>
              <a:rect l="l" t="t" r="r" b="b"/>
              <a:pathLst>
                <a:path w="297179" h="227330">
                  <a:moveTo>
                    <a:pt x="263820" y="0"/>
                  </a:moveTo>
                  <a:lnTo>
                    <a:pt x="33108" y="0"/>
                  </a:lnTo>
                  <a:lnTo>
                    <a:pt x="20220" y="2972"/>
                  </a:lnTo>
                  <a:lnTo>
                    <a:pt x="9696" y="11078"/>
                  </a:lnTo>
                  <a:lnTo>
                    <a:pt x="2601" y="23098"/>
                  </a:lnTo>
                  <a:lnTo>
                    <a:pt x="0" y="37814"/>
                  </a:lnTo>
                  <a:lnTo>
                    <a:pt x="0" y="189100"/>
                  </a:lnTo>
                  <a:lnTo>
                    <a:pt x="2601" y="203822"/>
                  </a:lnTo>
                  <a:lnTo>
                    <a:pt x="9696" y="215845"/>
                  </a:lnTo>
                  <a:lnTo>
                    <a:pt x="20220" y="223951"/>
                  </a:lnTo>
                  <a:lnTo>
                    <a:pt x="33108" y="226924"/>
                  </a:lnTo>
                  <a:lnTo>
                    <a:pt x="263820" y="226924"/>
                  </a:lnTo>
                  <a:lnTo>
                    <a:pt x="276710" y="223951"/>
                  </a:lnTo>
                  <a:lnTo>
                    <a:pt x="287236" y="215845"/>
                  </a:lnTo>
                  <a:lnTo>
                    <a:pt x="294334" y="203822"/>
                  </a:lnTo>
                  <a:lnTo>
                    <a:pt x="296937" y="189100"/>
                  </a:lnTo>
                  <a:lnTo>
                    <a:pt x="296937" y="37814"/>
                  </a:lnTo>
                  <a:lnTo>
                    <a:pt x="294334" y="23098"/>
                  </a:lnTo>
                  <a:lnTo>
                    <a:pt x="287236" y="11078"/>
                  </a:lnTo>
                  <a:lnTo>
                    <a:pt x="276710" y="2972"/>
                  </a:lnTo>
                  <a:lnTo>
                    <a:pt x="263820" y="0"/>
                  </a:lnTo>
                  <a:close/>
                </a:path>
              </a:pathLst>
            </a:custGeom>
            <a:solidFill>
              <a:srgbClr val="33CCCC"/>
            </a:solidFill>
          </p:spPr>
          <p:txBody>
            <a:bodyPr wrap="square" lIns="0" tIns="0" rIns="0" bIns="0" rtlCol="0"/>
            <a:lstStyle/>
            <a:p>
              <a:endParaRPr/>
            </a:p>
          </p:txBody>
        </p:sp>
        <p:sp>
          <p:nvSpPr>
            <p:cNvPr id="78" name="object 78"/>
            <p:cNvSpPr/>
            <p:nvPr/>
          </p:nvSpPr>
          <p:spPr>
            <a:xfrm>
              <a:off x="6444780" y="2896095"/>
              <a:ext cx="297180" cy="227329"/>
            </a:xfrm>
            <a:custGeom>
              <a:avLst/>
              <a:gdLst/>
              <a:ahLst/>
              <a:cxnLst/>
              <a:rect l="l" t="t" r="r" b="b"/>
              <a:pathLst>
                <a:path w="297179" h="227330">
                  <a:moveTo>
                    <a:pt x="33108" y="0"/>
                  </a:moveTo>
                  <a:lnTo>
                    <a:pt x="20220" y="2972"/>
                  </a:lnTo>
                  <a:lnTo>
                    <a:pt x="9696" y="11078"/>
                  </a:lnTo>
                  <a:lnTo>
                    <a:pt x="2601" y="23098"/>
                  </a:lnTo>
                  <a:lnTo>
                    <a:pt x="0" y="37814"/>
                  </a:lnTo>
                  <a:lnTo>
                    <a:pt x="0" y="189100"/>
                  </a:lnTo>
                  <a:lnTo>
                    <a:pt x="2601" y="203822"/>
                  </a:lnTo>
                  <a:lnTo>
                    <a:pt x="9696" y="215845"/>
                  </a:lnTo>
                  <a:lnTo>
                    <a:pt x="20220" y="223951"/>
                  </a:lnTo>
                  <a:lnTo>
                    <a:pt x="33108" y="226924"/>
                  </a:lnTo>
                  <a:lnTo>
                    <a:pt x="263820" y="226924"/>
                  </a:lnTo>
                  <a:lnTo>
                    <a:pt x="276710" y="223951"/>
                  </a:lnTo>
                  <a:lnTo>
                    <a:pt x="287236" y="215845"/>
                  </a:lnTo>
                  <a:lnTo>
                    <a:pt x="294334" y="203822"/>
                  </a:lnTo>
                  <a:lnTo>
                    <a:pt x="296937" y="189100"/>
                  </a:lnTo>
                  <a:lnTo>
                    <a:pt x="296937" y="37814"/>
                  </a:lnTo>
                  <a:lnTo>
                    <a:pt x="294334" y="23098"/>
                  </a:lnTo>
                  <a:lnTo>
                    <a:pt x="287236" y="11078"/>
                  </a:lnTo>
                  <a:lnTo>
                    <a:pt x="276710" y="2972"/>
                  </a:lnTo>
                  <a:lnTo>
                    <a:pt x="263820" y="0"/>
                  </a:lnTo>
                  <a:lnTo>
                    <a:pt x="33108" y="0"/>
                  </a:lnTo>
                  <a:close/>
                </a:path>
              </a:pathLst>
            </a:custGeom>
            <a:ln w="7137">
              <a:solidFill>
                <a:srgbClr val="000000"/>
              </a:solidFill>
            </a:ln>
          </p:spPr>
          <p:txBody>
            <a:bodyPr wrap="square" lIns="0" tIns="0" rIns="0" bIns="0" rtlCol="0"/>
            <a:lstStyle/>
            <a:p>
              <a:endParaRPr/>
            </a:p>
          </p:txBody>
        </p:sp>
        <p:sp>
          <p:nvSpPr>
            <p:cNvPr id="79" name="object 79"/>
            <p:cNvSpPr/>
            <p:nvPr/>
          </p:nvSpPr>
          <p:spPr>
            <a:xfrm>
              <a:off x="7188233" y="2896095"/>
              <a:ext cx="297180" cy="227329"/>
            </a:xfrm>
            <a:custGeom>
              <a:avLst/>
              <a:gdLst/>
              <a:ahLst/>
              <a:cxnLst/>
              <a:rect l="l" t="t" r="r" b="b"/>
              <a:pathLst>
                <a:path w="297179" h="227330">
                  <a:moveTo>
                    <a:pt x="263837" y="0"/>
                  </a:moveTo>
                  <a:lnTo>
                    <a:pt x="33099" y="0"/>
                  </a:lnTo>
                  <a:lnTo>
                    <a:pt x="20227" y="2972"/>
                  </a:lnTo>
                  <a:lnTo>
                    <a:pt x="9705" y="11078"/>
                  </a:lnTo>
                  <a:lnTo>
                    <a:pt x="2605" y="23098"/>
                  </a:lnTo>
                  <a:lnTo>
                    <a:pt x="0" y="37814"/>
                  </a:lnTo>
                  <a:lnTo>
                    <a:pt x="0" y="189100"/>
                  </a:lnTo>
                  <a:lnTo>
                    <a:pt x="2605" y="203822"/>
                  </a:lnTo>
                  <a:lnTo>
                    <a:pt x="9705" y="215845"/>
                  </a:lnTo>
                  <a:lnTo>
                    <a:pt x="20227" y="223951"/>
                  </a:lnTo>
                  <a:lnTo>
                    <a:pt x="33099" y="226924"/>
                  </a:lnTo>
                  <a:lnTo>
                    <a:pt x="263837" y="226924"/>
                  </a:lnTo>
                  <a:lnTo>
                    <a:pt x="276710" y="223951"/>
                  </a:lnTo>
                  <a:lnTo>
                    <a:pt x="287232" y="215845"/>
                  </a:lnTo>
                  <a:lnTo>
                    <a:pt x="294332" y="203822"/>
                  </a:lnTo>
                  <a:lnTo>
                    <a:pt x="296937" y="189100"/>
                  </a:lnTo>
                  <a:lnTo>
                    <a:pt x="296937" y="37814"/>
                  </a:lnTo>
                  <a:lnTo>
                    <a:pt x="294332" y="23098"/>
                  </a:lnTo>
                  <a:lnTo>
                    <a:pt x="287232" y="11078"/>
                  </a:lnTo>
                  <a:lnTo>
                    <a:pt x="276710" y="2972"/>
                  </a:lnTo>
                  <a:lnTo>
                    <a:pt x="263837" y="0"/>
                  </a:lnTo>
                  <a:close/>
                </a:path>
              </a:pathLst>
            </a:custGeom>
            <a:solidFill>
              <a:srgbClr val="33CCCC"/>
            </a:solidFill>
          </p:spPr>
          <p:txBody>
            <a:bodyPr wrap="square" lIns="0" tIns="0" rIns="0" bIns="0" rtlCol="0"/>
            <a:lstStyle/>
            <a:p>
              <a:endParaRPr/>
            </a:p>
          </p:txBody>
        </p:sp>
        <p:sp>
          <p:nvSpPr>
            <p:cNvPr id="80" name="object 80"/>
            <p:cNvSpPr/>
            <p:nvPr/>
          </p:nvSpPr>
          <p:spPr>
            <a:xfrm>
              <a:off x="7188233" y="2896095"/>
              <a:ext cx="297180" cy="227329"/>
            </a:xfrm>
            <a:custGeom>
              <a:avLst/>
              <a:gdLst/>
              <a:ahLst/>
              <a:cxnLst/>
              <a:rect l="l" t="t" r="r" b="b"/>
              <a:pathLst>
                <a:path w="297179" h="227330">
                  <a:moveTo>
                    <a:pt x="33099" y="0"/>
                  </a:moveTo>
                  <a:lnTo>
                    <a:pt x="20227" y="2972"/>
                  </a:lnTo>
                  <a:lnTo>
                    <a:pt x="9705" y="11078"/>
                  </a:lnTo>
                  <a:lnTo>
                    <a:pt x="2605" y="23098"/>
                  </a:lnTo>
                  <a:lnTo>
                    <a:pt x="0" y="37814"/>
                  </a:lnTo>
                  <a:lnTo>
                    <a:pt x="0" y="189100"/>
                  </a:lnTo>
                  <a:lnTo>
                    <a:pt x="2605" y="203822"/>
                  </a:lnTo>
                  <a:lnTo>
                    <a:pt x="9705" y="215845"/>
                  </a:lnTo>
                  <a:lnTo>
                    <a:pt x="20227" y="223951"/>
                  </a:lnTo>
                  <a:lnTo>
                    <a:pt x="33099" y="226924"/>
                  </a:lnTo>
                  <a:lnTo>
                    <a:pt x="263837" y="226924"/>
                  </a:lnTo>
                  <a:lnTo>
                    <a:pt x="276710" y="223951"/>
                  </a:lnTo>
                  <a:lnTo>
                    <a:pt x="287232" y="215845"/>
                  </a:lnTo>
                  <a:lnTo>
                    <a:pt x="294332" y="203822"/>
                  </a:lnTo>
                  <a:lnTo>
                    <a:pt x="296937" y="189100"/>
                  </a:lnTo>
                  <a:lnTo>
                    <a:pt x="296937" y="37814"/>
                  </a:lnTo>
                  <a:lnTo>
                    <a:pt x="294332" y="23098"/>
                  </a:lnTo>
                  <a:lnTo>
                    <a:pt x="287232" y="11078"/>
                  </a:lnTo>
                  <a:lnTo>
                    <a:pt x="276710" y="2972"/>
                  </a:lnTo>
                  <a:lnTo>
                    <a:pt x="263837" y="0"/>
                  </a:lnTo>
                  <a:lnTo>
                    <a:pt x="33099" y="0"/>
                  </a:lnTo>
                  <a:close/>
                </a:path>
              </a:pathLst>
            </a:custGeom>
            <a:ln w="7137">
              <a:solidFill>
                <a:srgbClr val="000000"/>
              </a:solidFill>
            </a:ln>
          </p:spPr>
          <p:txBody>
            <a:bodyPr wrap="square" lIns="0" tIns="0" rIns="0" bIns="0" rtlCol="0"/>
            <a:lstStyle/>
            <a:p>
              <a:endParaRPr/>
            </a:p>
          </p:txBody>
        </p:sp>
        <p:sp>
          <p:nvSpPr>
            <p:cNvPr id="81" name="object 81"/>
            <p:cNvSpPr/>
            <p:nvPr/>
          </p:nvSpPr>
          <p:spPr>
            <a:xfrm>
              <a:off x="8029876" y="2896095"/>
              <a:ext cx="297180" cy="227329"/>
            </a:xfrm>
            <a:custGeom>
              <a:avLst/>
              <a:gdLst/>
              <a:ahLst/>
              <a:cxnLst/>
              <a:rect l="l" t="t" r="r" b="b"/>
              <a:pathLst>
                <a:path w="297179" h="227330">
                  <a:moveTo>
                    <a:pt x="263837" y="0"/>
                  </a:moveTo>
                  <a:lnTo>
                    <a:pt x="33099" y="0"/>
                  </a:lnTo>
                  <a:lnTo>
                    <a:pt x="20227" y="2972"/>
                  </a:lnTo>
                  <a:lnTo>
                    <a:pt x="9705" y="11078"/>
                  </a:lnTo>
                  <a:lnTo>
                    <a:pt x="2605" y="23098"/>
                  </a:lnTo>
                  <a:lnTo>
                    <a:pt x="0" y="37814"/>
                  </a:lnTo>
                  <a:lnTo>
                    <a:pt x="0" y="189100"/>
                  </a:lnTo>
                  <a:lnTo>
                    <a:pt x="2605" y="203822"/>
                  </a:lnTo>
                  <a:lnTo>
                    <a:pt x="9705" y="215845"/>
                  </a:lnTo>
                  <a:lnTo>
                    <a:pt x="20227" y="223951"/>
                  </a:lnTo>
                  <a:lnTo>
                    <a:pt x="33099" y="226924"/>
                  </a:lnTo>
                  <a:lnTo>
                    <a:pt x="263837" y="226924"/>
                  </a:lnTo>
                  <a:lnTo>
                    <a:pt x="276710" y="223951"/>
                  </a:lnTo>
                  <a:lnTo>
                    <a:pt x="287232" y="215845"/>
                  </a:lnTo>
                  <a:lnTo>
                    <a:pt x="294332" y="203822"/>
                  </a:lnTo>
                  <a:lnTo>
                    <a:pt x="296937" y="189100"/>
                  </a:lnTo>
                  <a:lnTo>
                    <a:pt x="296937" y="37814"/>
                  </a:lnTo>
                  <a:lnTo>
                    <a:pt x="294332" y="23098"/>
                  </a:lnTo>
                  <a:lnTo>
                    <a:pt x="287232" y="11078"/>
                  </a:lnTo>
                  <a:lnTo>
                    <a:pt x="276710" y="2972"/>
                  </a:lnTo>
                  <a:lnTo>
                    <a:pt x="263837" y="0"/>
                  </a:lnTo>
                  <a:close/>
                </a:path>
              </a:pathLst>
            </a:custGeom>
            <a:solidFill>
              <a:srgbClr val="33CCCC"/>
            </a:solidFill>
          </p:spPr>
          <p:txBody>
            <a:bodyPr wrap="square" lIns="0" tIns="0" rIns="0" bIns="0" rtlCol="0"/>
            <a:lstStyle/>
            <a:p>
              <a:endParaRPr/>
            </a:p>
          </p:txBody>
        </p:sp>
        <p:sp>
          <p:nvSpPr>
            <p:cNvPr id="82" name="object 82"/>
            <p:cNvSpPr/>
            <p:nvPr/>
          </p:nvSpPr>
          <p:spPr>
            <a:xfrm>
              <a:off x="8029876" y="2896095"/>
              <a:ext cx="297180" cy="227329"/>
            </a:xfrm>
            <a:custGeom>
              <a:avLst/>
              <a:gdLst/>
              <a:ahLst/>
              <a:cxnLst/>
              <a:rect l="l" t="t" r="r" b="b"/>
              <a:pathLst>
                <a:path w="297179" h="227330">
                  <a:moveTo>
                    <a:pt x="33099" y="0"/>
                  </a:moveTo>
                  <a:lnTo>
                    <a:pt x="20227" y="2972"/>
                  </a:lnTo>
                  <a:lnTo>
                    <a:pt x="9705" y="11078"/>
                  </a:lnTo>
                  <a:lnTo>
                    <a:pt x="2605" y="23098"/>
                  </a:lnTo>
                  <a:lnTo>
                    <a:pt x="0" y="37814"/>
                  </a:lnTo>
                  <a:lnTo>
                    <a:pt x="0" y="189100"/>
                  </a:lnTo>
                  <a:lnTo>
                    <a:pt x="2605" y="203822"/>
                  </a:lnTo>
                  <a:lnTo>
                    <a:pt x="9705" y="215845"/>
                  </a:lnTo>
                  <a:lnTo>
                    <a:pt x="20227" y="223951"/>
                  </a:lnTo>
                  <a:lnTo>
                    <a:pt x="33099" y="226924"/>
                  </a:lnTo>
                  <a:lnTo>
                    <a:pt x="263837" y="226924"/>
                  </a:lnTo>
                  <a:lnTo>
                    <a:pt x="276710" y="223951"/>
                  </a:lnTo>
                  <a:lnTo>
                    <a:pt x="287232" y="215845"/>
                  </a:lnTo>
                  <a:lnTo>
                    <a:pt x="294332" y="203822"/>
                  </a:lnTo>
                  <a:lnTo>
                    <a:pt x="296937" y="189100"/>
                  </a:lnTo>
                  <a:lnTo>
                    <a:pt x="296937" y="37814"/>
                  </a:lnTo>
                  <a:lnTo>
                    <a:pt x="294332" y="23098"/>
                  </a:lnTo>
                  <a:lnTo>
                    <a:pt x="287232" y="11078"/>
                  </a:lnTo>
                  <a:lnTo>
                    <a:pt x="276710" y="2972"/>
                  </a:lnTo>
                  <a:lnTo>
                    <a:pt x="263837" y="0"/>
                  </a:lnTo>
                  <a:lnTo>
                    <a:pt x="33099" y="0"/>
                  </a:lnTo>
                  <a:close/>
                </a:path>
              </a:pathLst>
            </a:custGeom>
            <a:ln w="7137">
              <a:solidFill>
                <a:srgbClr val="000000"/>
              </a:solidFill>
            </a:ln>
          </p:spPr>
          <p:txBody>
            <a:bodyPr wrap="square" lIns="0" tIns="0" rIns="0" bIns="0" rtlCol="0"/>
            <a:lstStyle/>
            <a:p>
              <a:endParaRPr/>
            </a:p>
          </p:txBody>
        </p:sp>
        <p:sp>
          <p:nvSpPr>
            <p:cNvPr id="83" name="object 83"/>
            <p:cNvSpPr/>
            <p:nvPr/>
          </p:nvSpPr>
          <p:spPr>
            <a:xfrm>
              <a:off x="6247186" y="3404805"/>
              <a:ext cx="297180" cy="227329"/>
            </a:xfrm>
            <a:custGeom>
              <a:avLst/>
              <a:gdLst/>
              <a:ahLst/>
              <a:cxnLst/>
              <a:rect l="l" t="t" r="r" b="b"/>
              <a:pathLst>
                <a:path w="297179" h="227329">
                  <a:moveTo>
                    <a:pt x="263820" y="0"/>
                  </a:moveTo>
                  <a:lnTo>
                    <a:pt x="33108" y="0"/>
                  </a:lnTo>
                  <a:lnTo>
                    <a:pt x="20220" y="2972"/>
                  </a:lnTo>
                  <a:lnTo>
                    <a:pt x="9696" y="11078"/>
                  </a:lnTo>
                  <a:lnTo>
                    <a:pt x="2601" y="23098"/>
                  </a:lnTo>
                  <a:lnTo>
                    <a:pt x="0" y="37814"/>
                  </a:lnTo>
                  <a:lnTo>
                    <a:pt x="0" y="189100"/>
                  </a:lnTo>
                  <a:lnTo>
                    <a:pt x="2601" y="203822"/>
                  </a:lnTo>
                  <a:lnTo>
                    <a:pt x="9696" y="215845"/>
                  </a:lnTo>
                  <a:lnTo>
                    <a:pt x="20220" y="223951"/>
                  </a:lnTo>
                  <a:lnTo>
                    <a:pt x="33108" y="226924"/>
                  </a:lnTo>
                  <a:lnTo>
                    <a:pt x="263820" y="226924"/>
                  </a:lnTo>
                  <a:lnTo>
                    <a:pt x="276710" y="223951"/>
                  </a:lnTo>
                  <a:lnTo>
                    <a:pt x="287236" y="215845"/>
                  </a:lnTo>
                  <a:lnTo>
                    <a:pt x="294334" y="203822"/>
                  </a:lnTo>
                  <a:lnTo>
                    <a:pt x="296937" y="189100"/>
                  </a:lnTo>
                  <a:lnTo>
                    <a:pt x="296937" y="37814"/>
                  </a:lnTo>
                  <a:lnTo>
                    <a:pt x="294334" y="23098"/>
                  </a:lnTo>
                  <a:lnTo>
                    <a:pt x="287236" y="11078"/>
                  </a:lnTo>
                  <a:lnTo>
                    <a:pt x="276710" y="2972"/>
                  </a:lnTo>
                  <a:lnTo>
                    <a:pt x="263820" y="0"/>
                  </a:lnTo>
                  <a:close/>
                </a:path>
              </a:pathLst>
            </a:custGeom>
            <a:solidFill>
              <a:srgbClr val="33CCCC"/>
            </a:solidFill>
          </p:spPr>
          <p:txBody>
            <a:bodyPr wrap="square" lIns="0" tIns="0" rIns="0" bIns="0" rtlCol="0"/>
            <a:lstStyle/>
            <a:p>
              <a:endParaRPr/>
            </a:p>
          </p:txBody>
        </p:sp>
        <p:sp>
          <p:nvSpPr>
            <p:cNvPr id="84" name="object 84"/>
            <p:cNvSpPr/>
            <p:nvPr/>
          </p:nvSpPr>
          <p:spPr>
            <a:xfrm>
              <a:off x="6247186" y="3404805"/>
              <a:ext cx="297180" cy="227329"/>
            </a:xfrm>
            <a:custGeom>
              <a:avLst/>
              <a:gdLst/>
              <a:ahLst/>
              <a:cxnLst/>
              <a:rect l="l" t="t" r="r" b="b"/>
              <a:pathLst>
                <a:path w="297179" h="227329">
                  <a:moveTo>
                    <a:pt x="33108" y="0"/>
                  </a:moveTo>
                  <a:lnTo>
                    <a:pt x="20220" y="2972"/>
                  </a:lnTo>
                  <a:lnTo>
                    <a:pt x="9696" y="11078"/>
                  </a:lnTo>
                  <a:lnTo>
                    <a:pt x="2601" y="23098"/>
                  </a:lnTo>
                  <a:lnTo>
                    <a:pt x="0" y="37814"/>
                  </a:lnTo>
                  <a:lnTo>
                    <a:pt x="0" y="189100"/>
                  </a:lnTo>
                  <a:lnTo>
                    <a:pt x="2601" y="203822"/>
                  </a:lnTo>
                  <a:lnTo>
                    <a:pt x="9696" y="215845"/>
                  </a:lnTo>
                  <a:lnTo>
                    <a:pt x="20220" y="223951"/>
                  </a:lnTo>
                  <a:lnTo>
                    <a:pt x="33108" y="226924"/>
                  </a:lnTo>
                  <a:lnTo>
                    <a:pt x="263820" y="226924"/>
                  </a:lnTo>
                  <a:lnTo>
                    <a:pt x="276710" y="223951"/>
                  </a:lnTo>
                  <a:lnTo>
                    <a:pt x="287236" y="215845"/>
                  </a:lnTo>
                  <a:lnTo>
                    <a:pt x="294334" y="203822"/>
                  </a:lnTo>
                  <a:lnTo>
                    <a:pt x="296937" y="189100"/>
                  </a:lnTo>
                  <a:lnTo>
                    <a:pt x="296937" y="37814"/>
                  </a:lnTo>
                  <a:lnTo>
                    <a:pt x="294334" y="23098"/>
                  </a:lnTo>
                  <a:lnTo>
                    <a:pt x="287236" y="11078"/>
                  </a:lnTo>
                  <a:lnTo>
                    <a:pt x="276710" y="2972"/>
                  </a:lnTo>
                  <a:lnTo>
                    <a:pt x="263820" y="0"/>
                  </a:lnTo>
                  <a:lnTo>
                    <a:pt x="33108" y="0"/>
                  </a:lnTo>
                  <a:close/>
                </a:path>
              </a:pathLst>
            </a:custGeom>
            <a:ln w="7137">
              <a:solidFill>
                <a:srgbClr val="000000"/>
              </a:solidFill>
            </a:ln>
          </p:spPr>
          <p:txBody>
            <a:bodyPr wrap="square" lIns="0" tIns="0" rIns="0" bIns="0" rtlCol="0"/>
            <a:lstStyle/>
            <a:p>
              <a:endParaRPr/>
            </a:p>
          </p:txBody>
        </p:sp>
        <p:sp>
          <p:nvSpPr>
            <p:cNvPr id="85" name="object 85"/>
            <p:cNvSpPr/>
            <p:nvPr/>
          </p:nvSpPr>
          <p:spPr>
            <a:xfrm>
              <a:off x="6593249" y="3404805"/>
              <a:ext cx="297180" cy="227329"/>
            </a:xfrm>
            <a:custGeom>
              <a:avLst/>
              <a:gdLst/>
              <a:ahLst/>
              <a:cxnLst/>
              <a:rect l="l" t="t" r="r" b="b"/>
              <a:pathLst>
                <a:path w="297179" h="227329">
                  <a:moveTo>
                    <a:pt x="263820" y="0"/>
                  </a:moveTo>
                  <a:lnTo>
                    <a:pt x="33108" y="0"/>
                  </a:lnTo>
                  <a:lnTo>
                    <a:pt x="20220" y="2972"/>
                  </a:lnTo>
                  <a:lnTo>
                    <a:pt x="9696" y="11078"/>
                  </a:lnTo>
                  <a:lnTo>
                    <a:pt x="2601" y="23098"/>
                  </a:lnTo>
                  <a:lnTo>
                    <a:pt x="0" y="37814"/>
                  </a:lnTo>
                  <a:lnTo>
                    <a:pt x="0" y="189100"/>
                  </a:lnTo>
                  <a:lnTo>
                    <a:pt x="2601" y="203822"/>
                  </a:lnTo>
                  <a:lnTo>
                    <a:pt x="9696" y="215845"/>
                  </a:lnTo>
                  <a:lnTo>
                    <a:pt x="20220" y="223951"/>
                  </a:lnTo>
                  <a:lnTo>
                    <a:pt x="33108" y="226924"/>
                  </a:lnTo>
                  <a:lnTo>
                    <a:pt x="263820" y="226924"/>
                  </a:lnTo>
                  <a:lnTo>
                    <a:pt x="276710" y="223951"/>
                  </a:lnTo>
                  <a:lnTo>
                    <a:pt x="287236" y="215845"/>
                  </a:lnTo>
                  <a:lnTo>
                    <a:pt x="294334" y="203822"/>
                  </a:lnTo>
                  <a:lnTo>
                    <a:pt x="296937" y="189100"/>
                  </a:lnTo>
                  <a:lnTo>
                    <a:pt x="296937" y="37814"/>
                  </a:lnTo>
                  <a:lnTo>
                    <a:pt x="294334" y="23098"/>
                  </a:lnTo>
                  <a:lnTo>
                    <a:pt x="287236" y="11078"/>
                  </a:lnTo>
                  <a:lnTo>
                    <a:pt x="276710" y="2972"/>
                  </a:lnTo>
                  <a:lnTo>
                    <a:pt x="263820" y="0"/>
                  </a:lnTo>
                  <a:close/>
                </a:path>
              </a:pathLst>
            </a:custGeom>
            <a:solidFill>
              <a:srgbClr val="33CCCC"/>
            </a:solidFill>
          </p:spPr>
          <p:txBody>
            <a:bodyPr wrap="square" lIns="0" tIns="0" rIns="0" bIns="0" rtlCol="0"/>
            <a:lstStyle/>
            <a:p>
              <a:endParaRPr/>
            </a:p>
          </p:txBody>
        </p:sp>
        <p:sp>
          <p:nvSpPr>
            <p:cNvPr id="86" name="object 86"/>
            <p:cNvSpPr/>
            <p:nvPr/>
          </p:nvSpPr>
          <p:spPr>
            <a:xfrm>
              <a:off x="6593249" y="3404805"/>
              <a:ext cx="297180" cy="227329"/>
            </a:xfrm>
            <a:custGeom>
              <a:avLst/>
              <a:gdLst/>
              <a:ahLst/>
              <a:cxnLst/>
              <a:rect l="l" t="t" r="r" b="b"/>
              <a:pathLst>
                <a:path w="297179" h="227329">
                  <a:moveTo>
                    <a:pt x="33108" y="0"/>
                  </a:moveTo>
                  <a:lnTo>
                    <a:pt x="20220" y="2972"/>
                  </a:lnTo>
                  <a:lnTo>
                    <a:pt x="9696" y="11078"/>
                  </a:lnTo>
                  <a:lnTo>
                    <a:pt x="2601" y="23098"/>
                  </a:lnTo>
                  <a:lnTo>
                    <a:pt x="0" y="37814"/>
                  </a:lnTo>
                  <a:lnTo>
                    <a:pt x="0" y="189100"/>
                  </a:lnTo>
                  <a:lnTo>
                    <a:pt x="2601" y="203822"/>
                  </a:lnTo>
                  <a:lnTo>
                    <a:pt x="9696" y="215845"/>
                  </a:lnTo>
                  <a:lnTo>
                    <a:pt x="20220" y="223951"/>
                  </a:lnTo>
                  <a:lnTo>
                    <a:pt x="33108" y="226924"/>
                  </a:lnTo>
                  <a:lnTo>
                    <a:pt x="263820" y="226924"/>
                  </a:lnTo>
                  <a:lnTo>
                    <a:pt x="276710" y="223951"/>
                  </a:lnTo>
                  <a:lnTo>
                    <a:pt x="287236" y="215845"/>
                  </a:lnTo>
                  <a:lnTo>
                    <a:pt x="294334" y="203822"/>
                  </a:lnTo>
                  <a:lnTo>
                    <a:pt x="296937" y="189100"/>
                  </a:lnTo>
                  <a:lnTo>
                    <a:pt x="296937" y="37814"/>
                  </a:lnTo>
                  <a:lnTo>
                    <a:pt x="294334" y="23098"/>
                  </a:lnTo>
                  <a:lnTo>
                    <a:pt x="287236" y="11078"/>
                  </a:lnTo>
                  <a:lnTo>
                    <a:pt x="276710" y="2972"/>
                  </a:lnTo>
                  <a:lnTo>
                    <a:pt x="263820" y="0"/>
                  </a:lnTo>
                  <a:lnTo>
                    <a:pt x="33108" y="0"/>
                  </a:lnTo>
                  <a:close/>
                </a:path>
              </a:pathLst>
            </a:custGeom>
            <a:ln w="7137">
              <a:solidFill>
                <a:srgbClr val="000000"/>
              </a:solidFill>
            </a:ln>
          </p:spPr>
          <p:txBody>
            <a:bodyPr wrap="square" lIns="0" tIns="0" rIns="0" bIns="0" rtlCol="0"/>
            <a:lstStyle/>
            <a:p>
              <a:endParaRPr/>
            </a:p>
          </p:txBody>
        </p:sp>
        <p:sp>
          <p:nvSpPr>
            <p:cNvPr id="87" name="object 87"/>
            <p:cNvSpPr/>
            <p:nvPr/>
          </p:nvSpPr>
          <p:spPr>
            <a:xfrm>
              <a:off x="6989530" y="3404805"/>
              <a:ext cx="297180" cy="227329"/>
            </a:xfrm>
            <a:custGeom>
              <a:avLst/>
              <a:gdLst/>
              <a:ahLst/>
              <a:cxnLst/>
              <a:rect l="l" t="t" r="r" b="b"/>
              <a:pathLst>
                <a:path w="297179" h="227329">
                  <a:moveTo>
                    <a:pt x="263855" y="0"/>
                  </a:moveTo>
                  <a:lnTo>
                    <a:pt x="33117" y="0"/>
                  </a:lnTo>
                  <a:lnTo>
                    <a:pt x="20223" y="2972"/>
                  </a:lnTo>
                  <a:lnTo>
                    <a:pt x="9697" y="11078"/>
                  </a:lnTo>
                  <a:lnTo>
                    <a:pt x="2601" y="23098"/>
                  </a:lnTo>
                  <a:lnTo>
                    <a:pt x="0" y="37814"/>
                  </a:lnTo>
                  <a:lnTo>
                    <a:pt x="0" y="189100"/>
                  </a:lnTo>
                  <a:lnTo>
                    <a:pt x="2601" y="203822"/>
                  </a:lnTo>
                  <a:lnTo>
                    <a:pt x="9697" y="215845"/>
                  </a:lnTo>
                  <a:lnTo>
                    <a:pt x="20223" y="223951"/>
                  </a:lnTo>
                  <a:lnTo>
                    <a:pt x="33117" y="226924"/>
                  </a:lnTo>
                  <a:lnTo>
                    <a:pt x="263855" y="226924"/>
                  </a:lnTo>
                  <a:lnTo>
                    <a:pt x="276727" y="223951"/>
                  </a:lnTo>
                  <a:lnTo>
                    <a:pt x="287249" y="215845"/>
                  </a:lnTo>
                  <a:lnTo>
                    <a:pt x="294349" y="203822"/>
                  </a:lnTo>
                  <a:lnTo>
                    <a:pt x="296954" y="189100"/>
                  </a:lnTo>
                  <a:lnTo>
                    <a:pt x="296954" y="37814"/>
                  </a:lnTo>
                  <a:lnTo>
                    <a:pt x="294349" y="23098"/>
                  </a:lnTo>
                  <a:lnTo>
                    <a:pt x="287249" y="11078"/>
                  </a:lnTo>
                  <a:lnTo>
                    <a:pt x="276727" y="2972"/>
                  </a:lnTo>
                  <a:lnTo>
                    <a:pt x="263855" y="0"/>
                  </a:lnTo>
                  <a:close/>
                </a:path>
              </a:pathLst>
            </a:custGeom>
            <a:solidFill>
              <a:srgbClr val="33CCCC"/>
            </a:solidFill>
          </p:spPr>
          <p:txBody>
            <a:bodyPr wrap="square" lIns="0" tIns="0" rIns="0" bIns="0" rtlCol="0"/>
            <a:lstStyle/>
            <a:p>
              <a:endParaRPr/>
            </a:p>
          </p:txBody>
        </p:sp>
        <p:sp>
          <p:nvSpPr>
            <p:cNvPr id="88" name="object 88"/>
            <p:cNvSpPr/>
            <p:nvPr/>
          </p:nvSpPr>
          <p:spPr>
            <a:xfrm>
              <a:off x="6989530" y="3404805"/>
              <a:ext cx="297180" cy="227329"/>
            </a:xfrm>
            <a:custGeom>
              <a:avLst/>
              <a:gdLst/>
              <a:ahLst/>
              <a:cxnLst/>
              <a:rect l="l" t="t" r="r" b="b"/>
              <a:pathLst>
                <a:path w="297179" h="227329">
                  <a:moveTo>
                    <a:pt x="33117" y="0"/>
                  </a:moveTo>
                  <a:lnTo>
                    <a:pt x="20223" y="2972"/>
                  </a:lnTo>
                  <a:lnTo>
                    <a:pt x="9697" y="11078"/>
                  </a:lnTo>
                  <a:lnTo>
                    <a:pt x="2601" y="23098"/>
                  </a:lnTo>
                  <a:lnTo>
                    <a:pt x="0" y="37814"/>
                  </a:lnTo>
                  <a:lnTo>
                    <a:pt x="0" y="189100"/>
                  </a:lnTo>
                  <a:lnTo>
                    <a:pt x="2601" y="203822"/>
                  </a:lnTo>
                  <a:lnTo>
                    <a:pt x="9697" y="215845"/>
                  </a:lnTo>
                  <a:lnTo>
                    <a:pt x="20223" y="223951"/>
                  </a:lnTo>
                  <a:lnTo>
                    <a:pt x="33117" y="226924"/>
                  </a:lnTo>
                  <a:lnTo>
                    <a:pt x="263855" y="226924"/>
                  </a:lnTo>
                  <a:lnTo>
                    <a:pt x="276727" y="223951"/>
                  </a:lnTo>
                  <a:lnTo>
                    <a:pt x="287249" y="215845"/>
                  </a:lnTo>
                  <a:lnTo>
                    <a:pt x="294349" y="203822"/>
                  </a:lnTo>
                  <a:lnTo>
                    <a:pt x="296954" y="189100"/>
                  </a:lnTo>
                  <a:lnTo>
                    <a:pt x="296954" y="37814"/>
                  </a:lnTo>
                  <a:lnTo>
                    <a:pt x="294349" y="23098"/>
                  </a:lnTo>
                  <a:lnTo>
                    <a:pt x="287249" y="11078"/>
                  </a:lnTo>
                  <a:lnTo>
                    <a:pt x="276727" y="2972"/>
                  </a:lnTo>
                  <a:lnTo>
                    <a:pt x="263855" y="0"/>
                  </a:lnTo>
                  <a:lnTo>
                    <a:pt x="33117" y="0"/>
                  </a:lnTo>
                  <a:close/>
                </a:path>
              </a:pathLst>
            </a:custGeom>
            <a:ln w="7137">
              <a:solidFill>
                <a:srgbClr val="000000"/>
              </a:solidFill>
            </a:ln>
          </p:spPr>
          <p:txBody>
            <a:bodyPr wrap="square" lIns="0" tIns="0" rIns="0" bIns="0" rtlCol="0"/>
            <a:lstStyle/>
            <a:p>
              <a:endParaRPr/>
            </a:p>
          </p:txBody>
        </p:sp>
        <p:sp>
          <p:nvSpPr>
            <p:cNvPr id="89" name="object 89"/>
            <p:cNvSpPr/>
            <p:nvPr/>
          </p:nvSpPr>
          <p:spPr>
            <a:xfrm>
              <a:off x="7336702" y="3404805"/>
              <a:ext cx="297180" cy="227329"/>
            </a:xfrm>
            <a:custGeom>
              <a:avLst/>
              <a:gdLst/>
              <a:ahLst/>
              <a:cxnLst/>
              <a:rect l="l" t="t" r="r" b="b"/>
              <a:pathLst>
                <a:path w="297179" h="227329">
                  <a:moveTo>
                    <a:pt x="263837" y="0"/>
                  </a:moveTo>
                  <a:lnTo>
                    <a:pt x="33099" y="0"/>
                  </a:lnTo>
                  <a:lnTo>
                    <a:pt x="20227" y="2972"/>
                  </a:lnTo>
                  <a:lnTo>
                    <a:pt x="9705" y="11078"/>
                  </a:lnTo>
                  <a:lnTo>
                    <a:pt x="2605" y="23098"/>
                  </a:lnTo>
                  <a:lnTo>
                    <a:pt x="0" y="37814"/>
                  </a:lnTo>
                  <a:lnTo>
                    <a:pt x="0" y="189100"/>
                  </a:lnTo>
                  <a:lnTo>
                    <a:pt x="2605" y="203822"/>
                  </a:lnTo>
                  <a:lnTo>
                    <a:pt x="9705" y="215845"/>
                  </a:lnTo>
                  <a:lnTo>
                    <a:pt x="20227" y="223951"/>
                  </a:lnTo>
                  <a:lnTo>
                    <a:pt x="33099" y="226924"/>
                  </a:lnTo>
                  <a:lnTo>
                    <a:pt x="263837" y="226924"/>
                  </a:lnTo>
                  <a:lnTo>
                    <a:pt x="276710" y="223951"/>
                  </a:lnTo>
                  <a:lnTo>
                    <a:pt x="287232" y="215845"/>
                  </a:lnTo>
                  <a:lnTo>
                    <a:pt x="294332" y="203822"/>
                  </a:lnTo>
                  <a:lnTo>
                    <a:pt x="296937" y="189100"/>
                  </a:lnTo>
                  <a:lnTo>
                    <a:pt x="296937" y="37814"/>
                  </a:lnTo>
                  <a:lnTo>
                    <a:pt x="294332" y="23098"/>
                  </a:lnTo>
                  <a:lnTo>
                    <a:pt x="287232" y="11078"/>
                  </a:lnTo>
                  <a:lnTo>
                    <a:pt x="276710" y="2972"/>
                  </a:lnTo>
                  <a:lnTo>
                    <a:pt x="263837" y="0"/>
                  </a:lnTo>
                  <a:close/>
                </a:path>
              </a:pathLst>
            </a:custGeom>
            <a:solidFill>
              <a:srgbClr val="33CCCC"/>
            </a:solidFill>
          </p:spPr>
          <p:txBody>
            <a:bodyPr wrap="square" lIns="0" tIns="0" rIns="0" bIns="0" rtlCol="0"/>
            <a:lstStyle/>
            <a:p>
              <a:endParaRPr/>
            </a:p>
          </p:txBody>
        </p:sp>
        <p:sp>
          <p:nvSpPr>
            <p:cNvPr id="90" name="object 90"/>
            <p:cNvSpPr/>
            <p:nvPr/>
          </p:nvSpPr>
          <p:spPr>
            <a:xfrm>
              <a:off x="7336702" y="3404805"/>
              <a:ext cx="297180" cy="227329"/>
            </a:xfrm>
            <a:custGeom>
              <a:avLst/>
              <a:gdLst/>
              <a:ahLst/>
              <a:cxnLst/>
              <a:rect l="l" t="t" r="r" b="b"/>
              <a:pathLst>
                <a:path w="297179" h="227329">
                  <a:moveTo>
                    <a:pt x="33099" y="0"/>
                  </a:moveTo>
                  <a:lnTo>
                    <a:pt x="20227" y="2972"/>
                  </a:lnTo>
                  <a:lnTo>
                    <a:pt x="9705" y="11078"/>
                  </a:lnTo>
                  <a:lnTo>
                    <a:pt x="2605" y="23098"/>
                  </a:lnTo>
                  <a:lnTo>
                    <a:pt x="0" y="37814"/>
                  </a:lnTo>
                  <a:lnTo>
                    <a:pt x="0" y="189100"/>
                  </a:lnTo>
                  <a:lnTo>
                    <a:pt x="2605" y="203822"/>
                  </a:lnTo>
                  <a:lnTo>
                    <a:pt x="9705" y="215845"/>
                  </a:lnTo>
                  <a:lnTo>
                    <a:pt x="20227" y="223951"/>
                  </a:lnTo>
                  <a:lnTo>
                    <a:pt x="33099" y="226924"/>
                  </a:lnTo>
                  <a:lnTo>
                    <a:pt x="263837" y="226924"/>
                  </a:lnTo>
                  <a:lnTo>
                    <a:pt x="276710" y="223951"/>
                  </a:lnTo>
                  <a:lnTo>
                    <a:pt x="287232" y="215845"/>
                  </a:lnTo>
                  <a:lnTo>
                    <a:pt x="294332" y="203822"/>
                  </a:lnTo>
                  <a:lnTo>
                    <a:pt x="296937" y="189100"/>
                  </a:lnTo>
                  <a:lnTo>
                    <a:pt x="296937" y="37814"/>
                  </a:lnTo>
                  <a:lnTo>
                    <a:pt x="294332" y="23098"/>
                  </a:lnTo>
                  <a:lnTo>
                    <a:pt x="287232" y="11078"/>
                  </a:lnTo>
                  <a:lnTo>
                    <a:pt x="276710" y="2972"/>
                  </a:lnTo>
                  <a:lnTo>
                    <a:pt x="263837" y="0"/>
                  </a:lnTo>
                  <a:lnTo>
                    <a:pt x="33099" y="0"/>
                  </a:lnTo>
                  <a:close/>
                </a:path>
              </a:pathLst>
            </a:custGeom>
            <a:ln w="7137">
              <a:solidFill>
                <a:srgbClr val="000000"/>
              </a:solidFill>
            </a:ln>
          </p:spPr>
          <p:txBody>
            <a:bodyPr wrap="square" lIns="0" tIns="0" rIns="0" bIns="0" rtlCol="0"/>
            <a:lstStyle/>
            <a:p>
              <a:endParaRPr/>
            </a:p>
          </p:txBody>
        </p:sp>
        <p:sp>
          <p:nvSpPr>
            <p:cNvPr id="91" name="object 91"/>
            <p:cNvSpPr/>
            <p:nvPr/>
          </p:nvSpPr>
          <p:spPr>
            <a:xfrm>
              <a:off x="7682722" y="3404805"/>
              <a:ext cx="297180" cy="227329"/>
            </a:xfrm>
            <a:custGeom>
              <a:avLst/>
              <a:gdLst/>
              <a:ahLst/>
              <a:cxnLst/>
              <a:rect l="l" t="t" r="r" b="b"/>
              <a:pathLst>
                <a:path w="297179" h="227329">
                  <a:moveTo>
                    <a:pt x="263837" y="0"/>
                  </a:moveTo>
                  <a:lnTo>
                    <a:pt x="33099" y="0"/>
                  </a:lnTo>
                  <a:lnTo>
                    <a:pt x="20227" y="2972"/>
                  </a:lnTo>
                  <a:lnTo>
                    <a:pt x="9705" y="11078"/>
                  </a:lnTo>
                  <a:lnTo>
                    <a:pt x="2605" y="23098"/>
                  </a:lnTo>
                  <a:lnTo>
                    <a:pt x="0" y="37814"/>
                  </a:lnTo>
                  <a:lnTo>
                    <a:pt x="0" y="189100"/>
                  </a:lnTo>
                  <a:lnTo>
                    <a:pt x="2605" y="203822"/>
                  </a:lnTo>
                  <a:lnTo>
                    <a:pt x="9705" y="215845"/>
                  </a:lnTo>
                  <a:lnTo>
                    <a:pt x="20227" y="223951"/>
                  </a:lnTo>
                  <a:lnTo>
                    <a:pt x="33099" y="226924"/>
                  </a:lnTo>
                  <a:lnTo>
                    <a:pt x="263837" y="226924"/>
                  </a:lnTo>
                  <a:lnTo>
                    <a:pt x="276710" y="223951"/>
                  </a:lnTo>
                  <a:lnTo>
                    <a:pt x="287232" y="215845"/>
                  </a:lnTo>
                  <a:lnTo>
                    <a:pt x="294332" y="203822"/>
                  </a:lnTo>
                  <a:lnTo>
                    <a:pt x="296937" y="189100"/>
                  </a:lnTo>
                  <a:lnTo>
                    <a:pt x="296937" y="37814"/>
                  </a:lnTo>
                  <a:lnTo>
                    <a:pt x="294332" y="23098"/>
                  </a:lnTo>
                  <a:lnTo>
                    <a:pt x="287232" y="11078"/>
                  </a:lnTo>
                  <a:lnTo>
                    <a:pt x="276710" y="2972"/>
                  </a:lnTo>
                  <a:lnTo>
                    <a:pt x="263837" y="0"/>
                  </a:lnTo>
                  <a:close/>
                </a:path>
              </a:pathLst>
            </a:custGeom>
            <a:solidFill>
              <a:srgbClr val="33CCCC"/>
            </a:solidFill>
          </p:spPr>
          <p:txBody>
            <a:bodyPr wrap="square" lIns="0" tIns="0" rIns="0" bIns="0" rtlCol="0"/>
            <a:lstStyle/>
            <a:p>
              <a:endParaRPr/>
            </a:p>
          </p:txBody>
        </p:sp>
        <p:sp>
          <p:nvSpPr>
            <p:cNvPr id="92" name="object 92"/>
            <p:cNvSpPr/>
            <p:nvPr/>
          </p:nvSpPr>
          <p:spPr>
            <a:xfrm>
              <a:off x="7682722" y="3404805"/>
              <a:ext cx="297180" cy="227329"/>
            </a:xfrm>
            <a:custGeom>
              <a:avLst/>
              <a:gdLst/>
              <a:ahLst/>
              <a:cxnLst/>
              <a:rect l="l" t="t" r="r" b="b"/>
              <a:pathLst>
                <a:path w="297179" h="227329">
                  <a:moveTo>
                    <a:pt x="33099" y="0"/>
                  </a:moveTo>
                  <a:lnTo>
                    <a:pt x="20227" y="2972"/>
                  </a:lnTo>
                  <a:lnTo>
                    <a:pt x="9705" y="11078"/>
                  </a:lnTo>
                  <a:lnTo>
                    <a:pt x="2605" y="23098"/>
                  </a:lnTo>
                  <a:lnTo>
                    <a:pt x="0" y="37814"/>
                  </a:lnTo>
                  <a:lnTo>
                    <a:pt x="0" y="189100"/>
                  </a:lnTo>
                  <a:lnTo>
                    <a:pt x="2605" y="203822"/>
                  </a:lnTo>
                  <a:lnTo>
                    <a:pt x="9705" y="215845"/>
                  </a:lnTo>
                  <a:lnTo>
                    <a:pt x="20227" y="223951"/>
                  </a:lnTo>
                  <a:lnTo>
                    <a:pt x="33099" y="226924"/>
                  </a:lnTo>
                  <a:lnTo>
                    <a:pt x="263837" y="226924"/>
                  </a:lnTo>
                  <a:lnTo>
                    <a:pt x="276710" y="223951"/>
                  </a:lnTo>
                  <a:lnTo>
                    <a:pt x="287232" y="215845"/>
                  </a:lnTo>
                  <a:lnTo>
                    <a:pt x="294332" y="203822"/>
                  </a:lnTo>
                  <a:lnTo>
                    <a:pt x="296937" y="189100"/>
                  </a:lnTo>
                  <a:lnTo>
                    <a:pt x="296937" y="37814"/>
                  </a:lnTo>
                  <a:lnTo>
                    <a:pt x="294332" y="23098"/>
                  </a:lnTo>
                  <a:lnTo>
                    <a:pt x="287232" y="11078"/>
                  </a:lnTo>
                  <a:lnTo>
                    <a:pt x="276710" y="2972"/>
                  </a:lnTo>
                  <a:lnTo>
                    <a:pt x="263837" y="0"/>
                  </a:lnTo>
                  <a:lnTo>
                    <a:pt x="33099" y="0"/>
                  </a:lnTo>
                  <a:close/>
                </a:path>
              </a:pathLst>
            </a:custGeom>
            <a:ln w="7137">
              <a:solidFill>
                <a:srgbClr val="000000"/>
              </a:solidFill>
            </a:ln>
          </p:spPr>
          <p:txBody>
            <a:bodyPr wrap="square" lIns="0" tIns="0" rIns="0" bIns="0" rtlCol="0"/>
            <a:lstStyle/>
            <a:p>
              <a:endParaRPr/>
            </a:p>
          </p:txBody>
        </p:sp>
        <p:sp>
          <p:nvSpPr>
            <p:cNvPr id="93" name="object 93"/>
            <p:cNvSpPr/>
            <p:nvPr/>
          </p:nvSpPr>
          <p:spPr>
            <a:xfrm>
              <a:off x="8029876" y="3404805"/>
              <a:ext cx="297180" cy="227329"/>
            </a:xfrm>
            <a:custGeom>
              <a:avLst/>
              <a:gdLst/>
              <a:ahLst/>
              <a:cxnLst/>
              <a:rect l="l" t="t" r="r" b="b"/>
              <a:pathLst>
                <a:path w="297179" h="227329">
                  <a:moveTo>
                    <a:pt x="263837" y="0"/>
                  </a:moveTo>
                  <a:lnTo>
                    <a:pt x="33099" y="0"/>
                  </a:lnTo>
                  <a:lnTo>
                    <a:pt x="20227" y="2972"/>
                  </a:lnTo>
                  <a:lnTo>
                    <a:pt x="9705" y="11078"/>
                  </a:lnTo>
                  <a:lnTo>
                    <a:pt x="2605" y="23098"/>
                  </a:lnTo>
                  <a:lnTo>
                    <a:pt x="0" y="37814"/>
                  </a:lnTo>
                  <a:lnTo>
                    <a:pt x="0" y="189100"/>
                  </a:lnTo>
                  <a:lnTo>
                    <a:pt x="2605" y="203822"/>
                  </a:lnTo>
                  <a:lnTo>
                    <a:pt x="9705" y="215845"/>
                  </a:lnTo>
                  <a:lnTo>
                    <a:pt x="20227" y="223951"/>
                  </a:lnTo>
                  <a:lnTo>
                    <a:pt x="33099" y="226924"/>
                  </a:lnTo>
                  <a:lnTo>
                    <a:pt x="263837" y="226924"/>
                  </a:lnTo>
                  <a:lnTo>
                    <a:pt x="276710" y="223951"/>
                  </a:lnTo>
                  <a:lnTo>
                    <a:pt x="287232" y="215845"/>
                  </a:lnTo>
                  <a:lnTo>
                    <a:pt x="294332" y="203822"/>
                  </a:lnTo>
                  <a:lnTo>
                    <a:pt x="296937" y="189100"/>
                  </a:lnTo>
                  <a:lnTo>
                    <a:pt x="296937" y="37814"/>
                  </a:lnTo>
                  <a:lnTo>
                    <a:pt x="294332" y="23098"/>
                  </a:lnTo>
                  <a:lnTo>
                    <a:pt x="287232" y="11078"/>
                  </a:lnTo>
                  <a:lnTo>
                    <a:pt x="276710" y="2972"/>
                  </a:lnTo>
                  <a:lnTo>
                    <a:pt x="263837" y="0"/>
                  </a:lnTo>
                  <a:close/>
                </a:path>
              </a:pathLst>
            </a:custGeom>
            <a:solidFill>
              <a:srgbClr val="33CCCC"/>
            </a:solidFill>
          </p:spPr>
          <p:txBody>
            <a:bodyPr wrap="square" lIns="0" tIns="0" rIns="0" bIns="0" rtlCol="0"/>
            <a:lstStyle/>
            <a:p>
              <a:endParaRPr/>
            </a:p>
          </p:txBody>
        </p:sp>
        <p:sp>
          <p:nvSpPr>
            <p:cNvPr id="94" name="object 94"/>
            <p:cNvSpPr/>
            <p:nvPr/>
          </p:nvSpPr>
          <p:spPr>
            <a:xfrm>
              <a:off x="6395655" y="2613022"/>
              <a:ext cx="2129155" cy="1019175"/>
            </a:xfrm>
            <a:custGeom>
              <a:avLst/>
              <a:gdLst/>
              <a:ahLst/>
              <a:cxnLst/>
              <a:rect l="l" t="t" r="r" b="b"/>
              <a:pathLst>
                <a:path w="2129154" h="1019175">
                  <a:moveTo>
                    <a:pt x="1667321" y="791782"/>
                  </a:moveTo>
                  <a:lnTo>
                    <a:pt x="1654449" y="794755"/>
                  </a:lnTo>
                  <a:lnTo>
                    <a:pt x="1643926" y="802860"/>
                  </a:lnTo>
                  <a:lnTo>
                    <a:pt x="1636826" y="814880"/>
                  </a:lnTo>
                  <a:lnTo>
                    <a:pt x="1634221" y="829596"/>
                  </a:lnTo>
                  <a:lnTo>
                    <a:pt x="1634221" y="980883"/>
                  </a:lnTo>
                  <a:lnTo>
                    <a:pt x="1636826" y="995605"/>
                  </a:lnTo>
                  <a:lnTo>
                    <a:pt x="1643926" y="1007628"/>
                  </a:lnTo>
                  <a:lnTo>
                    <a:pt x="1654449" y="1015734"/>
                  </a:lnTo>
                  <a:lnTo>
                    <a:pt x="1667321" y="1018707"/>
                  </a:lnTo>
                  <a:lnTo>
                    <a:pt x="1898059" y="1018707"/>
                  </a:lnTo>
                  <a:lnTo>
                    <a:pt x="1910931" y="1015734"/>
                  </a:lnTo>
                  <a:lnTo>
                    <a:pt x="1921454" y="1007628"/>
                  </a:lnTo>
                  <a:lnTo>
                    <a:pt x="1928554" y="995605"/>
                  </a:lnTo>
                  <a:lnTo>
                    <a:pt x="1931159" y="980883"/>
                  </a:lnTo>
                  <a:lnTo>
                    <a:pt x="1931159" y="829596"/>
                  </a:lnTo>
                  <a:lnTo>
                    <a:pt x="1928554" y="814880"/>
                  </a:lnTo>
                  <a:lnTo>
                    <a:pt x="1921454" y="802860"/>
                  </a:lnTo>
                  <a:lnTo>
                    <a:pt x="1910931" y="794755"/>
                  </a:lnTo>
                  <a:lnTo>
                    <a:pt x="1898059" y="791782"/>
                  </a:lnTo>
                  <a:lnTo>
                    <a:pt x="1667321" y="791782"/>
                  </a:lnTo>
                  <a:close/>
                </a:path>
                <a:path w="2129154" h="1019175">
                  <a:moveTo>
                    <a:pt x="0" y="791782"/>
                  </a:moveTo>
                  <a:lnTo>
                    <a:pt x="0" y="679567"/>
                  </a:lnTo>
                </a:path>
                <a:path w="2129154" h="1019175">
                  <a:moveTo>
                    <a:pt x="346063" y="791782"/>
                  </a:moveTo>
                  <a:lnTo>
                    <a:pt x="346063" y="679567"/>
                  </a:lnTo>
                </a:path>
                <a:path w="2129154" h="1019175">
                  <a:moveTo>
                    <a:pt x="742361" y="791782"/>
                  </a:moveTo>
                  <a:lnTo>
                    <a:pt x="742361" y="679567"/>
                  </a:lnTo>
                </a:path>
                <a:path w="2129154" h="1019175">
                  <a:moveTo>
                    <a:pt x="1089516" y="791782"/>
                  </a:moveTo>
                  <a:lnTo>
                    <a:pt x="1089516" y="679567"/>
                  </a:lnTo>
                </a:path>
                <a:path w="2129154" h="1019175">
                  <a:moveTo>
                    <a:pt x="1435535" y="791782"/>
                  </a:moveTo>
                  <a:lnTo>
                    <a:pt x="1435535" y="679567"/>
                  </a:lnTo>
                </a:path>
                <a:path w="2129154" h="1019175">
                  <a:moveTo>
                    <a:pt x="1782690" y="791782"/>
                  </a:moveTo>
                  <a:lnTo>
                    <a:pt x="1782690" y="508750"/>
                  </a:lnTo>
                </a:path>
                <a:path w="2129154" h="1019175">
                  <a:moveTo>
                    <a:pt x="0" y="679567"/>
                  </a:moveTo>
                  <a:lnTo>
                    <a:pt x="346063" y="679567"/>
                  </a:lnTo>
                </a:path>
                <a:path w="2129154" h="1019175">
                  <a:moveTo>
                    <a:pt x="742361" y="679567"/>
                  </a:moveTo>
                  <a:lnTo>
                    <a:pt x="1089516" y="679567"/>
                  </a:lnTo>
                </a:path>
                <a:path w="2129154" h="1019175">
                  <a:moveTo>
                    <a:pt x="1435535" y="679567"/>
                  </a:moveTo>
                  <a:lnTo>
                    <a:pt x="2128797" y="679567"/>
                  </a:lnTo>
                </a:path>
                <a:path w="2129154" h="1019175">
                  <a:moveTo>
                    <a:pt x="197594" y="508750"/>
                  </a:moveTo>
                  <a:lnTo>
                    <a:pt x="197594" y="679567"/>
                  </a:lnTo>
                </a:path>
                <a:path w="2129154" h="1019175">
                  <a:moveTo>
                    <a:pt x="941047" y="508750"/>
                  </a:moveTo>
                  <a:lnTo>
                    <a:pt x="941047" y="679567"/>
                  </a:lnTo>
                </a:path>
                <a:path w="2129154" h="1019175">
                  <a:moveTo>
                    <a:pt x="941047" y="283072"/>
                  </a:moveTo>
                  <a:lnTo>
                    <a:pt x="941047" y="0"/>
                  </a:lnTo>
                </a:path>
                <a:path w="2129154" h="1019175">
                  <a:moveTo>
                    <a:pt x="1782690" y="283072"/>
                  </a:moveTo>
                  <a:lnTo>
                    <a:pt x="1782690" y="169570"/>
                  </a:lnTo>
                </a:path>
                <a:path w="2129154" h="1019175">
                  <a:moveTo>
                    <a:pt x="197594" y="283072"/>
                  </a:moveTo>
                  <a:lnTo>
                    <a:pt x="197594" y="169570"/>
                  </a:lnTo>
                  <a:lnTo>
                    <a:pt x="1782690" y="169570"/>
                  </a:lnTo>
                </a:path>
              </a:pathLst>
            </a:custGeom>
            <a:ln w="7015">
              <a:solidFill>
                <a:srgbClr val="000000"/>
              </a:solidFill>
            </a:ln>
          </p:spPr>
          <p:txBody>
            <a:bodyPr wrap="square" lIns="0" tIns="0" rIns="0" bIns="0" rtlCol="0"/>
            <a:lstStyle/>
            <a:p>
              <a:endParaRPr/>
            </a:p>
          </p:txBody>
        </p:sp>
        <p:sp>
          <p:nvSpPr>
            <p:cNvPr id="95" name="object 95"/>
            <p:cNvSpPr/>
            <p:nvPr/>
          </p:nvSpPr>
          <p:spPr>
            <a:xfrm>
              <a:off x="8375983" y="3404805"/>
              <a:ext cx="297180" cy="227329"/>
            </a:xfrm>
            <a:custGeom>
              <a:avLst/>
              <a:gdLst/>
              <a:ahLst/>
              <a:cxnLst/>
              <a:rect l="l" t="t" r="r" b="b"/>
              <a:pathLst>
                <a:path w="297179" h="227329">
                  <a:moveTo>
                    <a:pt x="263837" y="0"/>
                  </a:moveTo>
                  <a:lnTo>
                    <a:pt x="33099" y="0"/>
                  </a:lnTo>
                  <a:lnTo>
                    <a:pt x="20227" y="2972"/>
                  </a:lnTo>
                  <a:lnTo>
                    <a:pt x="9705" y="11078"/>
                  </a:lnTo>
                  <a:lnTo>
                    <a:pt x="2605" y="23098"/>
                  </a:lnTo>
                  <a:lnTo>
                    <a:pt x="0" y="37814"/>
                  </a:lnTo>
                  <a:lnTo>
                    <a:pt x="0" y="189100"/>
                  </a:lnTo>
                  <a:lnTo>
                    <a:pt x="2605" y="203822"/>
                  </a:lnTo>
                  <a:lnTo>
                    <a:pt x="9705" y="215845"/>
                  </a:lnTo>
                  <a:lnTo>
                    <a:pt x="20227" y="223951"/>
                  </a:lnTo>
                  <a:lnTo>
                    <a:pt x="33099" y="226924"/>
                  </a:lnTo>
                  <a:lnTo>
                    <a:pt x="263837" y="226924"/>
                  </a:lnTo>
                  <a:lnTo>
                    <a:pt x="276710" y="223951"/>
                  </a:lnTo>
                  <a:lnTo>
                    <a:pt x="287232" y="215845"/>
                  </a:lnTo>
                  <a:lnTo>
                    <a:pt x="294332" y="203822"/>
                  </a:lnTo>
                  <a:lnTo>
                    <a:pt x="296937" y="189100"/>
                  </a:lnTo>
                  <a:lnTo>
                    <a:pt x="296937" y="37814"/>
                  </a:lnTo>
                  <a:lnTo>
                    <a:pt x="294332" y="23098"/>
                  </a:lnTo>
                  <a:lnTo>
                    <a:pt x="287232" y="11078"/>
                  </a:lnTo>
                  <a:lnTo>
                    <a:pt x="276710" y="2972"/>
                  </a:lnTo>
                  <a:lnTo>
                    <a:pt x="263837" y="0"/>
                  </a:lnTo>
                  <a:close/>
                </a:path>
              </a:pathLst>
            </a:custGeom>
            <a:solidFill>
              <a:srgbClr val="33CCCC"/>
            </a:solidFill>
          </p:spPr>
          <p:txBody>
            <a:bodyPr wrap="square" lIns="0" tIns="0" rIns="0" bIns="0" rtlCol="0"/>
            <a:lstStyle/>
            <a:p>
              <a:endParaRPr/>
            </a:p>
          </p:txBody>
        </p:sp>
        <p:sp>
          <p:nvSpPr>
            <p:cNvPr id="96" name="object 96"/>
            <p:cNvSpPr/>
            <p:nvPr/>
          </p:nvSpPr>
          <p:spPr>
            <a:xfrm>
              <a:off x="8375983" y="3292589"/>
              <a:ext cx="297180" cy="339725"/>
            </a:xfrm>
            <a:custGeom>
              <a:avLst/>
              <a:gdLst/>
              <a:ahLst/>
              <a:cxnLst/>
              <a:rect l="l" t="t" r="r" b="b"/>
              <a:pathLst>
                <a:path w="297179" h="339725">
                  <a:moveTo>
                    <a:pt x="33099" y="112215"/>
                  </a:moveTo>
                  <a:lnTo>
                    <a:pt x="20227" y="115188"/>
                  </a:lnTo>
                  <a:lnTo>
                    <a:pt x="9705" y="123293"/>
                  </a:lnTo>
                  <a:lnTo>
                    <a:pt x="2605" y="135313"/>
                  </a:lnTo>
                  <a:lnTo>
                    <a:pt x="0" y="150029"/>
                  </a:lnTo>
                  <a:lnTo>
                    <a:pt x="0" y="301316"/>
                  </a:lnTo>
                  <a:lnTo>
                    <a:pt x="2605" y="316037"/>
                  </a:lnTo>
                  <a:lnTo>
                    <a:pt x="9705" y="328060"/>
                  </a:lnTo>
                  <a:lnTo>
                    <a:pt x="20227" y="336167"/>
                  </a:lnTo>
                  <a:lnTo>
                    <a:pt x="33099" y="339140"/>
                  </a:lnTo>
                  <a:lnTo>
                    <a:pt x="263837" y="339140"/>
                  </a:lnTo>
                  <a:lnTo>
                    <a:pt x="276710" y="336167"/>
                  </a:lnTo>
                  <a:lnTo>
                    <a:pt x="287232" y="328060"/>
                  </a:lnTo>
                  <a:lnTo>
                    <a:pt x="294332" y="316037"/>
                  </a:lnTo>
                  <a:lnTo>
                    <a:pt x="296937" y="301316"/>
                  </a:lnTo>
                  <a:lnTo>
                    <a:pt x="296937" y="150029"/>
                  </a:lnTo>
                  <a:lnTo>
                    <a:pt x="294332" y="135313"/>
                  </a:lnTo>
                  <a:lnTo>
                    <a:pt x="287232" y="123293"/>
                  </a:lnTo>
                  <a:lnTo>
                    <a:pt x="276710" y="115188"/>
                  </a:lnTo>
                  <a:lnTo>
                    <a:pt x="263837" y="112215"/>
                  </a:lnTo>
                  <a:lnTo>
                    <a:pt x="33099" y="112215"/>
                  </a:lnTo>
                  <a:close/>
                </a:path>
                <a:path w="297179" h="339725">
                  <a:moveTo>
                    <a:pt x="148468" y="112215"/>
                  </a:moveTo>
                  <a:lnTo>
                    <a:pt x="148468" y="0"/>
                  </a:lnTo>
                </a:path>
              </a:pathLst>
            </a:custGeom>
            <a:ln w="7015">
              <a:solidFill>
                <a:srgbClr val="000000"/>
              </a:solidFill>
            </a:ln>
          </p:spPr>
          <p:txBody>
            <a:bodyPr wrap="square" lIns="0" tIns="0" rIns="0" bIns="0" rtlCol="0"/>
            <a:lstStyle/>
            <a:p>
              <a:endParaRPr/>
            </a:p>
          </p:txBody>
        </p:sp>
      </p:grpSp>
      <p:graphicFrame>
        <p:nvGraphicFramePr>
          <p:cNvPr id="97" name="object 97"/>
          <p:cNvGraphicFramePr>
            <a:graphicFrameLocks noGrp="1"/>
          </p:cNvGraphicFramePr>
          <p:nvPr/>
        </p:nvGraphicFramePr>
        <p:xfrm>
          <a:off x="5162550" y="4485494"/>
          <a:ext cx="3609974" cy="1924685"/>
        </p:xfrm>
        <a:graphic>
          <a:graphicData uri="http://schemas.openxmlformats.org/drawingml/2006/table">
            <a:tbl>
              <a:tblPr firstRow="1" bandRow="1">
                <a:tableStyleId>{2D5ABB26-0587-4C30-8999-92F81FD0307C}</a:tableStyleId>
              </a:tblPr>
              <a:tblGrid>
                <a:gridCol w="487045"/>
                <a:gridCol w="488949"/>
                <a:gridCol w="2633980"/>
              </a:tblGrid>
              <a:tr h="158115">
                <a:tc gridSpan="3">
                  <a:txBody>
                    <a:bodyPr/>
                    <a:lstStyle/>
                    <a:p>
                      <a:pPr marL="26670">
                        <a:lnSpc>
                          <a:spcPts val="1145"/>
                        </a:lnSpc>
                      </a:pPr>
                      <a:r>
                        <a:rPr sz="1050" b="1" dirty="0">
                          <a:latin typeface="Verdana"/>
                          <a:cs typeface="Verdana"/>
                        </a:rPr>
                        <a:t>1</a:t>
                      </a:r>
                      <a:r>
                        <a:rPr sz="1050" b="1" spc="465" dirty="0">
                          <a:latin typeface="Verdana"/>
                          <a:cs typeface="Verdana"/>
                        </a:rPr>
                        <a:t> </a:t>
                      </a:r>
                      <a:r>
                        <a:rPr sz="1050" b="1" dirty="0">
                          <a:latin typeface="Verdana"/>
                          <a:cs typeface="Verdana"/>
                        </a:rPr>
                        <a:t>Project</a:t>
                      </a:r>
                      <a:r>
                        <a:rPr sz="1050" b="1" spc="55" dirty="0">
                          <a:latin typeface="Verdana"/>
                          <a:cs typeface="Verdana"/>
                        </a:rPr>
                        <a:t> </a:t>
                      </a:r>
                      <a:r>
                        <a:rPr sz="1050" b="1" spc="-10" dirty="0">
                          <a:latin typeface="Verdana"/>
                          <a:cs typeface="Verdana"/>
                        </a:rPr>
                        <a:t>Management</a:t>
                      </a:r>
                      <a:endParaRPr sz="1050">
                        <a:latin typeface="Verdana"/>
                        <a:cs typeface="Verdana"/>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2700">
                      <a:solidFill>
                        <a:srgbClr val="000000"/>
                      </a:solidFill>
                      <a:prstDash val="solid"/>
                    </a:lnB>
                    <a:solidFill>
                      <a:srgbClr val="FFFFFF"/>
                    </a:solidFill>
                  </a:tcPr>
                </a:tc>
                <a:tc hMerge="1">
                  <a:txBody>
                    <a:bodyPr/>
                    <a:lstStyle/>
                    <a:p>
                      <a:endParaRPr/>
                    </a:p>
                  </a:txBody>
                  <a:tcPr marL="0" marR="0" marT="0" marB="0"/>
                </a:tc>
                <a:tc hMerge="1">
                  <a:txBody>
                    <a:bodyPr/>
                    <a:lstStyle/>
                    <a:p>
                      <a:endParaRPr/>
                    </a:p>
                  </a:txBody>
                  <a:tcPr marL="0" marR="0" marT="0" marB="0"/>
                </a:tc>
              </a:tr>
              <a:tr h="160655">
                <a:tc>
                  <a:txBody>
                    <a:bodyPr/>
                    <a:lstStyle/>
                    <a:p>
                      <a:pPr>
                        <a:lnSpc>
                          <a:spcPct val="100000"/>
                        </a:lnSpc>
                      </a:pPr>
                      <a:endParaRPr sz="900">
                        <a:latin typeface="Times New Roman"/>
                        <a:cs typeface="Times New Roman"/>
                      </a:endParaRPr>
                    </a:p>
                  </a:txBody>
                  <a:tcPr marL="0" marR="0" marT="0" marB="0">
                    <a:lnL w="1905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tc gridSpan="2">
                  <a:txBody>
                    <a:bodyPr/>
                    <a:lstStyle/>
                    <a:p>
                      <a:pPr marL="29209">
                        <a:lnSpc>
                          <a:spcPts val="1155"/>
                        </a:lnSpc>
                        <a:spcBef>
                          <a:spcPts val="10"/>
                        </a:spcBef>
                      </a:pPr>
                      <a:r>
                        <a:rPr sz="1050" b="1" dirty="0">
                          <a:latin typeface="Verdana"/>
                          <a:cs typeface="Verdana"/>
                        </a:rPr>
                        <a:t>1.1</a:t>
                      </a:r>
                      <a:r>
                        <a:rPr sz="1050" b="1" spc="420" dirty="0">
                          <a:latin typeface="Verdana"/>
                          <a:cs typeface="Verdana"/>
                        </a:rPr>
                        <a:t> </a:t>
                      </a:r>
                      <a:r>
                        <a:rPr sz="1050" b="1" spc="-10" dirty="0">
                          <a:latin typeface="Verdana"/>
                          <a:cs typeface="Verdana"/>
                        </a:rPr>
                        <a:t>Planning</a:t>
                      </a:r>
                      <a:endParaRPr sz="1050">
                        <a:latin typeface="Verdana"/>
                        <a:cs typeface="Verdana"/>
                      </a:endParaRPr>
                    </a:p>
                  </a:txBody>
                  <a:tcPr marL="0" marR="0" marT="1270" marB="0">
                    <a:lnL w="12700">
                      <a:solidFill>
                        <a:srgbClr val="000000"/>
                      </a:solidFill>
                      <a:prstDash val="solid"/>
                    </a:lnL>
                    <a:lnR w="19050">
                      <a:solidFill>
                        <a:srgbClr val="000000"/>
                      </a:solidFill>
                      <a:prstDash val="solid"/>
                    </a:lnR>
                    <a:lnT w="12700">
                      <a:solidFill>
                        <a:srgbClr val="000000"/>
                      </a:solidFill>
                      <a:prstDash val="solid"/>
                    </a:lnT>
                    <a:lnB w="12700">
                      <a:solidFill>
                        <a:srgbClr val="000000"/>
                      </a:solidFill>
                      <a:prstDash val="solid"/>
                    </a:lnB>
                    <a:solidFill>
                      <a:srgbClr val="FFFFFF"/>
                    </a:solidFill>
                  </a:tcPr>
                </a:tc>
                <a:tc hMerge="1">
                  <a:txBody>
                    <a:bodyPr/>
                    <a:lstStyle/>
                    <a:p>
                      <a:endParaRPr/>
                    </a:p>
                  </a:txBody>
                  <a:tcPr marL="0" marR="0" marT="0" marB="0"/>
                </a:tc>
              </a:tr>
              <a:tr h="160020">
                <a:tc>
                  <a:txBody>
                    <a:bodyPr/>
                    <a:lstStyle/>
                    <a:p>
                      <a:pPr>
                        <a:lnSpc>
                          <a:spcPct val="100000"/>
                        </a:lnSpc>
                      </a:pPr>
                      <a:endParaRPr sz="900">
                        <a:latin typeface="Times New Roman"/>
                        <a:cs typeface="Times New Roman"/>
                      </a:endParaRPr>
                    </a:p>
                  </a:txBody>
                  <a:tcPr marL="0" marR="0" marT="0" marB="0">
                    <a:lnL w="1905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tc>
                  <a:txBody>
                    <a:bodyPr/>
                    <a:lstStyle/>
                    <a:p>
                      <a:pPr marL="29209">
                        <a:lnSpc>
                          <a:spcPts val="1155"/>
                        </a:lnSpc>
                        <a:spcBef>
                          <a:spcPts val="10"/>
                        </a:spcBef>
                      </a:pPr>
                      <a:r>
                        <a:rPr sz="1050" b="1" dirty="0">
                          <a:latin typeface="Verdana"/>
                          <a:cs typeface="Verdana"/>
                        </a:rPr>
                        <a:t>1.1.1</a:t>
                      </a:r>
                      <a:r>
                        <a:rPr sz="1050" b="1" spc="480" dirty="0">
                          <a:latin typeface="Verdana"/>
                          <a:cs typeface="Verdana"/>
                        </a:rPr>
                        <a:t> </a:t>
                      </a:r>
                      <a:r>
                        <a:rPr sz="1050" b="1" dirty="0">
                          <a:latin typeface="Verdana"/>
                          <a:cs typeface="Verdana"/>
                        </a:rPr>
                        <a:t>Scope</a:t>
                      </a:r>
                      <a:r>
                        <a:rPr sz="1050" b="1" spc="65" dirty="0">
                          <a:latin typeface="Verdana"/>
                          <a:cs typeface="Verdana"/>
                        </a:rPr>
                        <a:t> </a:t>
                      </a:r>
                      <a:r>
                        <a:rPr sz="1050" b="1" spc="-10" dirty="0">
                          <a:latin typeface="Verdana"/>
                          <a:cs typeface="Verdana"/>
                        </a:rPr>
                        <a:t>Statement</a:t>
                      </a:r>
                      <a:endParaRPr sz="1050">
                        <a:latin typeface="Verdana"/>
                        <a:cs typeface="Verdana"/>
                      </a:endParaRPr>
                    </a:p>
                  </a:txBody>
                  <a:tcPr marL="0" marR="0" marT="1270" marB="0">
                    <a:lnL w="12700">
                      <a:solidFill>
                        <a:srgbClr val="000000"/>
                      </a:solidFill>
                      <a:prstDash val="solid"/>
                    </a:lnL>
                    <a:lnR w="19050">
                      <a:solidFill>
                        <a:srgbClr val="000000"/>
                      </a:solidFill>
                      <a:prstDash val="solid"/>
                    </a:lnR>
                    <a:lnT w="12700">
                      <a:solidFill>
                        <a:srgbClr val="000000"/>
                      </a:solidFill>
                      <a:prstDash val="solid"/>
                    </a:lnT>
                    <a:lnB w="12700">
                      <a:solidFill>
                        <a:srgbClr val="000000"/>
                      </a:solidFill>
                      <a:prstDash val="solid"/>
                    </a:lnB>
                    <a:solidFill>
                      <a:srgbClr val="FFFFFF"/>
                    </a:solidFill>
                  </a:tcPr>
                </a:tc>
              </a:tr>
              <a:tr h="160655">
                <a:tc>
                  <a:txBody>
                    <a:bodyPr/>
                    <a:lstStyle/>
                    <a:p>
                      <a:pPr>
                        <a:lnSpc>
                          <a:spcPct val="100000"/>
                        </a:lnSpc>
                      </a:pPr>
                      <a:endParaRPr sz="900">
                        <a:latin typeface="Times New Roman"/>
                        <a:cs typeface="Times New Roman"/>
                      </a:endParaRPr>
                    </a:p>
                  </a:txBody>
                  <a:tcPr marL="0" marR="0" marT="0" marB="0">
                    <a:lnL w="1905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tc>
                  <a:txBody>
                    <a:bodyPr/>
                    <a:lstStyle/>
                    <a:p>
                      <a:pPr marL="29209">
                        <a:lnSpc>
                          <a:spcPts val="1155"/>
                        </a:lnSpc>
                        <a:spcBef>
                          <a:spcPts val="10"/>
                        </a:spcBef>
                      </a:pPr>
                      <a:r>
                        <a:rPr sz="1050" b="1" dirty="0">
                          <a:latin typeface="Verdana"/>
                          <a:cs typeface="Verdana"/>
                        </a:rPr>
                        <a:t>1.1.2</a:t>
                      </a:r>
                      <a:r>
                        <a:rPr sz="1050" b="1" spc="70" dirty="0">
                          <a:latin typeface="Verdana"/>
                          <a:cs typeface="Verdana"/>
                        </a:rPr>
                        <a:t>  </a:t>
                      </a:r>
                      <a:r>
                        <a:rPr sz="1050" b="1" dirty="0">
                          <a:latin typeface="Verdana"/>
                          <a:cs typeface="Verdana"/>
                        </a:rPr>
                        <a:t>Activity</a:t>
                      </a:r>
                      <a:r>
                        <a:rPr sz="1050" b="1" spc="80" dirty="0">
                          <a:latin typeface="Verdana"/>
                          <a:cs typeface="Verdana"/>
                        </a:rPr>
                        <a:t> </a:t>
                      </a:r>
                      <a:r>
                        <a:rPr sz="1050" b="1" spc="-20" dirty="0">
                          <a:latin typeface="Verdana"/>
                          <a:cs typeface="Verdana"/>
                        </a:rPr>
                        <a:t>List</a:t>
                      </a:r>
                      <a:endParaRPr sz="1050">
                        <a:latin typeface="Verdana"/>
                        <a:cs typeface="Verdana"/>
                      </a:endParaRPr>
                    </a:p>
                  </a:txBody>
                  <a:tcPr marL="0" marR="0" marT="1270" marB="0">
                    <a:lnL w="12700">
                      <a:solidFill>
                        <a:srgbClr val="000000"/>
                      </a:solidFill>
                      <a:prstDash val="solid"/>
                    </a:lnL>
                    <a:lnR w="19050">
                      <a:solidFill>
                        <a:srgbClr val="000000"/>
                      </a:solidFill>
                      <a:prstDash val="solid"/>
                    </a:lnR>
                    <a:lnT w="12700">
                      <a:solidFill>
                        <a:srgbClr val="000000"/>
                      </a:solidFill>
                      <a:prstDash val="solid"/>
                    </a:lnT>
                    <a:lnB w="12700">
                      <a:solidFill>
                        <a:srgbClr val="000000"/>
                      </a:solidFill>
                      <a:prstDash val="solid"/>
                    </a:lnB>
                    <a:solidFill>
                      <a:srgbClr val="FFFFFF"/>
                    </a:solidFill>
                  </a:tcPr>
                </a:tc>
              </a:tr>
              <a:tr h="160020">
                <a:tc>
                  <a:txBody>
                    <a:bodyPr/>
                    <a:lstStyle/>
                    <a:p>
                      <a:pPr>
                        <a:lnSpc>
                          <a:spcPct val="100000"/>
                        </a:lnSpc>
                      </a:pPr>
                      <a:endParaRPr sz="900">
                        <a:latin typeface="Times New Roman"/>
                        <a:cs typeface="Times New Roman"/>
                      </a:endParaRPr>
                    </a:p>
                  </a:txBody>
                  <a:tcPr marL="0" marR="0" marT="0" marB="0">
                    <a:lnL w="1905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tc>
                  <a:txBody>
                    <a:bodyPr/>
                    <a:lstStyle/>
                    <a:p>
                      <a:pPr marL="29209">
                        <a:lnSpc>
                          <a:spcPts val="1155"/>
                        </a:lnSpc>
                        <a:spcBef>
                          <a:spcPts val="10"/>
                        </a:spcBef>
                      </a:pPr>
                      <a:r>
                        <a:rPr sz="1050" b="1" dirty="0">
                          <a:latin typeface="Verdana"/>
                          <a:cs typeface="Verdana"/>
                        </a:rPr>
                        <a:t>1.1.3</a:t>
                      </a:r>
                      <a:r>
                        <a:rPr sz="1050" b="1" spc="75" dirty="0">
                          <a:latin typeface="Verdana"/>
                          <a:cs typeface="Verdana"/>
                        </a:rPr>
                        <a:t>  </a:t>
                      </a:r>
                      <a:r>
                        <a:rPr sz="1050" b="1" dirty="0">
                          <a:latin typeface="Verdana"/>
                          <a:cs typeface="Verdana"/>
                        </a:rPr>
                        <a:t>Resource</a:t>
                      </a:r>
                      <a:r>
                        <a:rPr sz="1050" b="1" spc="85" dirty="0">
                          <a:latin typeface="Verdana"/>
                          <a:cs typeface="Verdana"/>
                        </a:rPr>
                        <a:t> </a:t>
                      </a:r>
                      <a:r>
                        <a:rPr sz="1050" b="1" spc="-20" dirty="0">
                          <a:latin typeface="Verdana"/>
                          <a:cs typeface="Verdana"/>
                        </a:rPr>
                        <a:t>Plan</a:t>
                      </a:r>
                      <a:endParaRPr sz="1050">
                        <a:latin typeface="Verdana"/>
                        <a:cs typeface="Verdana"/>
                      </a:endParaRPr>
                    </a:p>
                  </a:txBody>
                  <a:tcPr marL="0" marR="0" marT="1270" marB="0">
                    <a:lnL w="12700">
                      <a:solidFill>
                        <a:srgbClr val="000000"/>
                      </a:solidFill>
                      <a:prstDash val="solid"/>
                    </a:lnL>
                    <a:lnR w="19050">
                      <a:solidFill>
                        <a:srgbClr val="000000"/>
                      </a:solidFill>
                      <a:prstDash val="solid"/>
                    </a:lnR>
                    <a:lnT w="12700">
                      <a:solidFill>
                        <a:srgbClr val="000000"/>
                      </a:solidFill>
                      <a:prstDash val="solid"/>
                    </a:lnT>
                    <a:lnB w="12700">
                      <a:solidFill>
                        <a:srgbClr val="000000"/>
                      </a:solidFill>
                      <a:prstDash val="solid"/>
                    </a:lnB>
                    <a:solidFill>
                      <a:srgbClr val="FFFFFF"/>
                    </a:solidFill>
                  </a:tcPr>
                </a:tc>
              </a:tr>
              <a:tr h="160020">
                <a:tc>
                  <a:txBody>
                    <a:bodyPr/>
                    <a:lstStyle/>
                    <a:p>
                      <a:pPr>
                        <a:lnSpc>
                          <a:spcPct val="100000"/>
                        </a:lnSpc>
                      </a:pPr>
                      <a:endParaRPr sz="900">
                        <a:latin typeface="Times New Roman"/>
                        <a:cs typeface="Times New Roman"/>
                      </a:endParaRPr>
                    </a:p>
                  </a:txBody>
                  <a:tcPr marL="0" marR="0" marT="0" marB="0">
                    <a:lnL w="1905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tc>
                  <a:txBody>
                    <a:bodyPr/>
                    <a:lstStyle/>
                    <a:p>
                      <a:pPr marL="29209">
                        <a:lnSpc>
                          <a:spcPts val="1155"/>
                        </a:lnSpc>
                        <a:spcBef>
                          <a:spcPts val="10"/>
                        </a:spcBef>
                      </a:pPr>
                      <a:r>
                        <a:rPr sz="1050" b="1" dirty="0">
                          <a:latin typeface="Verdana"/>
                          <a:cs typeface="Verdana"/>
                        </a:rPr>
                        <a:t>1.1.4</a:t>
                      </a:r>
                      <a:r>
                        <a:rPr sz="1050" b="1" spc="480" dirty="0">
                          <a:latin typeface="Verdana"/>
                          <a:cs typeface="Verdana"/>
                        </a:rPr>
                        <a:t> </a:t>
                      </a:r>
                      <a:r>
                        <a:rPr sz="1050" b="1" dirty="0">
                          <a:latin typeface="Verdana"/>
                          <a:cs typeface="Verdana"/>
                        </a:rPr>
                        <a:t>Time</a:t>
                      </a:r>
                      <a:r>
                        <a:rPr sz="1050" b="1" spc="65" dirty="0">
                          <a:latin typeface="Verdana"/>
                          <a:cs typeface="Verdana"/>
                        </a:rPr>
                        <a:t> </a:t>
                      </a:r>
                      <a:r>
                        <a:rPr sz="1050" b="1" spc="-10" dirty="0">
                          <a:latin typeface="Verdana"/>
                          <a:cs typeface="Verdana"/>
                        </a:rPr>
                        <a:t>Estimate</a:t>
                      </a:r>
                      <a:endParaRPr sz="1050">
                        <a:latin typeface="Verdana"/>
                        <a:cs typeface="Verdana"/>
                      </a:endParaRPr>
                    </a:p>
                  </a:txBody>
                  <a:tcPr marL="0" marR="0" marT="1270" marB="0">
                    <a:lnL w="12700">
                      <a:solidFill>
                        <a:srgbClr val="000000"/>
                      </a:solidFill>
                      <a:prstDash val="solid"/>
                    </a:lnL>
                    <a:lnR w="19050">
                      <a:solidFill>
                        <a:srgbClr val="000000"/>
                      </a:solidFill>
                      <a:prstDash val="solid"/>
                    </a:lnR>
                    <a:lnT w="12700">
                      <a:solidFill>
                        <a:srgbClr val="000000"/>
                      </a:solidFill>
                      <a:prstDash val="solid"/>
                    </a:lnT>
                    <a:lnB w="12700">
                      <a:solidFill>
                        <a:srgbClr val="000000"/>
                      </a:solidFill>
                      <a:prstDash val="solid"/>
                    </a:lnB>
                    <a:solidFill>
                      <a:srgbClr val="FFFFFF"/>
                    </a:solidFill>
                  </a:tcPr>
                </a:tc>
              </a:tr>
              <a:tr h="160655">
                <a:tc>
                  <a:txBody>
                    <a:bodyPr/>
                    <a:lstStyle/>
                    <a:p>
                      <a:pPr>
                        <a:lnSpc>
                          <a:spcPct val="100000"/>
                        </a:lnSpc>
                      </a:pPr>
                      <a:endParaRPr sz="900">
                        <a:latin typeface="Times New Roman"/>
                        <a:cs typeface="Times New Roman"/>
                      </a:endParaRPr>
                    </a:p>
                  </a:txBody>
                  <a:tcPr marL="0" marR="0" marT="0" marB="0">
                    <a:lnL w="1905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tc>
                  <a:txBody>
                    <a:bodyPr/>
                    <a:lstStyle/>
                    <a:p>
                      <a:pPr marL="29209">
                        <a:lnSpc>
                          <a:spcPts val="1155"/>
                        </a:lnSpc>
                        <a:spcBef>
                          <a:spcPts val="10"/>
                        </a:spcBef>
                      </a:pPr>
                      <a:r>
                        <a:rPr sz="1050" b="1" dirty="0">
                          <a:latin typeface="Verdana"/>
                          <a:cs typeface="Verdana"/>
                        </a:rPr>
                        <a:t>1.1.5</a:t>
                      </a:r>
                      <a:r>
                        <a:rPr sz="1050" b="1" spc="470" dirty="0">
                          <a:latin typeface="Verdana"/>
                          <a:cs typeface="Verdana"/>
                        </a:rPr>
                        <a:t> </a:t>
                      </a:r>
                      <a:r>
                        <a:rPr sz="1050" b="1" dirty="0">
                          <a:latin typeface="Verdana"/>
                          <a:cs typeface="Verdana"/>
                        </a:rPr>
                        <a:t>Cost</a:t>
                      </a:r>
                      <a:r>
                        <a:rPr sz="1050" b="1" spc="60" dirty="0">
                          <a:latin typeface="Verdana"/>
                          <a:cs typeface="Verdana"/>
                        </a:rPr>
                        <a:t> </a:t>
                      </a:r>
                      <a:r>
                        <a:rPr sz="1050" b="1" spc="-10" dirty="0">
                          <a:latin typeface="Verdana"/>
                          <a:cs typeface="Verdana"/>
                        </a:rPr>
                        <a:t>Estimate</a:t>
                      </a:r>
                      <a:endParaRPr sz="1050">
                        <a:latin typeface="Verdana"/>
                        <a:cs typeface="Verdana"/>
                      </a:endParaRPr>
                    </a:p>
                  </a:txBody>
                  <a:tcPr marL="0" marR="0" marT="1270" marB="0">
                    <a:lnL w="12700">
                      <a:solidFill>
                        <a:srgbClr val="000000"/>
                      </a:solidFill>
                      <a:prstDash val="solid"/>
                    </a:lnL>
                    <a:lnR w="19050">
                      <a:solidFill>
                        <a:srgbClr val="000000"/>
                      </a:solidFill>
                      <a:prstDash val="solid"/>
                    </a:lnR>
                    <a:lnT w="12700">
                      <a:solidFill>
                        <a:srgbClr val="000000"/>
                      </a:solidFill>
                      <a:prstDash val="solid"/>
                    </a:lnT>
                    <a:lnB w="12700">
                      <a:solidFill>
                        <a:srgbClr val="000000"/>
                      </a:solidFill>
                      <a:prstDash val="solid"/>
                    </a:lnB>
                    <a:solidFill>
                      <a:srgbClr val="FFFFFF"/>
                    </a:solidFill>
                  </a:tcPr>
                </a:tc>
              </a:tr>
              <a:tr h="160020">
                <a:tc>
                  <a:txBody>
                    <a:bodyPr/>
                    <a:lstStyle/>
                    <a:p>
                      <a:pPr>
                        <a:lnSpc>
                          <a:spcPct val="100000"/>
                        </a:lnSpc>
                      </a:pPr>
                      <a:endParaRPr sz="900">
                        <a:latin typeface="Times New Roman"/>
                        <a:cs typeface="Times New Roman"/>
                      </a:endParaRPr>
                    </a:p>
                  </a:txBody>
                  <a:tcPr marL="0" marR="0" marT="0" marB="0">
                    <a:lnL w="1905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tc>
                  <a:txBody>
                    <a:bodyPr/>
                    <a:lstStyle/>
                    <a:p>
                      <a:pPr marL="29209">
                        <a:lnSpc>
                          <a:spcPts val="1155"/>
                        </a:lnSpc>
                        <a:spcBef>
                          <a:spcPts val="10"/>
                        </a:spcBef>
                      </a:pPr>
                      <a:r>
                        <a:rPr sz="1050" b="1" dirty="0">
                          <a:latin typeface="Verdana"/>
                          <a:cs typeface="Verdana"/>
                        </a:rPr>
                        <a:t>1.1.6</a:t>
                      </a:r>
                      <a:r>
                        <a:rPr sz="1050" b="1" spc="470" dirty="0">
                          <a:latin typeface="Verdana"/>
                          <a:cs typeface="Verdana"/>
                        </a:rPr>
                        <a:t> </a:t>
                      </a:r>
                      <a:r>
                        <a:rPr sz="1050" b="1" dirty="0">
                          <a:latin typeface="Verdana"/>
                          <a:cs typeface="Verdana"/>
                        </a:rPr>
                        <a:t>Risk</a:t>
                      </a:r>
                      <a:r>
                        <a:rPr sz="1050" b="1" spc="55" dirty="0">
                          <a:latin typeface="Verdana"/>
                          <a:cs typeface="Verdana"/>
                        </a:rPr>
                        <a:t> </a:t>
                      </a:r>
                      <a:r>
                        <a:rPr sz="1050" b="1" spc="-10" dirty="0">
                          <a:latin typeface="Verdana"/>
                          <a:cs typeface="Verdana"/>
                        </a:rPr>
                        <a:t>Analysis</a:t>
                      </a:r>
                      <a:endParaRPr sz="1050">
                        <a:latin typeface="Verdana"/>
                        <a:cs typeface="Verdana"/>
                      </a:endParaRPr>
                    </a:p>
                  </a:txBody>
                  <a:tcPr marL="0" marR="0" marT="1270" marB="0">
                    <a:lnL w="12700">
                      <a:solidFill>
                        <a:srgbClr val="000000"/>
                      </a:solidFill>
                      <a:prstDash val="solid"/>
                    </a:lnL>
                    <a:lnR w="19050">
                      <a:solidFill>
                        <a:srgbClr val="000000"/>
                      </a:solidFill>
                      <a:prstDash val="solid"/>
                    </a:lnR>
                    <a:lnT w="12700">
                      <a:solidFill>
                        <a:srgbClr val="000000"/>
                      </a:solidFill>
                      <a:prstDash val="solid"/>
                    </a:lnT>
                    <a:lnB w="12700">
                      <a:solidFill>
                        <a:srgbClr val="000000"/>
                      </a:solidFill>
                      <a:prstDash val="solid"/>
                    </a:lnB>
                    <a:solidFill>
                      <a:srgbClr val="FFFFFF"/>
                    </a:solidFill>
                  </a:tcPr>
                </a:tc>
              </a:tr>
              <a:tr h="160020">
                <a:tc>
                  <a:txBody>
                    <a:bodyPr/>
                    <a:lstStyle/>
                    <a:p>
                      <a:pPr>
                        <a:lnSpc>
                          <a:spcPct val="100000"/>
                        </a:lnSpc>
                      </a:pPr>
                      <a:endParaRPr sz="900">
                        <a:latin typeface="Times New Roman"/>
                        <a:cs typeface="Times New Roman"/>
                      </a:endParaRPr>
                    </a:p>
                  </a:txBody>
                  <a:tcPr marL="0" marR="0" marT="0" marB="0">
                    <a:lnL w="1905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tc>
                  <a:txBody>
                    <a:bodyPr/>
                    <a:lstStyle/>
                    <a:p>
                      <a:pPr marL="29209">
                        <a:lnSpc>
                          <a:spcPts val="1155"/>
                        </a:lnSpc>
                        <a:spcBef>
                          <a:spcPts val="10"/>
                        </a:spcBef>
                      </a:pPr>
                      <a:r>
                        <a:rPr sz="1050" b="1" dirty="0">
                          <a:latin typeface="Verdana"/>
                          <a:cs typeface="Verdana"/>
                        </a:rPr>
                        <a:t>1.1.7</a:t>
                      </a:r>
                      <a:r>
                        <a:rPr sz="1050" b="1" spc="445" dirty="0">
                          <a:latin typeface="Verdana"/>
                          <a:cs typeface="Verdana"/>
                        </a:rPr>
                        <a:t> </a:t>
                      </a:r>
                      <a:r>
                        <a:rPr sz="1050" b="1" spc="-10" dirty="0">
                          <a:latin typeface="Verdana"/>
                          <a:cs typeface="Verdana"/>
                        </a:rPr>
                        <a:t>Schedule</a:t>
                      </a:r>
                      <a:endParaRPr sz="1050">
                        <a:latin typeface="Verdana"/>
                        <a:cs typeface="Verdana"/>
                      </a:endParaRPr>
                    </a:p>
                  </a:txBody>
                  <a:tcPr marL="0" marR="0" marT="1270" marB="0">
                    <a:lnL w="12700">
                      <a:solidFill>
                        <a:srgbClr val="000000"/>
                      </a:solidFill>
                      <a:prstDash val="solid"/>
                    </a:lnL>
                    <a:lnR w="19050">
                      <a:solidFill>
                        <a:srgbClr val="000000"/>
                      </a:solidFill>
                      <a:prstDash val="solid"/>
                    </a:lnR>
                    <a:lnT w="12700">
                      <a:solidFill>
                        <a:srgbClr val="000000"/>
                      </a:solidFill>
                      <a:prstDash val="solid"/>
                    </a:lnT>
                    <a:lnB w="12700">
                      <a:solidFill>
                        <a:srgbClr val="000000"/>
                      </a:solidFill>
                      <a:prstDash val="solid"/>
                    </a:lnB>
                    <a:solidFill>
                      <a:srgbClr val="FFFFFF"/>
                    </a:solidFill>
                  </a:tcPr>
                </a:tc>
              </a:tr>
              <a:tr h="160655">
                <a:tc>
                  <a:txBody>
                    <a:bodyPr/>
                    <a:lstStyle/>
                    <a:p>
                      <a:pPr>
                        <a:lnSpc>
                          <a:spcPct val="100000"/>
                        </a:lnSpc>
                      </a:pPr>
                      <a:endParaRPr sz="900">
                        <a:latin typeface="Times New Roman"/>
                        <a:cs typeface="Times New Roman"/>
                      </a:endParaRPr>
                    </a:p>
                  </a:txBody>
                  <a:tcPr marL="0" marR="0" marT="0" marB="0">
                    <a:lnL w="1905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tc>
                  <a:txBody>
                    <a:bodyPr/>
                    <a:lstStyle/>
                    <a:p>
                      <a:pPr marL="29209">
                        <a:lnSpc>
                          <a:spcPts val="1155"/>
                        </a:lnSpc>
                        <a:spcBef>
                          <a:spcPts val="10"/>
                        </a:spcBef>
                      </a:pPr>
                      <a:r>
                        <a:rPr sz="1050" b="1" dirty="0">
                          <a:latin typeface="Verdana"/>
                          <a:cs typeface="Verdana"/>
                        </a:rPr>
                        <a:t>1.1.8</a:t>
                      </a:r>
                      <a:r>
                        <a:rPr sz="1050" b="1" spc="105" dirty="0">
                          <a:latin typeface="Verdana"/>
                          <a:cs typeface="Verdana"/>
                        </a:rPr>
                        <a:t>  </a:t>
                      </a:r>
                      <a:r>
                        <a:rPr sz="1050" b="1" dirty="0">
                          <a:latin typeface="Verdana"/>
                          <a:cs typeface="Verdana"/>
                        </a:rPr>
                        <a:t>Project</a:t>
                      </a:r>
                      <a:r>
                        <a:rPr sz="1050" b="1" spc="120" dirty="0">
                          <a:latin typeface="Verdana"/>
                          <a:cs typeface="Verdana"/>
                        </a:rPr>
                        <a:t> </a:t>
                      </a:r>
                      <a:r>
                        <a:rPr sz="1050" b="1" dirty="0">
                          <a:latin typeface="Verdana"/>
                          <a:cs typeface="Verdana"/>
                        </a:rPr>
                        <a:t>Management</a:t>
                      </a:r>
                      <a:r>
                        <a:rPr sz="1050" b="1" spc="105" dirty="0">
                          <a:latin typeface="Verdana"/>
                          <a:cs typeface="Verdana"/>
                        </a:rPr>
                        <a:t> </a:t>
                      </a:r>
                      <a:r>
                        <a:rPr sz="1050" b="1" spc="-20" dirty="0">
                          <a:latin typeface="Verdana"/>
                          <a:cs typeface="Verdana"/>
                        </a:rPr>
                        <a:t>Plan</a:t>
                      </a:r>
                      <a:endParaRPr sz="1050">
                        <a:latin typeface="Verdana"/>
                        <a:cs typeface="Verdana"/>
                      </a:endParaRPr>
                    </a:p>
                  </a:txBody>
                  <a:tcPr marL="0" marR="0" marT="1270" marB="0">
                    <a:lnL w="12700">
                      <a:solidFill>
                        <a:srgbClr val="000000"/>
                      </a:solidFill>
                      <a:prstDash val="solid"/>
                    </a:lnL>
                    <a:lnR w="19050">
                      <a:solidFill>
                        <a:srgbClr val="000000"/>
                      </a:solidFill>
                      <a:prstDash val="solid"/>
                    </a:lnR>
                    <a:lnT w="12700">
                      <a:solidFill>
                        <a:srgbClr val="000000"/>
                      </a:solidFill>
                      <a:prstDash val="solid"/>
                    </a:lnT>
                    <a:lnB w="12700">
                      <a:solidFill>
                        <a:srgbClr val="000000"/>
                      </a:solidFill>
                      <a:prstDash val="solid"/>
                    </a:lnB>
                    <a:solidFill>
                      <a:srgbClr val="FFFFFF"/>
                    </a:solidFill>
                  </a:tcPr>
                </a:tc>
              </a:tr>
              <a:tr h="160020">
                <a:tc>
                  <a:txBody>
                    <a:bodyPr/>
                    <a:lstStyle/>
                    <a:p>
                      <a:pPr>
                        <a:lnSpc>
                          <a:spcPct val="100000"/>
                        </a:lnSpc>
                      </a:pPr>
                      <a:endParaRPr sz="900">
                        <a:latin typeface="Times New Roman"/>
                        <a:cs typeface="Times New Roman"/>
                      </a:endParaRPr>
                    </a:p>
                  </a:txBody>
                  <a:tcPr marL="0" marR="0" marT="0" marB="0">
                    <a:lnL w="1905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tc gridSpan="2">
                  <a:txBody>
                    <a:bodyPr/>
                    <a:lstStyle/>
                    <a:p>
                      <a:pPr marL="29209">
                        <a:lnSpc>
                          <a:spcPts val="1155"/>
                        </a:lnSpc>
                        <a:spcBef>
                          <a:spcPts val="10"/>
                        </a:spcBef>
                      </a:pPr>
                      <a:r>
                        <a:rPr sz="1050" b="1" dirty="0">
                          <a:latin typeface="Verdana"/>
                          <a:cs typeface="Verdana"/>
                        </a:rPr>
                        <a:t>1.2</a:t>
                      </a:r>
                      <a:r>
                        <a:rPr sz="1050" b="1" spc="60" dirty="0">
                          <a:latin typeface="Verdana"/>
                          <a:cs typeface="Verdana"/>
                        </a:rPr>
                        <a:t> </a:t>
                      </a:r>
                      <a:r>
                        <a:rPr sz="1050" b="1" spc="-10" dirty="0">
                          <a:latin typeface="Verdana"/>
                          <a:cs typeface="Verdana"/>
                        </a:rPr>
                        <a:t>Executing</a:t>
                      </a:r>
                      <a:endParaRPr sz="1050">
                        <a:latin typeface="Verdana"/>
                        <a:cs typeface="Verdana"/>
                      </a:endParaRPr>
                    </a:p>
                  </a:txBody>
                  <a:tcPr marL="0" marR="0" marT="1270" marB="0">
                    <a:lnL w="12700">
                      <a:solidFill>
                        <a:srgbClr val="000000"/>
                      </a:solidFill>
                      <a:prstDash val="solid"/>
                    </a:lnL>
                    <a:lnR w="19050">
                      <a:solidFill>
                        <a:srgbClr val="000000"/>
                      </a:solidFill>
                      <a:prstDash val="solid"/>
                    </a:lnR>
                    <a:lnT w="12700">
                      <a:solidFill>
                        <a:srgbClr val="000000"/>
                      </a:solidFill>
                      <a:prstDash val="solid"/>
                    </a:lnT>
                    <a:lnB w="12700">
                      <a:solidFill>
                        <a:srgbClr val="000000"/>
                      </a:solidFill>
                      <a:prstDash val="solid"/>
                    </a:lnB>
                    <a:solidFill>
                      <a:srgbClr val="FFFFFF"/>
                    </a:solidFill>
                  </a:tcPr>
                </a:tc>
                <a:tc hMerge="1">
                  <a:txBody>
                    <a:bodyPr/>
                    <a:lstStyle/>
                    <a:p>
                      <a:endParaRPr/>
                    </a:p>
                  </a:txBody>
                  <a:tcPr marL="0" marR="0" marT="0" marB="0"/>
                </a:tc>
              </a:tr>
              <a:tr h="163830">
                <a:tc gridSpan="3">
                  <a:txBody>
                    <a:bodyPr/>
                    <a:lstStyle/>
                    <a:p>
                      <a:pPr marL="26670">
                        <a:lnSpc>
                          <a:spcPts val="1165"/>
                        </a:lnSpc>
                        <a:spcBef>
                          <a:spcPts val="30"/>
                        </a:spcBef>
                      </a:pPr>
                      <a:r>
                        <a:rPr sz="1050" b="1" dirty="0">
                          <a:latin typeface="Verdana"/>
                          <a:cs typeface="Verdana"/>
                        </a:rPr>
                        <a:t>2</a:t>
                      </a:r>
                      <a:r>
                        <a:rPr sz="1050" b="1" spc="395" dirty="0">
                          <a:latin typeface="Verdana"/>
                          <a:cs typeface="Verdana"/>
                        </a:rPr>
                        <a:t> </a:t>
                      </a:r>
                      <a:r>
                        <a:rPr sz="1050" b="1" spc="-10" dirty="0">
                          <a:latin typeface="Verdana"/>
                          <a:cs typeface="Verdana"/>
                        </a:rPr>
                        <a:t>Design</a:t>
                      </a:r>
                      <a:endParaRPr sz="1050">
                        <a:latin typeface="Verdana"/>
                        <a:cs typeface="Verdana"/>
                      </a:endParaRPr>
                    </a:p>
                  </a:txBody>
                  <a:tcPr marL="0" marR="0" marT="3810" marB="0">
                    <a:lnL w="19050">
                      <a:solidFill>
                        <a:srgbClr val="000000"/>
                      </a:solidFill>
                      <a:prstDash val="solid"/>
                    </a:lnL>
                    <a:lnR w="19050">
                      <a:solidFill>
                        <a:srgbClr val="000000"/>
                      </a:solidFill>
                      <a:prstDash val="solid"/>
                    </a:lnR>
                    <a:lnT w="12700">
                      <a:solidFill>
                        <a:srgbClr val="000000"/>
                      </a:solidFill>
                      <a:prstDash val="solid"/>
                    </a:lnT>
                    <a:lnB w="19050">
                      <a:solidFill>
                        <a:srgbClr val="000000"/>
                      </a:solidFill>
                      <a:prstDash val="solid"/>
                    </a:lnB>
                    <a:solidFill>
                      <a:srgbClr val="FFFFFF"/>
                    </a:solidFill>
                  </a:tcPr>
                </a:tc>
                <a:tc hMerge="1">
                  <a:txBody>
                    <a:bodyPr/>
                    <a:lstStyle/>
                    <a:p>
                      <a:endParaRPr/>
                    </a:p>
                  </a:txBody>
                  <a:tcPr marL="0" marR="0" marT="0" marB="0"/>
                </a:tc>
                <a:tc hMerge="1">
                  <a:txBody>
                    <a:bodyPr/>
                    <a:lstStyle/>
                    <a:p>
                      <a:endParaRPr/>
                    </a:p>
                  </a:txBody>
                  <a:tcPr marL="0" marR="0" marT="0" marB="0"/>
                </a:tc>
              </a:tr>
            </a:tbl>
          </a:graphicData>
        </a:graphic>
      </p:graphicFrame>
    </p:spTree>
    <p:extLst>
      <p:ext uri="{BB962C8B-B14F-4D97-AF65-F5344CB8AC3E}">
        <p14:creationId xmlns:p14="http://schemas.microsoft.com/office/powerpoint/2010/main" val="33977418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542925" y="1162053"/>
            <a:ext cx="7842250" cy="5695950"/>
            <a:chOff x="542925" y="1162053"/>
            <a:chExt cx="7842250" cy="5695950"/>
          </a:xfrm>
        </p:grpSpPr>
        <p:pic>
          <p:nvPicPr>
            <p:cNvPr id="4" name="object 4"/>
            <p:cNvPicPr/>
            <p:nvPr/>
          </p:nvPicPr>
          <p:blipFill>
            <a:blip r:embed="rId2" cstate="print"/>
            <a:stretch>
              <a:fillRect/>
            </a:stretch>
          </p:blipFill>
          <p:spPr>
            <a:xfrm>
              <a:off x="566927" y="1185670"/>
              <a:ext cx="7818120" cy="5672328"/>
            </a:xfrm>
            <a:prstGeom prst="rect">
              <a:avLst/>
            </a:prstGeom>
          </p:spPr>
        </p:pic>
        <p:pic>
          <p:nvPicPr>
            <p:cNvPr id="5" name="object 5"/>
            <p:cNvPicPr/>
            <p:nvPr/>
          </p:nvPicPr>
          <p:blipFill>
            <a:blip r:embed="rId3" cstate="print"/>
            <a:stretch>
              <a:fillRect/>
            </a:stretch>
          </p:blipFill>
          <p:spPr>
            <a:xfrm>
              <a:off x="542925" y="1162053"/>
              <a:ext cx="7815326" cy="5695944"/>
            </a:xfrm>
            <a:prstGeom prst="rect">
              <a:avLst/>
            </a:prstGeom>
          </p:spPr>
        </p:pic>
      </p:grpSp>
      <p:sp>
        <p:nvSpPr>
          <p:cNvPr id="6" name="object 6"/>
          <p:cNvSpPr txBox="1">
            <a:spLocks noGrp="1"/>
          </p:cNvSpPr>
          <p:nvPr>
            <p:ph type="title"/>
          </p:nvPr>
        </p:nvSpPr>
        <p:spPr>
          <a:xfrm>
            <a:off x="535940" y="-117221"/>
            <a:ext cx="8072119" cy="1069729"/>
          </a:xfrm>
          <a:prstGeom prst="rect">
            <a:avLst/>
          </a:prstGeom>
        </p:spPr>
        <p:txBody>
          <a:bodyPr vert="horz" wrap="square" lIns="0" tIns="510743" rIns="0" bIns="0" rtlCol="0">
            <a:spAutoFit/>
          </a:bodyPr>
          <a:lstStyle/>
          <a:p>
            <a:pPr marL="12700">
              <a:lnSpc>
                <a:spcPct val="100000"/>
              </a:lnSpc>
              <a:spcBef>
                <a:spcPts val="100"/>
              </a:spcBef>
            </a:pPr>
            <a:r>
              <a:rPr sz="3600" dirty="0"/>
              <a:t>Work</a:t>
            </a:r>
            <a:r>
              <a:rPr sz="3600" spc="-30" dirty="0"/>
              <a:t> </a:t>
            </a:r>
            <a:r>
              <a:rPr sz="3600" dirty="0"/>
              <a:t>Breakdown</a:t>
            </a:r>
            <a:r>
              <a:rPr sz="3600" spc="-25" dirty="0"/>
              <a:t> </a:t>
            </a:r>
            <a:r>
              <a:rPr sz="3600" dirty="0"/>
              <a:t>Structure:</a:t>
            </a:r>
            <a:r>
              <a:rPr sz="3600" spc="-10" dirty="0"/>
              <a:t> </a:t>
            </a:r>
            <a:r>
              <a:rPr lang="en-US" sz="3600" spc="-10" dirty="0" err="1" smtClean="0"/>
              <a:t>Ví</a:t>
            </a:r>
            <a:r>
              <a:rPr lang="en-US" sz="3600" spc="-10" dirty="0" smtClean="0"/>
              <a:t> </a:t>
            </a:r>
            <a:r>
              <a:rPr lang="en-US" sz="3600" spc="-10" dirty="0" err="1" smtClean="0"/>
              <a:t>dụ</a:t>
            </a:r>
            <a:endParaRPr sz="3600" dirty="0"/>
          </a:p>
        </p:txBody>
      </p:sp>
    </p:spTree>
    <p:extLst>
      <p:ext uri="{BB962C8B-B14F-4D97-AF65-F5344CB8AC3E}">
        <p14:creationId xmlns:p14="http://schemas.microsoft.com/office/powerpoint/2010/main" val="15329295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5"/>
          <p:cNvSpPr>
            <a:spLocks noChangeArrowheads="1"/>
          </p:cNvSpPr>
          <p:nvPr/>
        </p:nvSpPr>
        <p:spPr bwMode="auto">
          <a:xfrm>
            <a:off x="3762375" y="1192213"/>
            <a:ext cx="1905000" cy="647700"/>
          </a:xfrm>
          <a:prstGeom prst="rect">
            <a:avLst/>
          </a:prstGeom>
          <a:solidFill>
            <a:srgbClr val="FFFF99"/>
          </a:solidFill>
          <a:ln w="9525">
            <a:solidFill>
              <a:schemeClr val="tx1"/>
            </a:solidFill>
            <a:miter lim="800000"/>
            <a:headEnd/>
            <a:tailEnd/>
          </a:ln>
        </p:spPr>
        <p:txBody>
          <a:bodyPr wrap="none" anchor="ctr"/>
          <a:lstStyle/>
          <a:p>
            <a:pPr algn="ctr"/>
            <a:r>
              <a:rPr lang="en-US" altLang="ja-JP" sz="1600" b="1">
                <a:latin typeface="ＭＳ Ｐゴシック" pitchFamily="50" charset="-128"/>
              </a:rPr>
              <a:t>New System</a:t>
            </a:r>
          </a:p>
        </p:txBody>
      </p:sp>
      <p:sp>
        <p:nvSpPr>
          <p:cNvPr id="55299" name="Rectangle 6"/>
          <p:cNvSpPr>
            <a:spLocks noChangeArrowheads="1"/>
          </p:cNvSpPr>
          <p:nvPr/>
        </p:nvSpPr>
        <p:spPr bwMode="auto">
          <a:xfrm>
            <a:off x="2743200" y="2271713"/>
            <a:ext cx="1004888" cy="503237"/>
          </a:xfrm>
          <a:prstGeom prst="rect">
            <a:avLst/>
          </a:prstGeom>
          <a:solidFill>
            <a:srgbClr val="FFFF99"/>
          </a:solidFill>
          <a:ln w="9525">
            <a:solidFill>
              <a:schemeClr val="tx1"/>
            </a:solidFill>
            <a:miter lim="800000"/>
            <a:headEnd/>
            <a:tailEnd/>
          </a:ln>
        </p:spPr>
        <p:txBody>
          <a:bodyPr wrap="none" anchor="ctr"/>
          <a:lstStyle/>
          <a:p>
            <a:pPr algn="ctr"/>
            <a:r>
              <a:rPr lang="en-US" altLang="ja-JP" sz="1600" b="1">
                <a:latin typeface="ＭＳ Ｐゴシック" pitchFamily="50" charset="-128"/>
              </a:rPr>
              <a:t>PM</a:t>
            </a:r>
          </a:p>
        </p:txBody>
      </p:sp>
      <p:sp>
        <p:nvSpPr>
          <p:cNvPr id="55300" name="Rectangle 7"/>
          <p:cNvSpPr>
            <a:spLocks noChangeArrowheads="1"/>
          </p:cNvSpPr>
          <p:nvPr/>
        </p:nvSpPr>
        <p:spPr bwMode="auto">
          <a:xfrm>
            <a:off x="3914775" y="3495675"/>
            <a:ext cx="1416050" cy="619125"/>
          </a:xfrm>
          <a:prstGeom prst="rect">
            <a:avLst/>
          </a:prstGeom>
          <a:solidFill>
            <a:srgbClr val="FFFF99"/>
          </a:solidFill>
          <a:ln w="9525">
            <a:solidFill>
              <a:schemeClr val="tx1"/>
            </a:solidFill>
            <a:miter lim="800000"/>
            <a:headEnd/>
            <a:tailEnd/>
          </a:ln>
        </p:spPr>
        <p:txBody>
          <a:bodyPr wrap="none" anchor="ctr"/>
          <a:lstStyle/>
          <a:p>
            <a:pPr algn="ctr"/>
            <a:r>
              <a:rPr lang="en-US" altLang="ja-JP" sz="1600" b="1">
                <a:latin typeface="ＭＳ Ｐゴシック" pitchFamily="50" charset="-128"/>
              </a:rPr>
              <a:t>Sub-System1</a:t>
            </a:r>
          </a:p>
        </p:txBody>
      </p:sp>
      <p:sp>
        <p:nvSpPr>
          <p:cNvPr id="55301" name="AutoShape 12"/>
          <p:cNvSpPr>
            <a:spLocks noChangeArrowheads="1"/>
          </p:cNvSpPr>
          <p:nvPr/>
        </p:nvSpPr>
        <p:spPr bwMode="auto">
          <a:xfrm>
            <a:off x="792163" y="1339850"/>
            <a:ext cx="1293812" cy="358775"/>
          </a:xfrm>
          <a:prstGeom prst="homePlate">
            <a:avLst>
              <a:gd name="adj" fmla="val 90155"/>
            </a:avLst>
          </a:prstGeom>
          <a:solidFill>
            <a:srgbClr val="0000FF">
              <a:alpha val="70195"/>
            </a:srgbClr>
          </a:solidFill>
          <a:ln w="9525">
            <a:solidFill>
              <a:schemeClr val="tx1"/>
            </a:solidFill>
            <a:miter lim="800000"/>
            <a:headEnd/>
            <a:tailEnd/>
          </a:ln>
        </p:spPr>
        <p:txBody>
          <a:bodyPr wrap="none" anchor="ctr"/>
          <a:lstStyle/>
          <a:p>
            <a:pPr algn="ctr"/>
            <a:r>
              <a:rPr lang="en-US" altLang="ja-JP" b="1">
                <a:solidFill>
                  <a:schemeClr val="bg1"/>
                </a:solidFill>
              </a:rPr>
              <a:t>Level 0</a:t>
            </a:r>
          </a:p>
        </p:txBody>
      </p:sp>
      <p:sp>
        <p:nvSpPr>
          <p:cNvPr id="55302" name="AutoShape 13"/>
          <p:cNvSpPr>
            <a:spLocks noChangeArrowheads="1"/>
          </p:cNvSpPr>
          <p:nvPr/>
        </p:nvSpPr>
        <p:spPr bwMode="auto">
          <a:xfrm>
            <a:off x="792163" y="2330450"/>
            <a:ext cx="1293812" cy="358775"/>
          </a:xfrm>
          <a:prstGeom prst="homePlate">
            <a:avLst>
              <a:gd name="adj" fmla="val 90155"/>
            </a:avLst>
          </a:prstGeom>
          <a:solidFill>
            <a:srgbClr val="0000FF">
              <a:alpha val="70195"/>
            </a:srgbClr>
          </a:solidFill>
          <a:ln w="9525">
            <a:solidFill>
              <a:schemeClr val="tx1"/>
            </a:solidFill>
            <a:miter lim="800000"/>
            <a:headEnd/>
            <a:tailEnd/>
          </a:ln>
        </p:spPr>
        <p:txBody>
          <a:bodyPr wrap="none" anchor="ctr"/>
          <a:lstStyle/>
          <a:p>
            <a:pPr algn="ctr"/>
            <a:r>
              <a:rPr lang="en-US" altLang="ja-JP" b="1">
                <a:solidFill>
                  <a:schemeClr val="bg1"/>
                </a:solidFill>
              </a:rPr>
              <a:t>Level 1</a:t>
            </a:r>
            <a:endParaRPr lang="en-US" altLang="ja-JP" sz="2000" b="1">
              <a:latin typeface="ＭＳ Ｐゴシック" pitchFamily="50" charset="-128"/>
            </a:endParaRPr>
          </a:p>
        </p:txBody>
      </p:sp>
      <p:sp>
        <p:nvSpPr>
          <p:cNvPr id="55303" name="AutoShape 14"/>
          <p:cNvSpPr>
            <a:spLocks noChangeArrowheads="1"/>
          </p:cNvSpPr>
          <p:nvPr/>
        </p:nvSpPr>
        <p:spPr bwMode="auto">
          <a:xfrm>
            <a:off x="792163" y="3492500"/>
            <a:ext cx="1293812" cy="358775"/>
          </a:xfrm>
          <a:prstGeom prst="homePlate">
            <a:avLst>
              <a:gd name="adj" fmla="val 90155"/>
            </a:avLst>
          </a:prstGeom>
          <a:solidFill>
            <a:srgbClr val="0000FF">
              <a:alpha val="70195"/>
            </a:srgbClr>
          </a:solidFill>
          <a:ln w="9525">
            <a:solidFill>
              <a:schemeClr val="tx1"/>
            </a:solidFill>
            <a:miter lim="800000"/>
            <a:headEnd/>
            <a:tailEnd/>
          </a:ln>
        </p:spPr>
        <p:txBody>
          <a:bodyPr wrap="none" anchor="ctr"/>
          <a:lstStyle/>
          <a:p>
            <a:pPr algn="ctr"/>
            <a:r>
              <a:rPr lang="en-US" altLang="ja-JP" b="1">
                <a:solidFill>
                  <a:schemeClr val="bg1"/>
                </a:solidFill>
              </a:rPr>
              <a:t>Level</a:t>
            </a:r>
            <a:r>
              <a:rPr lang="en-US" altLang="ja-JP"/>
              <a:t> </a:t>
            </a:r>
            <a:r>
              <a:rPr lang="en-US" altLang="ja-JP" b="1">
                <a:solidFill>
                  <a:schemeClr val="bg1"/>
                </a:solidFill>
              </a:rPr>
              <a:t>2</a:t>
            </a:r>
            <a:endParaRPr lang="en-US" altLang="ja-JP" sz="2000" b="1">
              <a:latin typeface="ＭＳ Ｐゴシック" pitchFamily="50" charset="-128"/>
            </a:endParaRPr>
          </a:p>
        </p:txBody>
      </p:sp>
      <p:sp>
        <p:nvSpPr>
          <p:cNvPr id="55304" name="AutoShape 15"/>
          <p:cNvSpPr>
            <a:spLocks noChangeArrowheads="1"/>
          </p:cNvSpPr>
          <p:nvPr/>
        </p:nvSpPr>
        <p:spPr bwMode="auto">
          <a:xfrm>
            <a:off x="792163" y="4808538"/>
            <a:ext cx="1293812" cy="358775"/>
          </a:xfrm>
          <a:prstGeom prst="homePlate">
            <a:avLst>
              <a:gd name="adj" fmla="val 90155"/>
            </a:avLst>
          </a:prstGeom>
          <a:solidFill>
            <a:srgbClr val="0000FF">
              <a:alpha val="70195"/>
            </a:srgbClr>
          </a:solidFill>
          <a:ln w="9525">
            <a:solidFill>
              <a:schemeClr val="tx1"/>
            </a:solidFill>
            <a:miter lim="800000"/>
            <a:headEnd/>
            <a:tailEnd/>
          </a:ln>
        </p:spPr>
        <p:txBody>
          <a:bodyPr wrap="none" anchor="ctr"/>
          <a:lstStyle/>
          <a:p>
            <a:pPr algn="ctr"/>
            <a:r>
              <a:rPr lang="en-US" altLang="ja-JP" b="1">
                <a:solidFill>
                  <a:schemeClr val="bg1"/>
                </a:solidFill>
              </a:rPr>
              <a:t>Level</a:t>
            </a:r>
            <a:r>
              <a:rPr lang="en-US" altLang="ja-JP"/>
              <a:t> </a:t>
            </a:r>
            <a:r>
              <a:rPr lang="en-US" altLang="ja-JP" b="1">
                <a:solidFill>
                  <a:schemeClr val="bg1"/>
                </a:solidFill>
              </a:rPr>
              <a:t>3</a:t>
            </a:r>
          </a:p>
        </p:txBody>
      </p:sp>
      <p:sp>
        <p:nvSpPr>
          <p:cNvPr id="55305" name="Line 17"/>
          <p:cNvSpPr>
            <a:spLocks noChangeShapeType="1"/>
          </p:cNvSpPr>
          <p:nvPr/>
        </p:nvSpPr>
        <p:spPr bwMode="auto">
          <a:xfrm>
            <a:off x="4681538" y="1839913"/>
            <a:ext cx="0" cy="431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06" name="Line 18"/>
          <p:cNvSpPr>
            <a:spLocks noChangeShapeType="1"/>
          </p:cNvSpPr>
          <p:nvPr/>
        </p:nvSpPr>
        <p:spPr bwMode="auto">
          <a:xfrm>
            <a:off x="3243263" y="2054225"/>
            <a:ext cx="2735262"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07" name="Line 19"/>
          <p:cNvSpPr>
            <a:spLocks noChangeShapeType="1"/>
          </p:cNvSpPr>
          <p:nvPr/>
        </p:nvSpPr>
        <p:spPr bwMode="auto">
          <a:xfrm>
            <a:off x="3243263" y="2055813"/>
            <a:ext cx="0" cy="2159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08" name="Line 20"/>
          <p:cNvSpPr>
            <a:spLocks noChangeShapeType="1"/>
          </p:cNvSpPr>
          <p:nvPr/>
        </p:nvSpPr>
        <p:spPr bwMode="auto">
          <a:xfrm>
            <a:off x="5978525" y="2055813"/>
            <a:ext cx="0" cy="2159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09" name="Line 21"/>
          <p:cNvSpPr>
            <a:spLocks noChangeShapeType="1"/>
          </p:cNvSpPr>
          <p:nvPr/>
        </p:nvSpPr>
        <p:spPr bwMode="auto">
          <a:xfrm>
            <a:off x="6049963" y="2774950"/>
            <a:ext cx="0" cy="7207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10" name="Line 22"/>
          <p:cNvSpPr>
            <a:spLocks noChangeShapeType="1"/>
          </p:cNvSpPr>
          <p:nvPr/>
        </p:nvSpPr>
        <p:spPr bwMode="auto">
          <a:xfrm flipH="1">
            <a:off x="4681538" y="3135313"/>
            <a:ext cx="13684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11" name="Line 23"/>
          <p:cNvSpPr>
            <a:spLocks noChangeShapeType="1"/>
          </p:cNvSpPr>
          <p:nvPr/>
        </p:nvSpPr>
        <p:spPr bwMode="auto">
          <a:xfrm>
            <a:off x="4681538" y="3135313"/>
            <a:ext cx="0" cy="3603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12" name="Line 24"/>
          <p:cNvSpPr>
            <a:spLocks noChangeShapeType="1"/>
          </p:cNvSpPr>
          <p:nvPr/>
        </p:nvSpPr>
        <p:spPr bwMode="auto">
          <a:xfrm>
            <a:off x="6121400" y="4114800"/>
            <a:ext cx="0" cy="2889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13" name="Line 25"/>
          <p:cNvSpPr>
            <a:spLocks noChangeShapeType="1"/>
          </p:cNvSpPr>
          <p:nvPr/>
        </p:nvSpPr>
        <p:spPr bwMode="auto">
          <a:xfrm>
            <a:off x="3097213" y="4403725"/>
            <a:ext cx="417671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14" name="Line 26"/>
          <p:cNvSpPr>
            <a:spLocks noChangeShapeType="1"/>
          </p:cNvSpPr>
          <p:nvPr/>
        </p:nvSpPr>
        <p:spPr bwMode="auto">
          <a:xfrm flipH="1">
            <a:off x="3086100" y="4403725"/>
            <a:ext cx="4763" cy="355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15" name="Line 27"/>
          <p:cNvSpPr>
            <a:spLocks noChangeShapeType="1"/>
          </p:cNvSpPr>
          <p:nvPr/>
        </p:nvSpPr>
        <p:spPr bwMode="auto">
          <a:xfrm>
            <a:off x="4394200" y="4403725"/>
            <a:ext cx="0" cy="3603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16" name="Line 28"/>
          <p:cNvSpPr>
            <a:spLocks noChangeShapeType="1"/>
          </p:cNvSpPr>
          <p:nvPr/>
        </p:nvSpPr>
        <p:spPr bwMode="auto">
          <a:xfrm>
            <a:off x="7273925" y="4403725"/>
            <a:ext cx="0" cy="3603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17" name="Line 31"/>
          <p:cNvSpPr>
            <a:spLocks noChangeShapeType="1"/>
          </p:cNvSpPr>
          <p:nvPr/>
        </p:nvSpPr>
        <p:spPr bwMode="auto">
          <a:xfrm>
            <a:off x="5761038" y="4403725"/>
            <a:ext cx="0" cy="3603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18" name="AutoShape 32"/>
          <p:cNvSpPr>
            <a:spLocks noChangeArrowheads="1"/>
          </p:cNvSpPr>
          <p:nvPr/>
        </p:nvSpPr>
        <p:spPr bwMode="auto">
          <a:xfrm>
            <a:off x="7092950" y="2101850"/>
            <a:ext cx="527050" cy="1897063"/>
          </a:xfrm>
          <a:prstGeom prst="upArrow">
            <a:avLst>
              <a:gd name="adj1" fmla="val 50000"/>
              <a:gd name="adj2" fmla="val 89985"/>
            </a:avLst>
          </a:prstGeom>
          <a:solidFill>
            <a:srgbClr val="0066FF"/>
          </a:solidFill>
          <a:ln w="9525">
            <a:solidFill>
              <a:schemeClr val="tx1"/>
            </a:solidFill>
            <a:miter lim="800000"/>
            <a:headEnd/>
            <a:tailEnd/>
          </a:ln>
        </p:spPr>
        <p:txBody>
          <a:bodyPr wrap="none" anchor="ctr"/>
          <a:lstStyle/>
          <a:p>
            <a:pPr algn="ctr"/>
            <a:endParaRPr lang="ja-JP" altLang="ja-JP" sz="1100">
              <a:latin typeface="ＭＳ Ｐゴシック" pitchFamily="50" charset="-128"/>
            </a:endParaRPr>
          </a:p>
        </p:txBody>
      </p:sp>
      <p:sp>
        <p:nvSpPr>
          <p:cNvPr id="55319" name="AutoShape 33"/>
          <p:cNvSpPr>
            <a:spLocks noChangeArrowheads="1"/>
          </p:cNvSpPr>
          <p:nvPr/>
        </p:nvSpPr>
        <p:spPr bwMode="auto">
          <a:xfrm>
            <a:off x="7620000" y="2851150"/>
            <a:ext cx="1066800" cy="806450"/>
          </a:xfrm>
          <a:prstGeom prst="roundRect">
            <a:avLst>
              <a:gd name="adj" fmla="val 16667"/>
            </a:avLst>
          </a:prstGeom>
          <a:solidFill>
            <a:srgbClr val="FFCCFF"/>
          </a:solidFill>
          <a:ln w="9525">
            <a:solidFill>
              <a:schemeClr val="tx1"/>
            </a:solidFill>
            <a:round/>
            <a:headEnd/>
            <a:tailEnd/>
          </a:ln>
        </p:spPr>
        <p:txBody>
          <a:bodyPr wrap="none" anchor="ctr"/>
          <a:lstStyle/>
          <a:p>
            <a:pPr algn="ctr">
              <a:lnSpc>
                <a:spcPct val="130000"/>
              </a:lnSpc>
            </a:pPr>
            <a:r>
              <a:rPr lang="en-US" altLang="ja-JP" b="1"/>
              <a:t>100</a:t>
            </a:r>
            <a:r>
              <a:rPr lang="ja-JP" altLang="en-US" b="1"/>
              <a:t>％ </a:t>
            </a:r>
            <a:br>
              <a:rPr lang="ja-JP" altLang="en-US" b="1"/>
            </a:br>
            <a:r>
              <a:rPr lang="en-US" altLang="ja-JP" b="1"/>
              <a:t>Rule</a:t>
            </a:r>
          </a:p>
        </p:txBody>
      </p:sp>
      <p:sp>
        <p:nvSpPr>
          <p:cNvPr id="55320" name="Oval 34"/>
          <p:cNvSpPr>
            <a:spLocks noChangeArrowheads="1"/>
          </p:cNvSpPr>
          <p:nvPr/>
        </p:nvSpPr>
        <p:spPr bwMode="auto">
          <a:xfrm>
            <a:off x="2057400" y="4451350"/>
            <a:ext cx="6400800" cy="1119188"/>
          </a:xfrm>
          <a:prstGeom prst="ellipse">
            <a:avLst/>
          </a:prstGeom>
          <a:noFill/>
          <a:ln w="2857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ja-JP" altLang="en-US"/>
          </a:p>
        </p:txBody>
      </p:sp>
      <p:sp>
        <p:nvSpPr>
          <p:cNvPr id="55321" name="Text Box 35"/>
          <p:cNvSpPr txBox="1">
            <a:spLocks noChangeArrowheads="1"/>
          </p:cNvSpPr>
          <p:nvPr/>
        </p:nvSpPr>
        <p:spPr bwMode="auto">
          <a:xfrm>
            <a:off x="6934200" y="5474494"/>
            <a:ext cx="18621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algn="ctr" eaLnBrk="1" hangingPunct="1"/>
            <a:r>
              <a:rPr lang="en-US" altLang="ja-JP" sz="1600" b="1">
                <a:latin typeface="ＭＳ Ｐゴシック" pitchFamily="50" charset="-128"/>
              </a:rPr>
              <a:t>Work Package (WP)</a:t>
            </a:r>
          </a:p>
        </p:txBody>
      </p:sp>
      <p:sp>
        <p:nvSpPr>
          <p:cNvPr id="55322" name="Rectangle 36"/>
          <p:cNvSpPr>
            <a:spLocks noChangeArrowheads="1"/>
          </p:cNvSpPr>
          <p:nvPr/>
        </p:nvSpPr>
        <p:spPr bwMode="auto">
          <a:xfrm>
            <a:off x="4038600" y="2270125"/>
            <a:ext cx="1220788" cy="503238"/>
          </a:xfrm>
          <a:prstGeom prst="rect">
            <a:avLst/>
          </a:prstGeom>
          <a:solidFill>
            <a:srgbClr val="FFFF99"/>
          </a:solidFill>
          <a:ln w="9525">
            <a:solidFill>
              <a:schemeClr val="tx1"/>
            </a:solidFill>
            <a:miter lim="800000"/>
            <a:headEnd/>
            <a:tailEnd/>
          </a:ln>
        </p:spPr>
        <p:txBody>
          <a:bodyPr wrap="none" anchor="ctr"/>
          <a:lstStyle/>
          <a:p>
            <a:pPr algn="ctr"/>
            <a:r>
              <a:rPr lang="en-US" altLang="ja-JP" sz="1600" b="1">
                <a:latin typeface="ＭＳ Ｐゴシック" pitchFamily="50" charset="-128"/>
              </a:rPr>
              <a:t>   System </a:t>
            </a:r>
            <a:br>
              <a:rPr lang="en-US" altLang="ja-JP" sz="1600" b="1">
                <a:latin typeface="ＭＳ Ｐゴシック" pitchFamily="50" charset="-128"/>
              </a:rPr>
            </a:br>
            <a:r>
              <a:rPr lang="en-US" altLang="ja-JP" sz="1600" b="1">
                <a:latin typeface="ＭＳ Ｐゴシック" pitchFamily="50" charset="-128"/>
              </a:rPr>
              <a:t> Transfer</a:t>
            </a:r>
          </a:p>
        </p:txBody>
      </p:sp>
      <p:sp>
        <p:nvSpPr>
          <p:cNvPr id="55323" name="Rectangle 37"/>
          <p:cNvSpPr>
            <a:spLocks noChangeArrowheads="1"/>
          </p:cNvSpPr>
          <p:nvPr/>
        </p:nvSpPr>
        <p:spPr bwMode="auto">
          <a:xfrm>
            <a:off x="5521325" y="2270125"/>
            <a:ext cx="1412875" cy="503238"/>
          </a:xfrm>
          <a:prstGeom prst="rect">
            <a:avLst/>
          </a:prstGeom>
          <a:solidFill>
            <a:srgbClr val="FFFF99"/>
          </a:solidFill>
          <a:ln w="9525">
            <a:solidFill>
              <a:schemeClr val="tx1"/>
            </a:solidFill>
            <a:miter lim="800000"/>
            <a:headEnd/>
            <a:tailEnd/>
          </a:ln>
        </p:spPr>
        <p:txBody>
          <a:bodyPr wrap="none" anchor="ctr"/>
          <a:lstStyle/>
          <a:p>
            <a:pPr algn="r"/>
            <a:r>
              <a:rPr lang="en-US" altLang="ja-JP" sz="1600" b="1">
                <a:latin typeface="ＭＳ Ｐゴシック" pitchFamily="50" charset="-128"/>
              </a:rPr>
              <a:t>Development</a:t>
            </a:r>
          </a:p>
        </p:txBody>
      </p:sp>
      <p:sp>
        <p:nvSpPr>
          <p:cNvPr id="55324" name="Rectangle 38"/>
          <p:cNvSpPr>
            <a:spLocks noChangeArrowheads="1"/>
          </p:cNvSpPr>
          <p:nvPr/>
        </p:nvSpPr>
        <p:spPr bwMode="auto">
          <a:xfrm>
            <a:off x="5427663" y="3494088"/>
            <a:ext cx="1416050" cy="619125"/>
          </a:xfrm>
          <a:prstGeom prst="rect">
            <a:avLst/>
          </a:prstGeom>
          <a:solidFill>
            <a:srgbClr val="FFFF99"/>
          </a:solidFill>
          <a:ln w="9525">
            <a:solidFill>
              <a:schemeClr val="tx1"/>
            </a:solidFill>
            <a:miter lim="800000"/>
            <a:headEnd/>
            <a:tailEnd/>
          </a:ln>
        </p:spPr>
        <p:txBody>
          <a:bodyPr wrap="none" anchor="ctr"/>
          <a:lstStyle/>
          <a:p>
            <a:pPr algn="ctr"/>
            <a:r>
              <a:rPr lang="en-US" altLang="ja-JP" sz="1600" b="1">
                <a:latin typeface="ＭＳ Ｐゴシック" pitchFamily="50" charset="-128"/>
              </a:rPr>
              <a:t>Sub-System2</a:t>
            </a:r>
          </a:p>
        </p:txBody>
      </p:sp>
      <p:sp>
        <p:nvSpPr>
          <p:cNvPr id="55326" name="Text Box 39"/>
          <p:cNvSpPr txBox="1">
            <a:spLocks noChangeArrowheads="1"/>
          </p:cNvSpPr>
          <p:nvPr/>
        </p:nvSpPr>
        <p:spPr bwMode="auto">
          <a:xfrm>
            <a:off x="3762375" y="1143000"/>
            <a:ext cx="282575" cy="304800"/>
          </a:xfrm>
          <a:prstGeom prst="rect">
            <a:avLst/>
          </a:prstGeom>
          <a:noFill/>
          <a:ln>
            <a:noFill/>
          </a:ln>
          <a:effectLst>
            <a:prstShdw prst="shdw13" dist="53882" dir="13500000">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r>
              <a:rPr lang="en-US" altLang="ja-JP" sz="1400" b="1"/>
              <a:t>0</a:t>
            </a:r>
          </a:p>
        </p:txBody>
      </p:sp>
      <p:sp>
        <p:nvSpPr>
          <p:cNvPr id="55327" name="Text Box 40"/>
          <p:cNvSpPr txBox="1">
            <a:spLocks noChangeArrowheads="1"/>
          </p:cNvSpPr>
          <p:nvPr/>
        </p:nvSpPr>
        <p:spPr bwMode="auto">
          <a:xfrm>
            <a:off x="2689225" y="2209800"/>
            <a:ext cx="282575" cy="304800"/>
          </a:xfrm>
          <a:prstGeom prst="rect">
            <a:avLst/>
          </a:prstGeom>
          <a:noFill/>
          <a:ln>
            <a:noFill/>
          </a:ln>
          <a:effectLst>
            <a:prstShdw prst="shdw13" dist="53882" dir="13500000">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r>
              <a:rPr lang="en-US" altLang="ja-JP" sz="1400" b="1"/>
              <a:t>1</a:t>
            </a:r>
          </a:p>
        </p:txBody>
      </p:sp>
      <p:sp>
        <p:nvSpPr>
          <p:cNvPr id="55328" name="Text Box 41"/>
          <p:cNvSpPr txBox="1">
            <a:spLocks noChangeArrowheads="1"/>
          </p:cNvSpPr>
          <p:nvPr/>
        </p:nvSpPr>
        <p:spPr bwMode="auto">
          <a:xfrm>
            <a:off x="4038600" y="2209800"/>
            <a:ext cx="282575" cy="304800"/>
          </a:xfrm>
          <a:prstGeom prst="rect">
            <a:avLst/>
          </a:prstGeom>
          <a:noFill/>
          <a:ln>
            <a:noFill/>
          </a:ln>
          <a:effectLst>
            <a:prstShdw prst="shdw13" dist="53882" dir="13500000">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r>
              <a:rPr lang="en-US" altLang="ja-JP" sz="1400" b="1"/>
              <a:t>2</a:t>
            </a:r>
          </a:p>
        </p:txBody>
      </p:sp>
      <p:sp>
        <p:nvSpPr>
          <p:cNvPr id="55329" name="Text Box 42"/>
          <p:cNvSpPr txBox="1">
            <a:spLocks noChangeArrowheads="1"/>
          </p:cNvSpPr>
          <p:nvPr/>
        </p:nvSpPr>
        <p:spPr bwMode="auto">
          <a:xfrm>
            <a:off x="5486400" y="2209800"/>
            <a:ext cx="282575" cy="304800"/>
          </a:xfrm>
          <a:prstGeom prst="rect">
            <a:avLst/>
          </a:prstGeom>
          <a:noFill/>
          <a:ln>
            <a:noFill/>
          </a:ln>
          <a:effectLst>
            <a:prstShdw prst="shdw13" dist="53882" dir="13500000">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r>
              <a:rPr lang="en-US" altLang="ja-JP" sz="1400" b="1"/>
              <a:t>3</a:t>
            </a:r>
          </a:p>
        </p:txBody>
      </p:sp>
      <p:sp>
        <p:nvSpPr>
          <p:cNvPr id="55330" name="Text Box 43"/>
          <p:cNvSpPr txBox="1">
            <a:spLocks noChangeArrowheads="1"/>
          </p:cNvSpPr>
          <p:nvPr/>
        </p:nvSpPr>
        <p:spPr bwMode="auto">
          <a:xfrm>
            <a:off x="3886200" y="3429000"/>
            <a:ext cx="561975" cy="304800"/>
          </a:xfrm>
          <a:prstGeom prst="rect">
            <a:avLst/>
          </a:prstGeom>
          <a:noFill/>
          <a:ln>
            <a:noFill/>
          </a:ln>
          <a:effectLst>
            <a:prstShdw prst="shdw13" dist="53882" dir="13500000">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r>
              <a:rPr lang="en-US" altLang="ja-JP" sz="1400" b="1"/>
              <a:t>3.1</a:t>
            </a:r>
          </a:p>
        </p:txBody>
      </p:sp>
      <p:sp>
        <p:nvSpPr>
          <p:cNvPr id="55331" name="Text Box 44"/>
          <p:cNvSpPr txBox="1">
            <a:spLocks noChangeArrowheads="1"/>
          </p:cNvSpPr>
          <p:nvPr/>
        </p:nvSpPr>
        <p:spPr bwMode="auto">
          <a:xfrm>
            <a:off x="5410200" y="3429000"/>
            <a:ext cx="561975" cy="304800"/>
          </a:xfrm>
          <a:prstGeom prst="rect">
            <a:avLst/>
          </a:prstGeom>
          <a:noFill/>
          <a:ln>
            <a:noFill/>
          </a:ln>
          <a:effectLst>
            <a:prstShdw prst="shdw13" dist="53882" dir="13500000">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r>
              <a:rPr lang="en-US" altLang="ja-JP" sz="1400" b="1"/>
              <a:t>3.2</a:t>
            </a:r>
          </a:p>
        </p:txBody>
      </p:sp>
      <p:sp>
        <p:nvSpPr>
          <p:cNvPr id="55332" name="Rectangle 8"/>
          <p:cNvSpPr>
            <a:spLocks noChangeArrowheads="1"/>
          </p:cNvSpPr>
          <p:nvPr/>
        </p:nvSpPr>
        <p:spPr bwMode="auto">
          <a:xfrm>
            <a:off x="6843713" y="4648200"/>
            <a:ext cx="719137" cy="685800"/>
          </a:xfrm>
          <a:prstGeom prst="rect">
            <a:avLst/>
          </a:prstGeom>
          <a:solidFill>
            <a:srgbClr val="FFFF99"/>
          </a:solidFill>
          <a:ln w="9525">
            <a:solidFill>
              <a:schemeClr val="tx1"/>
            </a:solidFill>
            <a:miter lim="800000"/>
            <a:headEnd/>
            <a:tailEnd/>
          </a:ln>
        </p:spPr>
        <p:txBody>
          <a:bodyPr wrap="none" anchor="ctr"/>
          <a:lstStyle/>
          <a:p>
            <a:pPr algn="ctr"/>
            <a:r>
              <a:rPr lang="en-US" altLang="ja-JP" sz="1600" b="1">
                <a:latin typeface="ＭＳ Ｐゴシック" pitchFamily="50" charset="-128"/>
              </a:rPr>
              <a:t>Test</a:t>
            </a:r>
          </a:p>
        </p:txBody>
      </p:sp>
      <p:sp>
        <p:nvSpPr>
          <p:cNvPr id="55333" name="Rectangle 9"/>
          <p:cNvSpPr>
            <a:spLocks noChangeArrowheads="1"/>
          </p:cNvSpPr>
          <p:nvPr/>
        </p:nvSpPr>
        <p:spPr bwMode="auto">
          <a:xfrm>
            <a:off x="5187950" y="4648200"/>
            <a:ext cx="1470025" cy="685800"/>
          </a:xfrm>
          <a:prstGeom prst="rect">
            <a:avLst/>
          </a:prstGeom>
          <a:solidFill>
            <a:srgbClr val="FFFF99"/>
          </a:solidFill>
          <a:ln w="9525">
            <a:solidFill>
              <a:schemeClr val="tx1"/>
            </a:solidFill>
            <a:miter lim="800000"/>
            <a:headEnd/>
            <a:tailEnd/>
          </a:ln>
        </p:spPr>
        <p:txBody>
          <a:bodyPr wrap="none" anchor="ctr"/>
          <a:lstStyle/>
          <a:p>
            <a:pPr algn="ctr"/>
            <a:r>
              <a:rPr lang="en-US" altLang="ja-JP" sz="1600" b="1">
                <a:latin typeface="ＭＳ Ｐゴシック" pitchFamily="50" charset="-128"/>
              </a:rPr>
              <a:t>Programming</a:t>
            </a:r>
          </a:p>
        </p:txBody>
      </p:sp>
      <p:sp>
        <p:nvSpPr>
          <p:cNvPr id="55334" name="Rectangle 10"/>
          <p:cNvSpPr>
            <a:spLocks noChangeArrowheads="1"/>
          </p:cNvSpPr>
          <p:nvPr/>
        </p:nvSpPr>
        <p:spPr bwMode="auto">
          <a:xfrm>
            <a:off x="3675063" y="4648200"/>
            <a:ext cx="1230312" cy="685800"/>
          </a:xfrm>
          <a:prstGeom prst="rect">
            <a:avLst/>
          </a:prstGeom>
          <a:solidFill>
            <a:srgbClr val="FFFF99"/>
          </a:solidFill>
          <a:ln w="9525">
            <a:solidFill>
              <a:schemeClr val="tx1"/>
            </a:solidFill>
            <a:miter lim="800000"/>
            <a:headEnd/>
            <a:tailEnd/>
          </a:ln>
        </p:spPr>
        <p:txBody>
          <a:bodyPr wrap="none" anchor="ctr"/>
          <a:lstStyle/>
          <a:p>
            <a:pPr algn="ctr"/>
            <a:r>
              <a:rPr lang="en-US" altLang="ja-JP" sz="1600" b="1">
                <a:latin typeface="ＭＳ Ｐゴシック" pitchFamily="50" charset="-128"/>
              </a:rPr>
              <a:t>Review</a:t>
            </a:r>
          </a:p>
        </p:txBody>
      </p:sp>
      <p:sp>
        <p:nvSpPr>
          <p:cNvPr id="55335" name="Rectangle 16"/>
          <p:cNvSpPr>
            <a:spLocks noChangeArrowheads="1"/>
          </p:cNvSpPr>
          <p:nvPr/>
        </p:nvSpPr>
        <p:spPr bwMode="auto">
          <a:xfrm>
            <a:off x="2619375" y="4648200"/>
            <a:ext cx="839788" cy="685800"/>
          </a:xfrm>
          <a:prstGeom prst="rect">
            <a:avLst/>
          </a:prstGeom>
          <a:solidFill>
            <a:srgbClr val="FFFF99"/>
          </a:solidFill>
          <a:ln w="9525">
            <a:solidFill>
              <a:schemeClr val="tx1"/>
            </a:solidFill>
            <a:miter lim="800000"/>
            <a:headEnd/>
            <a:tailEnd/>
          </a:ln>
        </p:spPr>
        <p:txBody>
          <a:bodyPr wrap="none" anchor="ctr"/>
          <a:lstStyle/>
          <a:p>
            <a:pPr algn="ctr"/>
            <a:r>
              <a:rPr lang="en-US" altLang="ja-JP" sz="1600" b="1">
                <a:latin typeface="ＭＳ Ｐゴシック" pitchFamily="50" charset="-128"/>
              </a:rPr>
              <a:t>Design</a:t>
            </a:r>
          </a:p>
        </p:txBody>
      </p:sp>
      <p:sp>
        <p:nvSpPr>
          <p:cNvPr id="55336" name="Text Box 48"/>
          <p:cNvSpPr txBox="1">
            <a:spLocks noChangeArrowheads="1"/>
          </p:cNvSpPr>
          <p:nvPr/>
        </p:nvSpPr>
        <p:spPr bwMode="auto">
          <a:xfrm>
            <a:off x="6829425" y="4648200"/>
            <a:ext cx="714375" cy="304800"/>
          </a:xfrm>
          <a:prstGeom prst="rect">
            <a:avLst/>
          </a:prstGeom>
          <a:noFill/>
          <a:ln>
            <a:noFill/>
          </a:ln>
          <a:effectLst>
            <a:prstShdw prst="shdw13" dist="53882" dir="13500000">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r>
              <a:rPr lang="en-US" altLang="ja-JP" sz="1400" b="1">
                <a:solidFill>
                  <a:schemeClr val="accent2"/>
                </a:solidFill>
              </a:rPr>
              <a:t>3.2.4</a:t>
            </a:r>
          </a:p>
        </p:txBody>
      </p:sp>
      <p:sp>
        <p:nvSpPr>
          <p:cNvPr id="55337" name="Text Box 45"/>
          <p:cNvSpPr txBox="1">
            <a:spLocks noChangeArrowheads="1"/>
          </p:cNvSpPr>
          <p:nvPr/>
        </p:nvSpPr>
        <p:spPr bwMode="auto">
          <a:xfrm>
            <a:off x="2590800" y="4648200"/>
            <a:ext cx="714375" cy="304800"/>
          </a:xfrm>
          <a:prstGeom prst="rect">
            <a:avLst/>
          </a:prstGeom>
          <a:noFill/>
          <a:ln>
            <a:noFill/>
          </a:ln>
          <a:effectLst>
            <a:prstShdw prst="shdw13" dist="53882" dir="13500000">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r>
              <a:rPr lang="en-US" altLang="ja-JP" sz="1400" b="1"/>
              <a:t>3.2.1</a:t>
            </a:r>
          </a:p>
        </p:txBody>
      </p:sp>
      <p:sp>
        <p:nvSpPr>
          <p:cNvPr id="55338" name="Text Box 46"/>
          <p:cNvSpPr txBox="1">
            <a:spLocks noChangeArrowheads="1"/>
          </p:cNvSpPr>
          <p:nvPr/>
        </p:nvSpPr>
        <p:spPr bwMode="auto">
          <a:xfrm>
            <a:off x="3609975" y="4648200"/>
            <a:ext cx="714375" cy="304800"/>
          </a:xfrm>
          <a:prstGeom prst="rect">
            <a:avLst/>
          </a:prstGeom>
          <a:noFill/>
          <a:ln>
            <a:noFill/>
          </a:ln>
          <a:effectLst>
            <a:prstShdw prst="shdw13" dist="53882" dir="13500000">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r>
              <a:rPr lang="en-US" altLang="ja-JP" sz="1400" b="1"/>
              <a:t>3.2.2</a:t>
            </a:r>
          </a:p>
        </p:txBody>
      </p:sp>
      <p:sp>
        <p:nvSpPr>
          <p:cNvPr id="55339" name="Text Box 47"/>
          <p:cNvSpPr txBox="1">
            <a:spLocks noChangeArrowheads="1"/>
          </p:cNvSpPr>
          <p:nvPr/>
        </p:nvSpPr>
        <p:spPr bwMode="auto">
          <a:xfrm>
            <a:off x="5181600" y="4648200"/>
            <a:ext cx="714375" cy="304800"/>
          </a:xfrm>
          <a:prstGeom prst="rect">
            <a:avLst/>
          </a:prstGeom>
          <a:noFill/>
          <a:ln>
            <a:noFill/>
          </a:ln>
          <a:effectLst>
            <a:prstShdw prst="shdw13" dist="53882" dir="13500000">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r>
              <a:rPr lang="en-US" altLang="ja-JP" sz="1400" b="1"/>
              <a:t>3.2.3</a:t>
            </a:r>
          </a:p>
        </p:txBody>
      </p:sp>
      <p:sp>
        <p:nvSpPr>
          <p:cNvPr id="55340" name="AutoShape 4"/>
          <p:cNvSpPr>
            <a:spLocks noChangeArrowheads="1"/>
          </p:cNvSpPr>
          <p:nvPr/>
        </p:nvSpPr>
        <p:spPr bwMode="auto">
          <a:xfrm>
            <a:off x="2009775" y="2863850"/>
            <a:ext cx="1884363" cy="566738"/>
          </a:xfrm>
          <a:prstGeom prst="wedgeRoundRectCallout">
            <a:avLst>
              <a:gd name="adj1" fmla="val 110657"/>
              <a:gd name="adj2" fmla="val 31231"/>
              <a:gd name="adj3" fmla="val 16667"/>
            </a:avLst>
          </a:prstGeom>
          <a:solidFill>
            <a:srgbClr val="FFFF00"/>
          </a:solidFill>
          <a:ln w="9525">
            <a:solidFill>
              <a:schemeClr val="tx1"/>
            </a:solidFill>
            <a:miter lim="800000"/>
            <a:headEnd/>
            <a:tailEnd/>
          </a:ln>
        </p:spPr>
        <p:txBody>
          <a:bodyPr anchor="ctr"/>
          <a:lstStyle/>
          <a:p>
            <a:pPr algn="ctr"/>
            <a:r>
              <a:rPr lang="en-US" altLang="ja-JP" sz="2000">
                <a:latin typeface="ＭＳ Ｐゴシック" pitchFamily="50" charset="-128"/>
              </a:rPr>
              <a:t>Decomposition</a:t>
            </a:r>
          </a:p>
        </p:txBody>
      </p:sp>
      <p:sp>
        <p:nvSpPr>
          <p:cNvPr id="55341" name="AutoShape 29"/>
          <p:cNvSpPr>
            <a:spLocks noChangeArrowheads="1"/>
          </p:cNvSpPr>
          <p:nvPr/>
        </p:nvSpPr>
        <p:spPr bwMode="auto">
          <a:xfrm rot="19762777" flipH="1">
            <a:off x="5256213" y="2919413"/>
            <a:ext cx="649287" cy="50482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 name="T18" fmla="*/ 3169 w 21600"/>
              <a:gd name="T19" fmla="*/ 3192 h 21600"/>
              <a:gd name="T20" fmla="*/ 18431 w 21600"/>
              <a:gd name="T21" fmla="*/ 18408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rgbClr val="FFFF00"/>
          </a:solidFill>
          <a:ln w="9525">
            <a:solidFill>
              <a:schemeClr val="tx1"/>
            </a:solidFill>
            <a:miter lim="800000"/>
            <a:headEnd/>
            <a:tailEnd/>
          </a:ln>
        </p:spPr>
        <p:txBody>
          <a:bodyPr wrap="none" anchor="ctr"/>
          <a:lstStyle/>
          <a:p>
            <a:endParaRPr lang="en-US"/>
          </a:p>
        </p:txBody>
      </p:sp>
      <p:sp>
        <p:nvSpPr>
          <p:cNvPr id="55342" name="AutoShape 30"/>
          <p:cNvSpPr>
            <a:spLocks noChangeArrowheads="1"/>
          </p:cNvSpPr>
          <p:nvPr/>
        </p:nvSpPr>
        <p:spPr bwMode="auto">
          <a:xfrm rot="19762777" flipH="1">
            <a:off x="5113338" y="4186238"/>
            <a:ext cx="649287" cy="50482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 name="T18" fmla="*/ 3169 w 21600"/>
              <a:gd name="T19" fmla="*/ 3192 h 21600"/>
              <a:gd name="T20" fmla="*/ 18431 w 21600"/>
              <a:gd name="T21" fmla="*/ 18408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rgbClr val="FFFF00"/>
          </a:solidFill>
          <a:ln w="9525">
            <a:solidFill>
              <a:schemeClr val="tx1"/>
            </a:solidFill>
            <a:miter lim="800000"/>
            <a:headEnd/>
            <a:tailEnd/>
          </a:ln>
        </p:spPr>
        <p:txBody>
          <a:bodyPr wrap="none" anchor="ctr"/>
          <a:lstStyle/>
          <a:p>
            <a:endParaRPr lang="en-US"/>
          </a:p>
        </p:txBody>
      </p:sp>
      <p:sp>
        <p:nvSpPr>
          <p:cNvPr id="4" name="Slide Number Placeholder 3">
            <a:extLst>
              <a:ext uri="{FF2B5EF4-FFF2-40B4-BE49-F238E27FC236}">
                <a16:creationId xmlns:a16="http://schemas.microsoft.com/office/drawing/2014/main" xmlns="" id="{51746CB0-8DE2-4941-AFCD-DAF2F04FF9E6}"/>
              </a:ext>
            </a:extLst>
          </p:cNvPr>
          <p:cNvSpPr>
            <a:spLocks noGrp="1"/>
          </p:cNvSpPr>
          <p:nvPr>
            <p:ph type="sldNum" sz="quarter" idx="12"/>
          </p:nvPr>
        </p:nvSpPr>
        <p:spPr/>
        <p:txBody>
          <a:bodyPr/>
          <a:lstStyle/>
          <a:p>
            <a:fld id="{9EA0BE3B-158A-4EDF-80DC-E394A0D1600F}" type="slidenum">
              <a:rPr lang="en-US" smtClean="0"/>
              <a:pPr/>
              <a:t>26</a:t>
            </a:fld>
            <a:endParaRPr lang="en-US" dirty="0"/>
          </a:p>
        </p:txBody>
      </p:sp>
      <p:sp>
        <p:nvSpPr>
          <p:cNvPr id="2" name="Title 1">
            <a:extLst>
              <a:ext uri="{FF2B5EF4-FFF2-40B4-BE49-F238E27FC236}">
                <a16:creationId xmlns:a16="http://schemas.microsoft.com/office/drawing/2014/main" xmlns="" id="{0F8DC16D-EC0B-4B15-8751-A26289A931A7}"/>
              </a:ext>
            </a:extLst>
          </p:cNvPr>
          <p:cNvSpPr>
            <a:spLocks noGrp="1"/>
          </p:cNvSpPr>
          <p:nvPr>
            <p:ph type="title"/>
          </p:nvPr>
        </p:nvSpPr>
        <p:spPr/>
        <p:txBody>
          <a:bodyPr/>
          <a:lstStyle/>
          <a:p>
            <a:r>
              <a:rPr lang="en-US" altLang="ja-JP" dirty="0" err="1" smtClean="0"/>
              <a:t>Ví</a:t>
            </a:r>
            <a:r>
              <a:rPr lang="en-US" altLang="ja-JP" dirty="0" smtClean="0"/>
              <a:t> </a:t>
            </a:r>
            <a:r>
              <a:rPr lang="en-US" altLang="ja-JP" dirty="0" err="1" smtClean="0"/>
              <a:t>dụ</a:t>
            </a:r>
            <a:r>
              <a:rPr lang="en-US" altLang="ja-JP" dirty="0" smtClean="0"/>
              <a:t>: </a:t>
            </a:r>
            <a:r>
              <a:rPr lang="en-US" altLang="ja-JP" sz="2800" dirty="0" err="1" smtClean="0"/>
              <a:t>Tạo</a:t>
            </a:r>
            <a:r>
              <a:rPr lang="en-US" altLang="ja-JP" sz="2800" dirty="0" smtClean="0"/>
              <a:t> WBS (1)</a:t>
            </a: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3"/>
          <p:cNvSpPr>
            <a:spLocks noChangeArrowheads="1"/>
          </p:cNvSpPr>
          <p:nvPr/>
        </p:nvSpPr>
        <p:spPr bwMode="auto">
          <a:xfrm>
            <a:off x="2465388" y="1971675"/>
            <a:ext cx="1528762" cy="647700"/>
          </a:xfrm>
          <a:prstGeom prst="rect">
            <a:avLst/>
          </a:prstGeom>
          <a:solidFill>
            <a:srgbClr val="FFFF99"/>
          </a:solidFill>
          <a:ln w="9525">
            <a:solidFill>
              <a:schemeClr val="tx1"/>
            </a:solidFill>
            <a:miter lim="800000"/>
            <a:headEnd/>
            <a:tailEnd/>
          </a:ln>
        </p:spPr>
        <p:txBody>
          <a:bodyPr wrap="none" anchor="ctr"/>
          <a:lstStyle/>
          <a:p>
            <a:pPr algn="ctr"/>
            <a:r>
              <a:rPr lang="en-US" altLang="ja-JP" sz="1600" b="1">
                <a:latin typeface="ＭＳ Ｐゴシック" pitchFamily="50" charset="-128"/>
              </a:rPr>
              <a:t>New System</a:t>
            </a:r>
          </a:p>
        </p:txBody>
      </p:sp>
      <p:sp>
        <p:nvSpPr>
          <p:cNvPr id="56323" name="Rectangle 4"/>
          <p:cNvSpPr>
            <a:spLocks noChangeArrowheads="1"/>
          </p:cNvSpPr>
          <p:nvPr/>
        </p:nvSpPr>
        <p:spPr bwMode="auto">
          <a:xfrm>
            <a:off x="2286000" y="4275138"/>
            <a:ext cx="1520825" cy="601662"/>
          </a:xfrm>
          <a:prstGeom prst="rect">
            <a:avLst/>
          </a:prstGeom>
          <a:solidFill>
            <a:srgbClr val="FFFF99"/>
          </a:solidFill>
          <a:ln w="9525">
            <a:solidFill>
              <a:schemeClr val="tx1"/>
            </a:solidFill>
            <a:miter lim="800000"/>
            <a:headEnd/>
            <a:tailEnd/>
          </a:ln>
        </p:spPr>
        <p:txBody>
          <a:bodyPr wrap="none" anchor="ctr"/>
          <a:lstStyle/>
          <a:p>
            <a:pPr algn="ctr"/>
            <a:r>
              <a:rPr lang="en-US" altLang="ja-JP" sz="1600" b="1">
                <a:latin typeface="ＭＳ Ｐゴシック" pitchFamily="50" charset="-128"/>
              </a:rPr>
              <a:t>Sub-system1</a:t>
            </a:r>
          </a:p>
        </p:txBody>
      </p:sp>
      <p:sp>
        <p:nvSpPr>
          <p:cNvPr id="56324" name="Rectangle 5"/>
          <p:cNvSpPr>
            <a:spLocks noChangeArrowheads="1"/>
          </p:cNvSpPr>
          <p:nvPr/>
        </p:nvSpPr>
        <p:spPr bwMode="auto">
          <a:xfrm>
            <a:off x="5202238" y="5410200"/>
            <a:ext cx="665162" cy="762000"/>
          </a:xfrm>
          <a:prstGeom prst="rect">
            <a:avLst/>
          </a:prstGeom>
          <a:solidFill>
            <a:srgbClr val="FFFF99"/>
          </a:solidFill>
          <a:ln w="9525">
            <a:solidFill>
              <a:schemeClr val="tx1"/>
            </a:solidFill>
            <a:miter lim="800000"/>
            <a:headEnd/>
            <a:tailEnd/>
          </a:ln>
        </p:spPr>
        <p:txBody>
          <a:bodyPr wrap="none" anchor="ctr"/>
          <a:lstStyle/>
          <a:p>
            <a:pPr algn="ctr"/>
            <a:r>
              <a:rPr lang="en-US" altLang="ja-JP" sz="1600" b="1">
                <a:latin typeface="ＭＳ Ｐゴシック" pitchFamily="50" charset="-128"/>
              </a:rPr>
              <a:t>Test</a:t>
            </a:r>
          </a:p>
        </p:txBody>
      </p:sp>
      <p:sp>
        <p:nvSpPr>
          <p:cNvPr id="56325" name="Rectangle 6"/>
          <p:cNvSpPr>
            <a:spLocks noChangeArrowheads="1"/>
          </p:cNvSpPr>
          <p:nvPr/>
        </p:nvSpPr>
        <p:spPr bwMode="auto">
          <a:xfrm>
            <a:off x="3675063" y="5410200"/>
            <a:ext cx="1354137" cy="762000"/>
          </a:xfrm>
          <a:prstGeom prst="rect">
            <a:avLst/>
          </a:prstGeom>
          <a:solidFill>
            <a:srgbClr val="FFFF99"/>
          </a:solidFill>
          <a:ln w="9525">
            <a:solidFill>
              <a:schemeClr val="tx1"/>
            </a:solidFill>
            <a:miter lim="800000"/>
            <a:headEnd/>
            <a:tailEnd/>
          </a:ln>
        </p:spPr>
        <p:txBody>
          <a:bodyPr wrap="none" anchor="ctr"/>
          <a:lstStyle/>
          <a:p>
            <a:pPr algn="ctr"/>
            <a:r>
              <a:rPr lang="en-US" altLang="ja-JP" sz="1600" b="1">
                <a:latin typeface="ＭＳ Ｐゴシック" pitchFamily="50" charset="-128"/>
              </a:rPr>
              <a:t>Programming</a:t>
            </a:r>
          </a:p>
        </p:txBody>
      </p:sp>
      <p:sp>
        <p:nvSpPr>
          <p:cNvPr id="56326" name="Rectangle 7"/>
          <p:cNvSpPr>
            <a:spLocks noChangeArrowheads="1"/>
          </p:cNvSpPr>
          <p:nvPr/>
        </p:nvSpPr>
        <p:spPr bwMode="auto">
          <a:xfrm>
            <a:off x="2133600" y="5410200"/>
            <a:ext cx="1295400" cy="762000"/>
          </a:xfrm>
          <a:prstGeom prst="rect">
            <a:avLst/>
          </a:prstGeom>
          <a:solidFill>
            <a:srgbClr val="FFFF99"/>
          </a:solidFill>
          <a:ln w="9525">
            <a:solidFill>
              <a:schemeClr val="tx1"/>
            </a:solidFill>
            <a:miter lim="800000"/>
            <a:headEnd/>
            <a:tailEnd/>
          </a:ln>
        </p:spPr>
        <p:txBody>
          <a:bodyPr wrap="none" anchor="ctr"/>
          <a:lstStyle/>
          <a:p>
            <a:pPr algn="ctr"/>
            <a:r>
              <a:rPr lang="en-US" altLang="ja-JP" sz="1600" b="1">
                <a:latin typeface="ＭＳ Ｐゴシック" pitchFamily="50" charset="-128"/>
              </a:rPr>
              <a:t>       Test</a:t>
            </a:r>
          </a:p>
          <a:p>
            <a:pPr algn="ctr"/>
            <a:r>
              <a:rPr lang="en-US" altLang="ja-JP" sz="1600" b="1">
                <a:latin typeface="ＭＳ Ｐゴシック" pitchFamily="50" charset="-128"/>
              </a:rPr>
              <a:t>Specification</a:t>
            </a:r>
          </a:p>
        </p:txBody>
      </p:sp>
      <p:sp>
        <p:nvSpPr>
          <p:cNvPr id="56327" name="Line 8"/>
          <p:cNvSpPr>
            <a:spLocks noChangeShapeType="1"/>
          </p:cNvSpPr>
          <p:nvPr/>
        </p:nvSpPr>
        <p:spPr bwMode="auto">
          <a:xfrm>
            <a:off x="3195638" y="2619375"/>
            <a:ext cx="0" cy="431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6328" name="Line 9"/>
          <p:cNvSpPr>
            <a:spLocks noChangeShapeType="1"/>
          </p:cNvSpPr>
          <p:nvPr/>
        </p:nvSpPr>
        <p:spPr bwMode="auto">
          <a:xfrm flipV="1">
            <a:off x="1524000" y="2828925"/>
            <a:ext cx="3124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6329" name="Line 11"/>
          <p:cNvSpPr>
            <a:spLocks noChangeShapeType="1"/>
          </p:cNvSpPr>
          <p:nvPr/>
        </p:nvSpPr>
        <p:spPr bwMode="auto">
          <a:xfrm>
            <a:off x="4648200" y="2835275"/>
            <a:ext cx="0" cy="2159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6330" name="Line 13"/>
          <p:cNvSpPr>
            <a:spLocks noChangeShapeType="1"/>
          </p:cNvSpPr>
          <p:nvPr/>
        </p:nvSpPr>
        <p:spPr bwMode="auto">
          <a:xfrm flipH="1">
            <a:off x="3206750" y="3914775"/>
            <a:ext cx="12827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6331" name="Line 14"/>
          <p:cNvSpPr>
            <a:spLocks noChangeShapeType="1"/>
          </p:cNvSpPr>
          <p:nvPr/>
        </p:nvSpPr>
        <p:spPr bwMode="auto">
          <a:xfrm>
            <a:off x="3206750" y="3914775"/>
            <a:ext cx="0" cy="3603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6332" name="Line 15"/>
          <p:cNvSpPr>
            <a:spLocks noChangeShapeType="1"/>
          </p:cNvSpPr>
          <p:nvPr/>
        </p:nvSpPr>
        <p:spPr bwMode="auto">
          <a:xfrm>
            <a:off x="4535488" y="4778375"/>
            <a:ext cx="0" cy="2889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6333" name="Line 16"/>
          <p:cNvSpPr>
            <a:spLocks noChangeShapeType="1"/>
          </p:cNvSpPr>
          <p:nvPr/>
        </p:nvSpPr>
        <p:spPr bwMode="auto">
          <a:xfrm>
            <a:off x="1525588" y="5067300"/>
            <a:ext cx="407511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6334" name="Line 18"/>
          <p:cNvSpPr>
            <a:spLocks noChangeShapeType="1"/>
          </p:cNvSpPr>
          <p:nvPr/>
        </p:nvSpPr>
        <p:spPr bwMode="auto">
          <a:xfrm>
            <a:off x="2819400" y="5067300"/>
            <a:ext cx="0" cy="3603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6335" name="Line 19"/>
          <p:cNvSpPr>
            <a:spLocks noChangeShapeType="1"/>
          </p:cNvSpPr>
          <p:nvPr/>
        </p:nvSpPr>
        <p:spPr bwMode="auto">
          <a:xfrm>
            <a:off x="5600700" y="5067300"/>
            <a:ext cx="0" cy="3603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6336" name="Line 20"/>
          <p:cNvSpPr>
            <a:spLocks noChangeShapeType="1"/>
          </p:cNvSpPr>
          <p:nvPr/>
        </p:nvSpPr>
        <p:spPr bwMode="auto">
          <a:xfrm>
            <a:off x="4203700" y="5067300"/>
            <a:ext cx="0" cy="3603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6337" name="Rectangle 21"/>
          <p:cNvSpPr>
            <a:spLocks noChangeArrowheads="1"/>
          </p:cNvSpPr>
          <p:nvPr/>
        </p:nvSpPr>
        <p:spPr bwMode="auto">
          <a:xfrm>
            <a:off x="2514600" y="3049588"/>
            <a:ext cx="1371600" cy="503237"/>
          </a:xfrm>
          <a:prstGeom prst="rect">
            <a:avLst/>
          </a:prstGeom>
          <a:solidFill>
            <a:srgbClr val="FFFF99"/>
          </a:solidFill>
          <a:ln w="9525">
            <a:solidFill>
              <a:schemeClr val="tx1"/>
            </a:solidFill>
            <a:miter lim="800000"/>
            <a:headEnd/>
            <a:tailEnd/>
          </a:ln>
        </p:spPr>
        <p:txBody>
          <a:bodyPr wrap="none" anchor="ctr"/>
          <a:lstStyle/>
          <a:p>
            <a:pPr algn="ctr"/>
            <a:r>
              <a:rPr lang="en-US" altLang="ja-JP" sz="1600" b="1">
                <a:latin typeface="ＭＳ Ｐゴシック" pitchFamily="50" charset="-128"/>
              </a:rPr>
              <a:t>Development</a:t>
            </a:r>
          </a:p>
        </p:txBody>
      </p:sp>
      <p:sp>
        <p:nvSpPr>
          <p:cNvPr id="56338" name="Rectangle 22"/>
          <p:cNvSpPr>
            <a:spLocks noChangeArrowheads="1"/>
          </p:cNvSpPr>
          <p:nvPr/>
        </p:nvSpPr>
        <p:spPr bwMode="auto">
          <a:xfrm>
            <a:off x="4060825" y="3049588"/>
            <a:ext cx="1273175" cy="503237"/>
          </a:xfrm>
          <a:prstGeom prst="rect">
            <a:avLst/>
          </a:prstGeom>
          <a:solidFill>
            <a:srgbClr val="FFFF99"/>
          </a:solidFill>
          <a:ln w="9525">
            <a:solidFill>
              <a:schemeClr val="tx1"/>
            </a:solidFill>
            <a:miter lim="800000"/>
            <a:headEnd/>
            <a:tailEnd/>
          </a:ln>
        </p:spPr>
        <p:txBody>
          <a:bodyPr wrap="none" anchor="ctr"/>
          <a:lstStyle/>
          <a:p>
            <a:pPr algn="ctr"/>
            <a:r>
              <a:rPr lang="en-US" altLang="ja-JP" sz="1600" b="1">
                <a:latin typeface="ＭＳ Ｐゴシック" pitchFamily="50" charset="-128"/>
              </a:rPr>
              <a:t>Migration</a:t>
            </a:r>
          </a:p>
        </p:txBody>
      </p:sp>
      <p:sp>
        <p:nvSpPr>
          <p:cNvPr id="56339" name="Rectangle 23"/>
          <p:cNvSpPr>
            <a:spLocks noChangeArrowheads="1"/>
          </p:cNvSpPr>
          <p:nvPr/>
        </p:nvSpPr>
        <p:spPr bwMode="auto">
          <a:xfrm>
            <a:off x="4006850" y="4273550"/>
            <a:ext cx="1327150" cy="603250"/>
          </a:xfrm>
          <a:prstGeom prst="rect">
            <a:avLst/>
          </a:prstGeom>
          <a:solidFill>
            <a:srgbClr val="FFFF99"/>
          </a:solidFill>
          <a:ln w="9525">
            <a:solidFill>
              <a:schemeClr val="tx1"/>
            </a:solidFill>
            <a:miter lim="800000"/>
            <a:headEnd/>
            <a:tailEnd/>
          </a:ln>
        </p:spPr>
        <p:txBody>
          <a:bodyPr wrap="none" anchor="ctr"/>
          <a:lstStyle/>
          <a:p>
            <a:pPr algn="ctr"/>
            <a:r>
              <a:rPr lang="en-US" altLang="ja-JP" sz="1600" b="1">
                <a:latin typeface="ＭＳ Ｐゴシック" pitchFamily="50" charset="-128"/>
              </a:rPr>
              <a:t>Sub-system2</a:t>
            </a:r>
          </a:p>
        </p:txBody>
      </p:sp>
      <p:sp>
        <p:nvSpPr>
          <p:cNvPr id="56340" name="AutoShape 24"/>
          <p:cNvSpPr>
            <a:spLocks noChangeArrowheads="1"/>
          </p:cNvSpPr>
          <p:nvPr/>
        </p:nvSpPr>
        <p:spPr bwMode="auto">
          <a:xfrm>
            <a:off x="762000" y="1143000"/>
            <a:ext cx="5386388" cy="576263"/>
          </a:xfrm>
          <a:prstGeom prst="roundRect">
            <a:avLst>
              <a:gd name="adj" fmla="val 16667"/>
            </a:avLst>
          </a:prstGeom>
          <a:solidFill>
            <a:srgbClr val="66FFFF"/>
          </a:solidFill>
          <a:ln w="9525">
            <a:round/>
            <a:headEnd/>
            <a:tailEnd/>
          </a:ln>
          <a:scene3d>
            <a:camera prst="legacyObliqueTopRight"/>
            <a:lightRig rig="legacyFlat3" dir="b"/>
          </a:scene3d>
          <a:sp3d extrusionH="430200" prstMaterial="legacyMatte">
            <a:bevelT w="13500" h="13500" prst="angle"/>
            <a:bevelB w="13500" h="13500" prst="angle"/>
            <a:extrusionClr>
              <a:srgbClr val="66FFFF"/>
            </a:extrusionClr>
          </a:sp3d>
        </p:spPr>
        <p:txBody>
          <a:bodyPr wrap="none" anchor="ctr">
            <a:flatTx/>
          </a:bodyPr>
          <a:lstStyle/>
          <a:p>
            <a:pPr algn="ctr"/>
            <a:r>
              <a:rPr lang="en-US" altLang="ja-JP" sz="2000">
                <a:latin typeface="Times New Roman" pitchFamily="18" charset="0"/>
              </a:rPr>
              <a:t>Phân rã WBS ở độ sâu nào?</a:t>
            </a:r>
          </a:p>
        </p:txBody>
      </p:sp>
      <p:sp>
        <p:nvSpPr>
          <p:cNvPr id="56341" name="AutoShape 25"/>
          <p:cNvSpPr>
            <a:spLocks noChangeArrowheads="1"/>
          </p:cNvSpPr>
          <p:nvPr/>
        </p:nvSpPr>
        <p:spPr bwMode="auto">
          <a:xfrm>
            <a:off x="5854245" y="1930400"/>
            <a:ext cx="2927345" cy="3428997"/>
          </a:xfrm>
          <a:prstGeom prst="wedgeRoundRectCallout">
            <a:avLst>
              <a:gd name="adj1" fmla="val -57554"/>
              <a:gd name="adj2" fmla="val 47869"/>
              <a:gd name="adj3" fmla="val 16667"/>
            </a:avLst>
          </a:prstGeom>
          <a:solidFill>
            <a:srgbClr val="FF99FF"/>
          </a:solidFill>
          <a:ln w="9525">
            <a:solidFill>
              <a:schemeClr val="tx1"/>
            </a:solidFill>
            <a:miter lim="800000"/>
            <a:headEnd/>
            <a:tailEnd/>
          </a:ln>
          <a:effectLst>
            <a:outerShdw dist="107763" dir="18900000" algn="ctr" rotWithShape="0">
              <a:schemeClr val="bg2">
                <a:alpha val="50000"/>
              </a:schemeClr>
            </a:outerShdw>
          </a:effectLst>
        </p:spPr>
        <p:txBody>
          <a:bodyPr anchor="ctr"/>
          <a:lstStyle/>
          <a:p>
            <a:r>
              <a:rPr lang="ja-JP" altLang="en-US" sz="2000">
                <a:latin typeface="Times New Roman" pitchFamily="18" charset="0"/>
              </a:rPr>
              <a:t>・</a:t>
            </a:r>
            <a:r>
              <a:rPr lang="en-US" altLang="ja-JP" sz="2000">
                <a:latin typeface="Times New Roman" pitchFamily="18" charset="0"/>
              </a:rPr>
              <a:t>Liệu đọc WBS có thể hiểu đ</a:t>
            </a:r>
            <a:r>
              <a:rPr lang="vi-VN" altLang="ja-JP" sz="2000">
                <a:latin typeface="Times New Roman" pitchFamily="18" charset="0"/>
              </a:rPr>
              <a:t>ư</a:t>
            </a:r>
            <a:r>
              <a:rPr lang="en-US" altLang="ja-JP" sz="2000">
                <a:latin typeface="Times New Roman" pitchFamily="18" charset="0"/>
              </a:rPr>
              <a:t>ợc chức năng của một node không?</a:t>
            </a:r>
            <a:br>
              <a:rPr lang="en-US" altLang="ja-JP" sz="2000">
                <a:latin typeface="Times New Roman" pitchFamily="18" charset="0"/>
              </a:rPr>
            </a:br>
            <a:r>
              <a:rPr lang="ja-JP" altLang="en-US" sz="2000">
                <a:latin typeface="Times New Roman" pitchFamily="18" charset="0"/>
              </a:rPr>
              <a:t>･</a:t>
            </a:r>
            <a:r>
              <a:rPr lang="en-US" altLang="ja-JP" sz="2000">
                <a:latin typeface="Times New Roman" pitchFamily="18" charset="0"/>
              </a:rPr>
              <a:t>Kiểm tra tiến trình th</a:t>
            </a:r>
            <a:r>
              <a:rPr lang="vi-VN" altLang="ja-JP" sz="2000">
                <a:latin typeface="Times New Roman" pitchFamily="18" charset="0"/>
              </a:rPr>
              <a:t>ư</a:t>
            </a:r>
            <a:r>
              <a:rPr lang="en-US" altLang="ja-JP" sz="2000">
                <a:latin typeface="Times New Roman" pitchFamily="18" charset="0"/>
              </a:rPr>
              <a:t>ờng xuyên thế nào?</a:t>
            </a:r>
          </a:p>
          <a:p>
            <a:r>
              <a:rPr lang="ja-JP" altLang="en-US" sz="2000">
                <a:latin typeface="Times New Roman" pitchFamily="18" charset="0"/>
              </a:rPr>
              <a:t>･</a:t>
            </a:r>
            <a:r>
              <a:rPr lang="en-US" altLang="ja-JP" sz="2000">
                <a:latin typeface="Times New Roman" pitchFamily="18" charset="0"/>
              </a:rPr>
              <a:t>Sự phân chia có rõ ràng không?</a:t>
            </a:r>
          </a:p>
          <a:p>
            <a:r>
              <a:rPr lang="ja-JP" altLang="en-US" sz="2000">
                <a:latin typeface="Times New Roman" pitchFamily="18" charset="0"/>
              </a:rPr>
              <a:t>･</a:t>
            </a:r>
            <a:r>
              <a:rPr lang="en-US" altLang="ja-JP" sz="2000">
                <a:latin typeface="Times New Roman" pitchFamily="18" charset="0"/>
              </a:rPr>
              <a:t>Work package đã đủ nhỏ để </a:t>
            </a:r>
            <a:r>
              <a:rPr lang="vi-VN" altLang="ja-JP" sz="2000">
                <a:latin typeface="Times New Roman" pitchFamily="18" charset="0"/>
              </a:rPr>
              <a:t>ư</a:t>
            </a:r>
            <a:r>
              <a:rPr lang="en-US" altLang="ja-JP" sz="2000">
                <a:latin typeface="Times New Roman" pitchFamily="18" charset="0"/>
              </a:rPr>
              <a:t>ớc lượng chính xác ch</a:t>
            </a:r>
            <a:r>
              <a:rPr lang="vi-VN" altLang="ja-JP" sz="2000">
                <a:latin typeface="Times New Roman" pitchFamily="18" charset="0"/>
              </a:rPr>
              <a:t>ư</a:t>
            </a:r>
            <a:r>
              <a:rPr lang="en-US" altLang="ja-JP" sz="2000">
                <a:latin typeface="Times New Roman" pitchFamily="18" charset="0"/>
              </a:rPr>
              <a:t>a?</a:t>
            </a:r>
          </a:p>
        </p:txBody>
      </p:sp>
      <p:sp>
        <p:nvSpPr>
          <p:cNvPr id="56342" name="Rectangle 26"/>
          <p:cNvSpPr>
            <a:spLocks noChangeArrowheads="1"/>
          </p:cNvSpPr>
          <p:nvPr/>
        </p:nvSpPr>
        <p:spPr bwMode="auto">
          <a:xfrm>
            <a:off x="762000" y="3051175"/>
            <a:ext cx="1600200" cy="503238"/>
          </a:xfrm>
          <a:prstGeom prst="rect">
            <a:avLst/>
          </a:prstGeom>
          <a:solidFill>
            <a:srgbClr val="FFFF99"/>
          </a:solidFill>
          <a:ln w="9525">
            <a:solidFill>
              <a:schemeClr val="tx1"/>
            </a:solidFill>
            <a:miter lim="800000"/>
            <a:headEnd/>
            <a:tailEnd/>
          </a:ln>
        </p:spPr>
        <p:txBody>
          <a:bodyPr wrap="none" anchor="ctr"/>
          <a:lstStyle/>
          <a:p>
            <a:pPr algn="ctr"/>
            <a:r>
              <a:rPr lang="en-US" altLang="ja-JP" sz="1600" b="1">
                <a:latin typeface="ＭＳ Ｐゴシック" pitchFamily="50" charset="-128"/>
              </a:rPr>
              <a:t>Development</a:t>
            </a:r>
          </a:p>
          <a:p>
            <a:pPr algn="ctr"/>
            <a:r>
              <a:rPr lang="en-US" altLang="ja-JP" sz="1600" b="1">
                <a:latin typeface="ＭＳ Ｐゴシック" pitchFamily="50" charset="-128"/>
              </a:rPr>
              <a:t>Assistance</a:t>
            </a:r>
          </a:p>
        </p:txBody>
      </p:sp>
      <p:sp>
        <p:nvSpPr>
          <p:cNvPr id="56343" name="Rectangle 27"/>
          <p:cNvSpPr>
            <a:spLocks noChangeArrowheads="1"/>
          </p:cNvSpPr>
          <p:nvPr/>
        </p:nvSpPr>
        <p:spPr bwMode="auto">
          <a:xfrm>
            <a:off x="838200" y="5410200"/>
            <a:ext cx="1087438" cy="762000"/>
          </a:xfrm>
          <a:prstGeom prst="rect">
            <a:avLst/>
          </a:prstGeom>
          <a:solidFill>
            <a:srgbClr val="FFFF99"/>
          </a:solidFill>
          <a:ln w="9525">
            <a:solidFill>
              <a:schemeClr val="tx1"/>
            </a:solidFill>
            <a:miter lim="800000"/>
            <a:headEnd/>
            <a:tailEnd/>
          </a:ln>
        </p:spPr>
        <p:txBody>
          <a:bodyPr wrap="none" anchor="ctr"/>
          <a:lstStyle/>
          <a:p>
            <a:pPr algn="ctr"/>
            <a:r>
              <a:rPr lang="en-US" altLang="ja-JP" sz="1600" b="1">
                <a:latin typeface="ＭＳ Ｐゴシック" pitchFamily="50" charset="-128"/>
              </a:rPr>
              <a:t>Design</a:t>
            </a:r>
          </a:p>
        </p:txBody>
      </p:sp>
      <p:sp>
        <p:nvSpPr>
          <p:cNvPr id="56344" name="Line 28"/>
          <p:cNvSpPr>
            <a:spLocks noChangeShapeType="1"/>
          </p:cNvSpPr>
          <p:nvPr/>
        </p:nvSpPr>
        <p:spPr bwMode="auto">
          <a:xfrm>
            <a:off x="1524000" y="2835275"/>
            <a:ext cx="0" cy="2159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6345" name="Line 29"/>
          <p:cNvSpPr>
            <a:spLocks noChangeShapeType="1"/>
          </p:cNvSpPr>
          <p:nvPr/>
        </p:nvSpPr>
        <p:spPr bwMode="auto">
          <a:xfrm>
            <a:off x="1524000" y="5067300"/>
            <a:ext cx="0" cy="3603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6346" name="Line 30"/>
          <p:cNvSpPr>
            <a:spLocks noChangeShapeType="1"/>
          </p:cNvSpPr>
          <p:nvPr/>
        </p:nvSpPr>
        <p:spPr bwMode="auto">
          <a:xfrm>
            <a:off x="4495800" y="3914775"/>
            <a:ext cx="0" cy="3524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6347" name="Line 31"/>
          <p:cNvSpPr>
            <a:spLocks noChangeShapeType="1"/>
          </p:cNvSpPr>
          <p:nvPr/>
        </p:nvSpPr>
        <p:spPr bwMode="auto">
          <a:xfrm>
            <a:off x="3200400" y="3562350"/>
            <a:ext cx="0" cy="3794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6348" name="Text Box 32"/>
          <p:cNvSpPr txBox="1">
            <a:spLocks noChangeArrowheads="1"/>
          </p:cNvSpPr>
          <p:nvPr/>
        </p:nvSpPr>
        <p:spPr bwMode="auto">
          <a:xfrm>
            <a:off x="2438400" y="1930400"/>
            <a:ext cx="282575" cy="304800"/>
          </a:xfrm>
          <a:prstGeom prst="rect">
            <a:avLst/>
          </a:prstGeom>
          <a:noFill/>
          <a:ln>
            <a:noFill/>
          </a:ln>
          <a:effectLst>
            <a:prstShdw prst="shdw13" dist="53882" dir="13500000">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r>
              <a:rPr lang="en-US" altLang="ja-JP" sz="1400" b="1"/>
              <a:t>0</a:t>
            </a:r>
          </a:p>
        </p:txBody>
      </p:sp>
      <p:sp>
        <p:nvSpPr>
          <p:cNvPr id="56349" name="Text Box 33"/>
          <p:cNvSpPr txBox="1">
            <a:spLocks noChangeArrowheads="1"/>
          </p:cNvSpPr>
          <p:nvPr/>
        </p:nvSpPr>
        <p:spPr bwMode="auto">
          <a:xfrm>
            <a:off x="708025" y="3048000"/>
            <a:ext cx="282575" cy="304800"/>
          </a:xfrm>
          <a:prstGeom prst="rect">
            <a:avLst/>
          </a:prstGeom>
          <a:noFill/>
          <a:ln>
            <a:noFill/>
          </a:ln>
          <a:effectLst>
            <a:prstShdw prst="shdw13" dist="53882" dir="13500000">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r>
              <a:rPr lang="en-US" altLang="ja-JP" sz="1400" b="1"/>
              <a:t>1</a:t>
            </a:r>
          </a:p>
        </p:txBody>
      </p:sp>
      <p:sp>
        <p:nvSpPr>
          <p:cNvPr id="56350" name="Text Box 34"/>
          <p:cNvSpPr txBox="1">
            <a:spLocks noChangeArrowheads="1"/>
          </p:cNvSpPr>
          <p:nvPr/>
        </p:nvSpPr>
        <p:spPr bwMode="auto">
          <a:xfrm>
            <a:off x="2460625" y="3009900"/>
            <a:ext cx="282575" cy="304800"/>
          </a:xfrm>
          <a:prstGeom prst="rect">
            <a:avLst/>
          </a:prstGeom>
          <a:noFill/>
          <a:ln>
            <a:noFill/>
          </a:ln>
          <a:effectLst>
            <a:prstShdw prst="shdw13" dist="53882" dir="13500000">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r>
              <a:rPr lang="en-US" altLang="ja-JP" sz="1400" b="1"/>
              <a:t>2</a:t>
            </a:r>
          </a:p>
        </p:txBody>
      </p:sp>
      <p:sp>
        <p:nvSpPr>
          <p:cNvPr id="56351" name="Text Box 35"/>
          <p:cNvSpPr txBox="1">
            <a:spLocks noChangeArrowheads="1"/>
          </p:cNvSpPr>
          <p:nvPr/>
        </p:nvSpPr>
        <p:spPr bwMode="auto">
          <a:xfrm>
            <a:off x="4013200" y="3009900"/>
            <a:ext cx="282575" cy="304800"/>
          </a:xfrm>
          <a:prstGeom prst="rect">
            <a:avLst/>
          </a:prstGeom>
          <a:noFill/>
          <a:ln>
            <a:noFill/>
          </a:ln>
          <a:effectLst>
            <a:prstShdw prst="shdw13" dist="53882" dir="13500000">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r>
              <a:rPr lang="en-US" altLang="ja-JP" sz="1400" b="1"/>
              <a:t>3</a:t>
            </a:r>
          </a:p>
        </p:txBody>
      </p:sp>
      <p:sp>
        <p:nvSpPr>
          <p:cNvPr id="56352" name="Text Box 36"/>
          <p:cNvSpPr txBox="1">
            <a:spLocks noChangeArrowheads="1"/>
          </p:cNvSpPr>
          <p:nvPr/>
        </p:nvSpPr>
        <p:spPr bwMode="auto">
          <a:xfrm>
            <a:off x="2257425" y="4229100"/>
            <a:ext cx="561975" cy="304800"/>
          </a:xfrm>
          <a:prstGeom prst="rect">
            <a:avLst/>
          </a:prstGeom>
          <a:noFill/>
          <a:ln>
            <a:noFill/>
          </a:ln>
          <a:effectLst>
            <a:prstShdw prst="shdw13" dist="53882" dir="13500000">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r>
              <a:rPr lang="en-US" altLang="ja-JP" sz="1400" b="1"/>
              <a:t>2.1</a:t>
            </a:r>
          </a:p>
        </p:txBody>
      </p:sp>
      <p:sp>
        <p:nvSpPr>
          <p:cNvPr id="56353" name="Text Box 37"/>
          <p:cNvSpPr txBox="1">
            <a:spLocks noChangeArrowheads="1"/>
          </p:cNvSpPr>
          <p:nvPr/>
        </p:nvSpPr>
        <p:spPr bwMode="auto">
          <a:xfrm>
            <a:off x="4000500" y="4229100"/>
            <a:ext cx="561975" cy="304800"/>
          </a:xfrm>
          <a:prstGeom prst="rect">
            <a:avLst/>
          </a:prstGeom>
          <a:noFill/>
          <a:ln>
            <a:noFill/>
          </a:ln>
          <a:effectLst>
            <a:prstShdw prst="shdw13" dist="53882" dir="13500000">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r>
              <a:rPr lang="en-US" altLang="ja-JP" sz="1400" b="1"/>
              <a:t>2.2</a:t>
            </a:r>
          </a:p>
        </p:txBody>
      </p:sp>
      <p:sp>
        <p:nvSpPr>
          <p:cNvPr id="56354" name="Text Box 38"/>
          <p:cNvSpPr txBox="1">
            <a:spLocks noChangeArrowheads="1"/>
          </p:cNvSpPr>
          <p:nvPr/>
        </p:nvSpPr>
        <p:spPr bwMode="auto">
          <a:xfrm>
            <a:off x="809625" y="5410200"/>
            <a:ext cx="714375" cy="304800"/>
          </a:xfrm>
          <a:prstGeom prst="rect">
            <a:avLst/>
          </a:prstGeom>
          <a:noFill/>
          <a:ln>
            <a:noFill/>
          </a:ln>
          <a:effectLst>
            <a:prstShdw prst="shdw13" dist="53882" dir="13500000">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r>
              <a:rPr lang="en-US" altLang="ja-JP" sz="1400" b="1"/>
              <a:t>2.2.1</a:t>
            </a:r>
          </a:p>
        </p:txBody>
      </p:sp>
      <p:sp>
        <p:nvSpPr>
          <p:cNvPr id="56355" name="Text Box 39"/>
          <p:cNvSpPr txBox="1">
            <a:spLocks noChangeArrowheads="1"/>
          </p:cNvSpPr>
          <p:nvPr/>
        </p:nvSpPr>
        <p:spPr bwMode="auto">
          <a:xfrm>
            <a:off x="2133600" y="5410200"/>
            <a:ext cx="714375" cy="304800"/>
          </a:xfrm>
          <a:prstGeom prst="rect">
            <a:avLst/>
          </a:prstGeom>
          <a:noFill/>
          <a:ln>
            <a:noFill/>
          </a:ln>
          <a:effectLst>
            <a:prstShdw prst="shdw13" dist="53882" dir="13500000">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r>
              <a:rPr lang="en-US" altLang="ja-JP" sz="1400" b="1"/>
              <a:t>2.2.2</a:t>
            </a:r>
          </a:p>
        </p:txBody>
      </p:sp>
      <p:sp>
        <p:nvSpPr>
          <p:cNvPr id="56356" name="Text Box 40"/>
          <p:cNvSpPr txBox="1">
            <a:spLocks noChangeArrowheads="1"/>
          </p:cNvSpPr>
          <p:nvPr/>
        </p:nvSpPr>
        <p:spPr bwMode="auto">
          <a:xfrm>
            <a:off x="3705225" y="5410200"/>
            <a:ext cx="714375" cy="304800"/>
          </a:xfrm>
          <a:prstGeom prst="rect">
            <a:avLst/>
          </a:prstGeom>
          <a:noFill/>
          <a:ln>
            <a:noFill/>
          </a:ln>
          <a:effectLst>
            <a:prstShdw prst="shdw13" dist="53882" dir="13500000">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r>
              <a:rPr lang="en-US" altLang="ja-JP" sz="1400" b="1"/>
              <a:t>2.2.3</a:t>
            </a:r>
          </a:p>
        </p:txBody>
      </p:sp>
      <p:sp>
        <p:nvSpPr>
          <p:cNvPr id="56357" name="Text Box 41"/>
          <p:cNvSpPr txBox="1">
            <a:spLocks noChangeArrowheads="1"/>
          </p:cNvSpPr>
          <p:nvPr/>
        </p:nvSpPr>
        <p:spPr bwMode="auto">
          <a:xfrm>
            <a:off x="5153025" y="5410200"/>
            <a:ext cx="714375" cy="304800"/>
          </a:xfrm>
          <a:prstGeom prst="rect">
            <a:avLst/>
          </a:prstGeom>
          <a:noFill/>
          <a:ln>
            <a:noFill/>
          </a:ln>
          <a:effectLst>
            <a:prstShdw prst="shdw13" dist="53882" dir="13500000">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r>
              <a:rPr lang="en-US" altLang="ja-JP" sz="1400" b="1"/>
              <a:t>2.2.4</a:t>
            </a:r>
          </a:p>
        </p:txBody>
      </p:sp>
      <p:sp>
        <p:nvSpPr>
          <p:cNvPr id="4" name="Slide Number Placeholder 3">
            <a:extLst>
              <a:ext uri="{FF2B5EF4-FFF2-40B4-BE49-F238E27FC236}">
                <a16:creationId xmlns:a16="http://schemas.microsoft.com/office/drawing/2014/main" xmlns="" id="{92C7D2F9-CAF3-4E05-A5D2-7CF2AF58F86B}"/>
              </a:ext>
            </a:extLst>
          </p:cNvPr>
          <p:cNvSpPr>
            <a:spLocks noGrp="1"/>
          </p:cNvSpPr>
          <p:nvPr>
            <p:ph type="sldNum" sz="quarter" idx="12"/>
          </p:nvPr>
        </p:nvSpPr>
        <p:spPr/>
        <p:txBody>
          <a:bodyPr/>
          <a:lstStyle/>
          <a:p>
            <a:fld id="{9EA0BE3B-158A-4EDF-80DC-E394A0D1600F}" type="slidenum">
              <a:rPr lang="en-US" smtClean="0"/>
              <a:pPr/>
              <a:t>27</a:t>
            </a:fld>
            <a:endParaRPr lang="en-US" dirty="0"/>
          </a:p>
        </p:txBody>
      </p:sp>
      <p:sp>
        <p:nvSpPr>
          <p:cNvPr id="2" name="Title 1">
            <a:extLst>
              <a:ext uri="{FF2B5EF4-FFF2-40B4-BE49-F238E27FC236}">
                <a16:creationId xmlns:a16="http://schemas.microsoft.com/office/drawing/2014/main" xmlns="" id="{AFC1D206-79DC-4F07-8A49-216FE819FFE7}"/>
              </a:ext>
            </a:extLst>
          </p:cNvPr>
          <p:cNvSpPr>
            <a:spLocks noGrp="1"/>
          </p:cNvSpPr>
          <p:nvPr>
            <p:ph type="title"/>
          </p:nvPr>
        </p:nvSpPr>
        <p:spPr/>
        <p:txBody>
          <a:bodyPr/>
          <a:lstStyle/>
          <a:p>
            <a:r>
              <a:rPr lang="en-US" altLang="ja-JP" dirty="0" err="1" smtClean="0"/>
              <a:t>Ví</a:t>
            </a:r>
            <a:r>
              <a:rPr lang="en-US" altLang="ja-JP" dirty="0" smtClean="0"/>
              <a:t> </a:t>
            </a:r>
            <a:r>
              <a:rPr lang="en-US" altLang="ja-JP" dirty="0" err="1" smtClean="0"/>
              <a:t>dụ</a:t>
            </a:r>
            <a:r>
              <a:rPr lang="en-US" altLang="ja-JP" dirty="0" smtClean="0"/>
              <a:t>: </a:t>
            </a:r>
            <a:r>
              <a:rPr lang="en-US" altLang="ja-JP" sz="2800" dirty="0" err="1" smtClean="0"/>
              <a:t>Tạo</a:t>
            </a:r>
            <a:r>
              <a:rPr lang="en-US" altLang="ja-JP" sz="2800" dirty="0" smtClean="0"/>
              <a:t> WBS(2)</a:t>
            </a: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4. </a:t>
            </a:r>
            <a:r>
              <a:rPr lang="en-US" dirty="0" err="1" smtClean="0"/>
              <a:t>Lập</a:t>
            </a:r>
            <a:r>
              <a:rPr lang="en-US" dirty="0" smtClean="0"/>
              <a:t> kế </a:t>
            </a:r>
            <a:r>
              <a:rPr lang="en-US" dirty="0" err="1" smtClean="0"/>
              <a:t>hoạch</a:t>
            </a:r>
            <a:r>
              <a:rPr lang="en-US" dirty="0" smtClean="0"/>
              <a:t> </a:t>
            </a:r>
            <a:r>
              <a:rPr lang="en-US" dirty="0" err="1" smtClean="0"/>
              <a:t>về</a:t>
            </a:r>
            <a:r>
              <a:rPr lang="en-US" dirty="0" smtClean="0"/>
              <a:t> </a:t>
            </a:r>
            <a:r>
              <a:rPr lang="en-US" dirty="0" err="1" smtClean="0"/>
              <a:t>Thời</a:t>
            </a:r>
            <a:r>
              <a:rPr lang="en-US" dirty="0" smtClean="0"/>
              <a:t> </a:t>
            </a:r>
            <a:r>
              <a:rPr lang="en-US" dirty="0" err="1" smtClean="0"/>
              <a:t>gian</a:t>
            </a:r>
            <a:endParaRPr lang="en-US" dirty="0"/>
          </a:p>
        </p:txBody>
      </p:sp>
      <p:sp>
        <p:nvSpPr>
          <p:cNvPr id="3" name="Text Placeholder 2"/>
          <p:cNvSpPr>
            <a:spLocks noGrp="1"/>
          </p:cNvSpPr>
          <p:nvPr>
            <p:ph type="body" sz="quarter" idx="13"/>
          </p:nvPr>
        </p:nvSpPr>
        <p:spPr/>
        <p:txBody>
          <a:bodyPr/>
          <a:lstStyle/>
          <a:p>
            <a:r>
              <a:rPr lang="en-US" dirty="0" smtClean="0"/>
              <a:t>1 </a:t>
            </a:r>
            <a:r>
              <a:rPr lang="en-US" dirty="0" err="1" smtClean="0"/>
              <a:t>Xây</a:t>
            </a:r>
            <a:r>
              <a:rPr lang="en-US" dirty="0" smtClean="0"/>
              <a:t> </a:t>
            </a:r>
            <a:r>
              <a:rPr lang="en-US" dirty="0" err="1" smtClean="0"/>
              <a:t>dựng</a:t>
            </a:r>
            <a:r>
              <a:rPr lang="en-US" dirty="0" smtClean="0"/>
              <a:t> Schedule</a:t>
            </a:r>
          </a:p>
          <a:p>
            <a:r>
              <a:rPr lang="en-US" altLang="ja-JP" dirty="0" smtClean="0"/>
              <a:t>2 </a:t>
            </a:r>
            <a:r>
              <a:rPr lang="en-US" altLang="ja-JP" dirty="0" err="1" smtClean="0"/>
              <a:t>Sắp</a:t>
            </a:r>
            <a:r>
              <a:rPr lang="en-US" altLang="ja-JP" dirty="0" smtClean="0"/>
              <a:t> </a:t>
            </a:r>
            <a:r>
              <a:rPr lang="en-US" altLang="ja-JP" dirty="0" err="1"/>
              <a:t>xếp</a:t>
            </a:r>
            <a:r>
              <a:rPr lang="en-US" altLang="ja-JP" dirty="0"/>
              <a:t> tuần </a:t>
            </a:r>
            <a:r>
              <a:rPr lang="en-US" altLang="ja-JP" dirty="0" err="1"/>
              <a:t>tự</a:t>
            </a:r>
            <a:r>
              <a:rPr lang="en-US" altLang="ja-JP" dirty="0"/>
              <a:t> các </a:t>
            </a:r>
            <a:r>
              <a:rPr lang="en-US" altLang="ja-JP" dirty="0" err="1"/>
              <a:t>hoạt</a:t>
            </a:r>
            <a:r>
              <a:rPr lang="en-US" altLang="ja-JP" dirty="0"/>
              <a:t> </a:t>
            </a:r>
            <a:r>
              <a:rPr lang="en-US" altLang="ja-JP" dirty="0" err="1" smtClean="0"/>
              <a:t>động</a:t>
            </a:r>
            <a:endParaRPr lang="en-US" altLang="ja-JP" dirty="0" smtClean="0"/>
          </a:p>
          <a:p>
            <a:r>
              <a:rPr lang="en-US" dirty="0" smtClean="0"/>
              <a:t>3 </a:t>
            </a:r>
            <a:r>
              <a:rPr lang="en-US" altLang="ja-JP" dirty="0" err="1"/>
              <a:t>Ước</a:t>
            </a:r>
            <a:r>
              <a:rPr lang="en-US" altLang="ja-JP" dirty="0"/>
              <a:t> l</a:t>
            </a:r>
            <a:r>
              <a:rPr lang="vi-VN" altLang="ja-JP" dirty="0"/>
              <a:t>ư</a:t>
            </a:r>
            <a:r>
              <a:rPr lang="en-US" altLang="ja-JP" dirty="0" err="1"/>
              <a:t>ợng</a:t>
            </a:r>
            <a:r>
              <a:rPr lang="en-US" dirty="0" smtClean="0"/>
              <a:t> </a:t>
            </a:r>
            <a:endParaRPr lang="en-US" dirty="0"/>
          </a:p>
        </p:txBody>
      </p:sp>
      <p:sp>
        <p:nvSpPr>
          <p:cNvPr id="4" name="Slide Number Placeholder 3"/>
          <p:cNvSpPr>
            <a:spLocks noGrp="1"/>
          </p:cNvSpPr>
          <p:nvPr>
            <p:ph type="sldNum" sz="quarter" idx="12"/>
          </p:nvPr>
        </p:nvSpPr>
        <p:spPr/>
        <p:txBody>
          <a:bodyPr/>
          <a:lstStyle/>
          <a:p>
            <a:fld id="{9EA0BE3B-158A-4EDF-80DC-E394A0D1600F}" type="slidenum">
              <a:rPr lang="en-US" smtClean="0"/>
              <a:pPr/>
              <a:t>28</a:t>
            </a:fld>
            <a:endParaRPr lang="en-US" dirty="0"/>
          </a:p>
        </p:txBody>
      </p:sp>
    </p:spTree>
    <p:extLst>
      <p:ext uri="{BB962C8B-B14F-4D97-AF65-F5344CB8AC3E}">
        <p14:creationId xmlns:p14="http://schemas.microsoft.com/office/powerpoint/2010/main" val="7375823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xmlns="" id="{CFA17874-7C29-4393-9755-051A67D504F5}"/>
              </a:ext>
            </a:extLst>
          </p:cNvPr>
          <p:cNvSpPr>
            <a:spLocks noGrp="1"/>
          </p:cNvSpPr>
          <p:nvPr>
            <p:ph type="sldNum" sz="quarter" idx="12"/>
          </p:nvPr>
        </p:nvSpPr>
        <p:spPr/>
        <p:txBody>
          <a:bodyPr/>
          <a:lstStyle/>
          <a:p>
            <a:fld id="{9EA0BE3B-158A-4EDF-80DC-E394A0D1600F}" type="slidenum">
              <a:rPr lang="en-US" smtClean="0"/>
              <a:pPr/>
              <a:t>29</a:t>
            </a:fld>
            <a:endParaRPr lang="en-US" dirty="0"/>
          </a:p>
        </p:txBody>
      </p:sp>
      <p:sp>
        <p:nvSpPr>
          <p:cNvPr id="57346" name="Rectangle 2"/>
          <p:cNvSpPr>
            <a:spLocks noGrp="1" noChangeArrowheads="1"/>
          </p:cNvSpPr>
          <p:nvPr>
            <p:ph type="title"/>
          </p:nvPr>
        </p:nvSpPr>
        <p:spPr/>
        <p:txBody>
          <a:bodyPr/>
          <a:lstStyle/>
          <a:p>
            <a:pPr eaLnBrk="1" hangingPunct="1"/>
            <a:r>
              <a:rPr lang="en-US" altLang="ja-JP" sz="3200" dirty="0" smtClean="0"/>
              <a:t>4.1 </a:t>
            </a:r>
            <a:r>
              <a:rPr lang="en-US" altLang="ja-JP" sz="3200" dirty="0" err="1" smtClean="0"/>
              <a:t>Xây</a:t>
            </a:r>
            <a:r>
              <a:rPr lang="en-US" altLang="ja-JP" sz="3200" dirty="0" smtClean="0"/>
              <a:t> </a:t>
            </a:r>
            <a:r>
              <a:rPr lang="en-US" altLang="ja-JP" sz="3200" dirty="0" err="1"/>
              <a:t>dựng</a:t>
            </a:r>
            <a:r>
              <a:rPr lang="en-US" altLang="ja-JP" sz="3200" dirty="0"/>
              <a:t> </a:t>
            </a:r>
            <a:r>
              <a:rPr lang="en-US" altLang="ja-JP" sz="3200" dirty="0" err="1"/>
              <a:t>bản</a:t>
            </a:r>
            <a:r>
              <a:rPr lang="en-US" altLang="ja-JP" sz="3200" dirty="0"/>
              <a:t> kế </a:t>
            </a:r>
            <a:r>
              <a:rPr lang="en-US" altLang="ja-JP" sz="3200" dirty="0" err="1"/>
              <a:t>hoạch</a:t>
            </a:r>
            <a:r>
              <a:rPr lang="en-US" altLang="ja-JP" sz="3200" dirty="0"/>
              <a:t> Schedule</a:t>
            </a:r>
          </a:p>
        </p:txBody>
      </p:sp>
      <p:sp>
        <p:nvSpPr>
          <p:cNvPr id="57347" name="Text Box 16"/>
          <p:cNvSpPr txBox="1">
            <a:spLocks noChangeArrowheads="1"/>
          </p:cNvSpPr>
          <p:nvPr/>
        </p:nvSpPr>
        <p:spPr bwMode="auto">
          <a:xfrm>
            <a:off x="592141" y="2955925"/>
            <a:ext cx="1389056" cy="925511"/>
          </a:xfrm>
          <a:prstGeom prst="rect">
            <a:avLst/>
          </a:prstGeom>
          <a:solidFill>
            <a:srgbClr val="FF99FF"/>
          </a:solidFill>
          <a:ln w="9525">
            <a:solidFill>
              <a:srgbClr val="000000"/>
            </a:solidFill>
            <a:miter lim="800000"/>
            <a:headEnd/>
            <a:tailEnd/>
          </a:ln>
        </p:spPr>
        <p:txBody>
          <a:bodyPr wrap="square" lIns="90000" tIns="46800" rIns="90000" bIns="46800">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algn="ctr" eaLnBrk="1" hangingPunct="1">
              <a:spcBef>
                <a:spcPct val="50000"/>
              </a:spcBef>
            </a:pPr>
            <a:r>
              <a:rPr lang="en-US" altLang="ja-JP" b="1">
                <a:solidFill>
                  <a:srgbClr val="000000"/>
                </a:solidFill>
                <a:latin typeface="Tahoma" pitchFamily="34" charset="0"/>
              </a:rPr>
              <a:t>Xác định các hoạt động</a:t>
            </a:r>
          </a:p>
        </p:txBody>
      </p:sp>
      <p:sp>
        <p:nvSpPr>
          <p:cNvPr id="57348" name="Text Box 17"/>
          <p:cNvSpPr txBox="1">
            <a:spLocks noChangeArrowheads="1"/>
          </p:cNvSpPr>
          <p:nvPr/>
        </p:nvSpPr>
        <p:spPr bwMode="auto">
          <a:xfrm>
            <a:off x="2159000" y="4546600"/>
            <a:ext cx="2230438" cy="648512"/>
          </a:xfrm>
          <a:prstGeom prst="rect">
            <a:avLst/>
          </a:prstGeom>
          <a:solidFill>
            <a:srgbClr val="FF99FF"/>
          </a:solidFill>
          <a:ln w="9525">
            <a:solidFill>
              <a:srgbClr val="000000"/>
            </a:solidFill>
            <a:miter lim="800000"/>
            <a:headEnd/>
            <a:tailEnd/>
          </a:ln>
        </p:spPr>
        <p:txBody>
          <a:bodyPr lIns="90000" tIns="46800" rIns="90000" bIns="46800">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algn="ctr" eaLnBrk="1" hangingPunct="1">
              <a:spcBef>
                <a:spcPct val="50000"/>
              </a:spcBef>
            </a:pPr>
            <a:r>
              <a:rPr lang="en-US" altLang="ja-JP" b="1">
                <a:solidFill>
                  <a:srgbClr val="000000"/>
                </a:solidFill>
                <a:latin typeface="Tahoma" pitchFamily="34" charset="0"/>
              </a:rPr>
              <a:t>Thời lượng </a:t>
            </a:r>
            <a:br>
              <a:rPr lang="en-US" altLang="ja-JP" b="1">
                <a:solidFill>
                  <a:srgbClr val="000000"/>
                </a:solidFill>
                <a:latin typeface="Tahoma" pitchFamily="34" charset="0"/>
              </a:rPr>
            </a:br>
            <a:r>
              <a:rPr lang="en-US" altLang="ja-JP" b="1">
                <a:solidFill>
                  <a:srgbClr val="000000"/>
                </a:solidFill>
                <a:latin typeface="Tahoma" pitchFamily="34" charset="0"/>
              </a:rPr>
              <a:t>của hoạt động</a:t>
            </a:r>
          </a:p>
        </p:txBody>
      </p:sp>
      <p:sp>
        <p:nvSpPr>
          <p:cNvPr id="57349" name="Text Box 18"/>
          <p:cNvSpPr txBox="1">
            <a:spLocks noChangeArrowheads="1"/>
          </p:cNvSpPr>
          <p:nvPr/>
        </p:nvSpPr>
        <p:spPr bwMode="auto">
          <a:xfrm>
            <a:off x="2235200" y="5476875"/>
            <a:ext cx="2087563" cy="648512"/>
          </a:xfrm>
          <a:prstGeom prst="rect">
            <a:avLst/>
          </a:prstGeom>
          <a:solidFill>
            <a:srgbClr val="FF99FF"/>
          </a:solidFill>
          <a:ln w="9525">
            <a:solidFill>
              <a:srgbClr val="000000"/>
            </a:solidFill>
            <a:miter lim="800000"/>
            <a:headEnd/>
            <a:tailEnd/>
          </a:ln>
        </p:spPr>
        <p:txBody>
          <a:bodyPr lIns="90000" tIns="46800" rIns="90000" bIns="46800">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algn="ctr" eaLnBrk="1" hangingPunct="1">
              <a:spcBef>
                <a:spcPct val="50000"/>
              </a:spcBef>
            </a:pPr>
            <a:r>
              <a:rPr lang="en-US" altLang="ja-JP" b="1">
                <a:latin typeface="Tahoma" pitchFamily="34" charset="0"/>
              </a:rPr>
              <a:t>Lập </a:t>
            </a:r>
            <a:br>
              <a:rPr lang="en-US" altLang="ja-JP" b="1">
                <a:latin typeface="Tahoma" pitchFamily="34" charset="0"/>
              </a:rPr>
            </a:br>
            <a:r>
              <a:rPr lang="en-US" altLang="ja-JP" b="1">
                <a:latin typeface="Tahoma" pitchFamily="34" charset="0"/>
              </a:rPr>
              <a:t>bản kế hoạch</a:t>
            </a:r>
          </a:p>
        </p:txBody>
      </p:sp>
      <p:sp>
        <p:nvSpPr>
          <p:cNvPr id="57350" name="Text Box 19"/>
          <p:cNvSpPr txBox="1">
            <a:spLocks noChangeArrowheads="1"/>
          </p:cNvSpPr>
          <p:nvPr/>
        </p:nvSpPr>
        <p:spPr bwMode="auto">
          <a:xfrm>
            <a:off x="6648450" y="1793875"/>
            <a:ext cx="2159000" cy="648512"/>
          </a:xfrm>
          <a:prstGeom prst="rect">
            <a:avLst/>
          </a:prstGeom>
          <a:solidFill>
            <a:srgbClr val="FF9933"/>
          </a:solidFill>
          <a:ln w="9525">
            <a:solidFill>
              <a:srgbClr val="000000"/>
            </a:solidFill>
            <a:miter lim="800000"/>
            <a:headEnd/>
            <a:tailEnd/>
          </a:ln>
        </p:spPr>
        <p:txBody>
          <a:bodyPr lIns="90000" tIns="46800" rIns="90000" bIns="46800">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algn="ctr" eaLnBrk="1" hangingPunct="1">
              <a:spcBef>
                <a:spcPct val="50000"/>
              </a:spcBef>
            </a:pPr>
            <a:r>
              <a:rPr lang="en-US" altLang="ja-JP" b="1">
                <a:solidFill>
                  <a:srgbClr val="000000"/>
                </a:solidFill>
                <a:latin typeface="Tahoma" pitchFamily="34" charset="0"/>
              </a:rPr>
              <a:t>Kế hoạch</a:t>
            </a:r>
            <a:br>
              <a:rPr lang="en-US" altLang="ja-JP" b="1">
                <a:solidFill>
                  <a:srgbClr val="000000"/>
                </a:solidFill>
                <a:latin typeface="Tahoma" pitchFamily="34" charset="0"/>
              </a:rPr>
            </a:br>
            <a:r>
              <a:rPr lang="en-US" altLang="ja-JP" b="1">
                <a:solidFill>
                  <a:srgbClr val="000000"/>
                </a:solidFill>
                <a:latin typeface="Tahoma" pitchFamily="34" charset="0"/>
              </a:rPr>
              <a:t>quản lý rủi ro</a:t>
            </a:r>
          </a:p>
        </p:txBody>
      </p:sp>
      <p:sp>
        <p:nvSpPr>
          <p:cNvPr id="57351" name="Text Box 20"/>
          <p:cNvSpPr txBox="1">
            <a:spLocks noChangeArrowheads="1"/>
          </p:cNvSpPr>
          <p:nvPr/>
        </p:nvSpPr>
        <p:spPr bwMode="auto">
          <a:xfrm>
            <a:off x="2052638" y="2956832"/>
            <a:ext cx="2087562" cy="925511"/>
          </a:xfrm>
          <a:prstGeom prst="rect">
            <a:avLst/>
          </a:prstGeom>
          <a:solidFill>
            <a:srgbClr val="FF99FF"/>
          </a:solidFill>
          <a:ln w="9525">
            <a:solidFill>
              <a:srgbClr val="000000"/>
            </a:solidFill>
            <a:miter lim="800000"/>
            <a:headEnd/>
            <a:tailEnd/>
          </a:ln>
        </p:spPr>
        <p:txBody>
          <a:bodyPr lIns="90000" tIns="46800" rIns="90000" bIns="46800">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algn="ctr" eaLnBrk="1" hangingPunct="1">
              <a:spcBef>
                <a:spcPct val="50000"/>
              </a:spcBef>
            </a:pPr>
            <a:r>
              <a:rPr lang="en-US" altLang="ja-JP" b="1">
                <a:solidFill>
                  <a:srgbClr val="000000"/>
                </a:solidFill>
                <a:latin typeface="Tahoma" pitchFamily="34" charset="0"/>
              </a:rPr>
              <a:t>Ước l</a:t>
            </a:r>
            <a:r>
              <a:rPr lang="vi-VN" altLang="ja-JP" b="1">
                <a:solidFill>
                  <a:srgbClr val="000000"/>
                </a:solidFill>
                <a:latin typeface="Tahoma" pitchFamily="34" charset="0"/>
              </a:rPr>
              <a:t>ư</a:t>
            </a:r>
            <a:r>
              <a:rPr lang="en-US" altLang="ja-JP" b="1">
                <a:solidFill>
                  <a:srgbClr val="000000"/>
                </a:solidFill>
                <a:latin typeface="Tahoma" pitchFamily="34" charset="0"/>
              </a:rPr>
              <a:t>ợng nguồn lực cho các hoạt động</a:t>
            </a:r>
          </a:p>
        </p:txBody>
      </p:sp>
      <p:sp>
        <p:nvSpPr>
          <p:cNvPr id="57352" name="Text Box 21"/>
          <p:cNvSpPr txBox="1">
            <a:spLocks noChangeArrowheads="1"/>
          </p:cNvSpPr>
          <p:nvPr/>
        </p:nvSpPr>
        <p:spPr bwMode="auto">
          <a:xfrm>
            <a:off x="533400" y="4546600"/>
            <a:ext cx="1506538" cy="648512"/>
          </a:xfrm>
          <a:prstGeom prst="rect">
            <a:avLst/>
          </a:prstGeom>
          <a:solidFill>
            <a:srgbClr val="FF99FF"/>
          </a:solidFill>
          <a:ln w="9525">
            <a:solidFill>
              <a:srgbClr val="000000"/>
            </a:solidFill>
            <a:miter lim="800000"/>
            <a:headEnd/>
            <a:tailEnd/>
          </a:ln>
        </p:spPr>
        <p:txBody>
          <a:bodyPr lIns="90000" tIns="46800" rIns="90000" bIns="46800">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algn="ctr" eaLnBrk="1" hangingPunct="1">
              <a:spcBef>
                <a:spcPct val="50000"/>
              </a:spcBef>
            </a:pPr>
            <a:r>
              <a:rPr lang="en-US" altLang="ja-JP" b="1">
                <a:solidFill>
                  <a:srgbClr val="000000"/>
                </a:solidFill>
                <a:latin typeface="Tahoma" pitchFamily="34" charset="0"/>
              </a:rPr>
              <a:t>Hoạt động tuần tự</a:t>
            </a:r>
          </a:p>
        </p:txBody>
      </p:sp>
      <p:sp>
        <p:nvSpPr>
          <p:cNvPr id="57353" name="Line 22"/>
          <p:cNvSpPr>
            <a:spLocks noChangeShapeType="1"/>
          </p:cNvSpPr>
          <p:nvPr/>
        </p:nvSpPr>
        <p:spPr bwMode="auto">
          <a:xfrm flipH="1">
            <a:off x="1320800" y="2251075"/>
            <a:ext cx="1447800" cy="6858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lstStyle/>
          <a:p>
            <a:endParaRPr lang="en-US"/>
          </a:p>
        </p:txBody>
      </p:sp>
      <p:sp>
        <p:nvSpPr>
          <p:cNvPr id="57354" name="Line 23"/>
          <p:cNvSpPr>
            <a:spLocks noChangeShapeType="1"/>
          </p:cNvSpPr>
          <p:nvPr/>
        </p:nvSpPr>
        <p:spPr bwMode="auto">
          <a:xfrm>
            <a:off x="3263900" y="2216150"/>
            <a:ext cx="0" cy="72072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lstStyle/>
          <a:p>
            <a:endParaRPr lang="en-US"/>
          </a:p>
        </p:txBody>
      </p:sp>
      <p:sp>
        <p:nvSpPr>
          <p:cNvPr id="57355" name="Line 24"/>
          <p:cNvSpPr>
            <a:spLocks noChangeShapeType="1"/>
          </p:cNvSpPr>
          <p:nvPr/>
        </p:nvSpPr>
        <p:spPr bwMode="auto">
          <a:xfrm>
            <a:off x="3792538" y="2030413"/>
            <a:ext cx="2855912" cy="10636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lstStyle/>
          <a:p>
            <a:endParaRPr lang="en-US"/>
          </a:p>
        </p:txBody>
      </p:sp>
      <p:sp>
        <p:nvSpPr>
          <p:cNvPr id="57356" name="Line 25"/>
          <p:cNvSpPr>
            <a:spLocks noChangeShapeType="1"/>
          </p:cNvSpPr>
          <p:nvPr/>
        </p:nvSpPr>
        <p:spPr bwMode="auto">
          <a:xfrm>
            <a:off x="1378856" y="3897085"/>
            <a:ext cx="1567543" cy="639989"/>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lstStyle/>
          <a:p>
            <a:endParaRPr lang="en-US"/>
          </a:p>
        </p:txBody>
      </p:sp>
      <p:sp>
        <p:nvSpPr>
          <p:cNvPr id="57357" name="Line 26"/>
          <p:cNvSpPr>
            <a:spLocks noChangeShapeType="1"/>
          </p:cNvSpPr>
          <p:nvPr/>
        </p:nvSpPr>
        <p:spPr bwMode="auto">
          <a:xfrm>
            <a:off x="3263900" y="3879850"/>
            <a:ext cx="0" cy="65722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lstStyle/>
          <a:p>
            <a:endParaRPr lang="en-US"/>
          </a:p>
        </p:txBody>
      </p:sp>
      <p:sp>
        <p:nvSpPr>
          <p:cNvPr id="57358" name="Line 27"/>
          <p:cNvSpPr>
            <a:spLocks noChangeShapeType="1"/>
          </p:cNvSpPr>
          <p:nvPr/>
        </p:nvSpPr>
        <p:spPr bwMode="auto">
          <a:xfrm>
            <a:off x="1225550" y="5219700"/>
            <a:ext cx="1944688" cy="23653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lstStyle/>
          <a:p>
            <a:endParaRPr lang="en-US"/>
          </a:p>
        </p:txBody>
      </p:sp>
      <p:sp>
        <p:nvSpPr>
          <p:cNvPr id="57359" name="Line 28"/>
          <p:cNvSpPr>
            <a:spLocks noChangeShapeType="1"/>
          </p:cNvSpPr>
          <p:nvPr/>
        </p:nvSpPr>
        <p:spPr bwMode="auto">
          <a:xfrm>
            <a:off x="3335338" y="5207000"/>
            <a:ext cx="0" cy="27463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lstStyle/>
          <a:p>
            <a:endParaRPr lang="en-US"/>
          </a:p>
        </p:txBody>
      </p:sp>
      <p:sp>
        <p:nvSpPr>
          <p:cNvPr id="57360" name="Line 34"/>
          <p:cNvSpPr>
            <a:spLocks noChangeShapeType="1"/>
          </p:cNvSpPr>
          <p:nvPr/>
        </p:nvSpPr>
        <p:spPr bwMode="auto">
          <a:xfrm flipH="1">
            <a:off x="1168399" y="3897085"/>
            <a:ext cx="7257" cy="639989"/>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lstStyle/>
          <a:p>
            <a:endParaRPr lang="en-US"/>
          </a:p>
        </p:txBody>
      </p:sp>
      <p:sp>
        <p:nvSpPr>
          <p:cNvPr id="57361" name="Text Box 38"/>
          <p:cNvSpPr txBox="1">
            <a:spLocks noChangeArrowheads="1"/>
          </p:cNvSpPr>
          <p:nvPr/>
        </p:nvSpPr>
        <p:spPr bwMode="auto">
          <a:xfrm>
            <a:off x="4216400" y="2976562"/>
            <a:ext cx="1441450" cy="906009"/>
          </a:xfrm>
          <a:prstGeom prst="rect">
            <a:avLst/>
          </a:prstGeom>
          <a:solidFill>
            <a:srgbClr val="0066FF">
              <a:alpha val="30196"/>
            </a:srgbClr>
          </a:solidFill>
          <a:ln w="9525">
            <a:solidFill>
              <a:srgbClr val="000000"/>
            </a:solidFill>
            <a:miter lim="800000"/>
            <a:headEnd/>
            <a:tailEnd/>
          </a:ln>
        </p:spPr>
        <p:txBody>
          <a:bodyPr wrap="square" lIns="90000" tIns="46800" rIns="90000" bIns="46800">
            <a:no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algn="ctr" eaLnBrk="1" hangingPunct="1">
              <a:spcBef>
                <a:spcPct val="50000"/>
              </a:spcBef>
            </a:pPr>
            <a:r>
              <a:rPr lang="en-US" altLang="ja-JP" b="1">
                <a:solidFill>
                  <a:srgbClr val="000000"/>
                </a:solidFill>
                <a:latin typeface="Tahoma" pitchFamily="34" charset="0"/>
              </a:rPr>
              <a:t>Ước l</a:t>
            </a:r>
            <a:r>
              <a:rPr lang="vi-VN" altLang="ja-JP" b="1">
                <a:solidFill>
                  <a:srgbClr val="000000"/>
                </a:solidFill>
                <a:latin typeface="Tahoma" pitchFamily="34" charset="0"/>
              </a:rPr>
              <a:t>ư</a:t>
            </a:r>
            <a:r>
              <a:rPr lang="en-US" altLang="ja-JP" b="1">
                <a:solidFill>
                  <a:srgbClr val="000000"/>
                </a:solidFill>
                <a:latin typeface="Tahoma" pitchFamily="34" charset="0"/>
              </a:rPr>
              <a:t>ợng chi phí</a:t>
            </a:r>
          </a:p>
        </p:txBody>
      </p:sp>
      <p:sp>
        <p:nvSpPr>
          <p:cNvPr id="57362" name="Line 39"/>
          <p:cNvSpPr>
            <a:spLocks noChangeShapeType="1"/>
          </p:cNvSpPr>
          <p:nvPr/>
        </p:nvSpPr>
        <p:spPr bwMode="auto">
          <a:xfrm flipH="1">
            <a:off x="3644900" y="3882571"/>
            <a:ext cx="1115786" cy="64180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lstStyle/>
          <a:p>
            <a:endParaRPr lang="en-US"/>
          </a:p>
        </p:txBody>
      </p:sp>
      <p:sp>
        <p:nvSpPr>
          <p:cNvPr id="57363" name="Line 40"/>
          <p:cNvSpPr>
            <a:spLocks noChangeShapeType="1"/>
          </p:cNvSpPr>
          <p:nvPr/>
        </p:nvSpPr>
        <p:spPr bwMode="auto">
          <a:xfrm>
            <a:off x="3695700" y="2208213"/>
            <a:ext cx="1409700" cy="76676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lstStyle/>
          <a:p>
            <a:endParaRPr lang="en-US"/>
          </a:p>
        </p:txBody>
      </p:sp>
      <p:sp>
        <p:nvSpPr>
          <p:cNvPr id="57364" name="Text Box 41"/>
          <p:cNvSpPr txBox="1">
            <a:spLocks noChangeArrowheads="1"/>
          </p:cNvSpPr>
          <p:nvPr/>
        </p:nvSpPr>
        <p:spPr bwMode="auto">
          <a:xfrm>
            <a:off x="7345364" y="2955925"/>
            <a:ext cx="1519236" cy="925511"/>
          </a:xfrm>
          <a:prstGeom prst="rect">
            <a:avLst/>
          </a:prstGeom>
          <a:solidFill>
            <a:srgbClr val="FFFF00"/>
          </a:solidFill>
          <a:ln w="9525">
            <a:solidFill>
              <a:srgbClr val="000000"/>
            </a:solidFill>
            <a:miter lim="800000"/>
            <a:headEnd/>
            <a:tailEnd/>
          </a:ln>
        </p:spPr>
        <p:txBody>
          <a:bodyPr wrap="square" lIns="90000" tIns="46800" rIns="90000" bIns="46800">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algn="ctr" eaLnBrk="1" hangingPunct="1">
              <a:spcBef>
                <a:spcPct val="50000"/>
              </a:spcBef>
            </a:pPr>
            <a:r>
              <a:rPr lang="en-US" altLang="ja-JP" b="1">
                <a:solidFill>
                  <a:srgbClr val="000000"/>
                </a:solidFill>
                <a:latin typeface="Tahoma" pitchFamily="34" charset="0"/>
              </a:rPr>
              <a:t>Kế hoạch phát triển nhân sự</a:t>
            </a:r>
          </a:p>
        </p:txBody>
      </p:sp>
      <p:sp>
        <p:nvSpPr>
          <p:cNvPr id="57365" name="Text Box 44"/>
          <p:cNvSpPr txBox="1">
            <a:spLocks noChangeArrowheads="1"/>
          </p:cNvSpPr>
          <p:nvPr/>
        </p:nvSpPr>
        <p:spPr bwMode="auto">
          <a:xfrm>
            <a:off x="5740400" y="2955925"/>
            <a:ext cx="1535112" cy="925511"/>
          </a:xfrm>
          <a:prstGeom prst="rect">
            <a:avLst/>
          </a:prstGeom>
          <a:solidFill>
            <a:schemeClr val="accent1"/>
          </a:solidFill>
          <a:ln w="9525">
            <a:solidFill>
              <a:srgbClr val="000000"/>
            </a:solidFill>
            <a:miter lim="800000"/>
            <a:headEnd/>
            <a:tailEnd/>
          </a:ln>
        </p:spPr>
        <p:txBody>
          <a:bodyPr wrap="square" lIns="90000" tIns="46800" rIns="90000" bIns="46800">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algn="ctr" eaLnBrk="1" hangingPunct="1">
              <a:spcBef>
                <a:spcPct val="50000"/>
              </a:spcBef>
            </a:pPr>
            <a:r>
              <a:rPr lang="en-US" altLang="ja-JP" b="1">
                <a:solidFill>
                  <a:srgbClr val="000000"/>
                </a:solidFill>
                <a:latin typeface="Tahoma" pitchFamily="34" charset="0"/>
              </a:rPr>
              <a:t>Kế hoạch QL chất l</a:t>
            </a:r>
            <a:r>
              <a:rPr lang="vi-VN" altLang="ja-JP" b="1">
                <a:solidFill>
                  <a:srgbClr val="000000"/>
                </a:solidFill>
                <a:latin typeface="Tahoma" pitchFamily="34" charset="0"/>
              </a:rPr>
              <a:t>ư</a:t>
            </a:r>
            <a:r>
              <a:rPr lang="en-US" altLang="ja-JP" b="1">
                <a:solidFill>
                  <a:srgbClr val="000000"/>
                </a:solidFill>
                <a:latin typeface="Tahoma" pitchFamily="34" charset="0"/>
              </a:rPr>
              <a:t>ợng</a:t>
            </a:r>
          </a:p>
        </p:txBody>
      </p:sp>
      <p:sp>
        <p:nvSpPr>
          <p:cNvPr id="57366" name="Line 46"/>
          <p:cNvSpPr>
            <a:spLocks noChangeShapeType="1"/>
          </p:cNvSpPr>
          <p:nvPr/>
        </p:nvSpPr>
        <p:spPr bwMode="auto">
          <a:xfrm>
            <a:off x="3767138" y="2136775"/>
            <a:ext cx="2582862" cy="8001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lstStyle/>
          <a:p>
            <a:endParaRPr lang="en-US"/>
          </a:p>
        </p:txBody>
      </p:sp>
      <p:sp>
        <p:nvSpPr>
          <p:cNvPr id="57367" name="Line 47"/>
          <p:cNvSpPr>
            <a:spLocks noChangeShapeType="1"/>
          </p:cNvSpPr>
          <p:nvPr/>
        </p:nvSpPr>
        <p:spPr bwMode="auto">
          <a:xfrm>
            <a:off x="3775075" y="2081213"/>
            <a:ext cx="4175125" cy="85566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lstStyle/>
          <a:p>
            <a:endParaRPr lang="en-US"/>
          </a:p>
        </p:txBody>
      </p:sp>
      <p:sp>
        <p:nvSpPr>
          <p:cNvPr id="57368" name="Text Box 48"/>
          <p:cNvSpPr txBox="1">
            <a:spLocks noChangeArrowheads="1"/>
          </p:cNvSpPr>
          <p:nvPr/>
        </p:nvSpPr>
        <p:spPr bwMode="auto">
          <a:xfrm>
            <a:off x="4559300" y="4298950"/>
            <a:ext cx="1474788" cy="648512"/>
          </a:xfrm>
          <a:prstGeom prst="rect">
            <a:avLst/>
          </a:prstGeom>
          <a:solidFill>
            <a:srgbClr val="0066FF">
              <a:alpha val="30196"/>
            </a:srgbClr>
          </a:solidFill>
          <a:ln w="9525">
            <a:solidFill>
              <a:srgbClr val="000000"/>
            </a:solidFill>
            <a:miter lim="800000"/>
            <a:headEnd/>
            <a:tailEnd/>
          </a:ln>
        </p:spPr>
        <p:txBody>
          <a:bodyPr lIns="90000" tIns="46800" rIns="90000" bIns="46800">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algn="ctr" eaLnBrk="1" hangingPunct="1">
              <a:spcBef>
                <a:spcPct val="50000"/>
              </a:spcBef>
            </a:pPr>
            <a:r>
              <a:rPr lang="en-US" altLang="ja-JP" b="1">
                <a:solidFill>
                  <a:srgbClr val="000000"/>
                </a:solidFill>
                <a:latin typeface="Tahoma" pitchFamily="34" charset="0"/>
              </a:rPr>
              <a:t>Xác định ngân sách</a:t>
            </a:r>
          </a:p>
        </p:txBody>
      </p:sp>
      <p:sp>
        <p:nvSpPr>
          <p:cNvPr id="57369" name="Line 50"/>
          <p:cNvSpPr>
            <a:spLocks noChangeShapeType="1"/>
          </p:cNvSpPr>
          <p:nvPr/>
        </p:nvSpPr>
        <p:spPr bwMode="auto">
          <a:xfrm flipH="1">
            <a:off x="5206999" y="3868057"/>
            <a:ext cx="3629" cy="41501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lstStyle/>
          <a:p>
            <a:endParaRPr lang="en-US"/>
          </a:p>
        </p:txBody>
      </p:sp>
      <p:sp>
        <p:nvSpPr>
          <p:cNvPr id="57370" name="Line 51"/>
          <p:cNvSpPr>
            <a:spLocks noChangeShapeType="1"/>
          </p:cNvSpPr>
          <p:nvPr/>
        </p:nvSpPr>
        <p:spPr bwMode="auto">
          <a:xfrm flipH="1">
            <a:off x="6618513" y="3984171"/>
            <a:ext cx="0" cy="126274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lIns="90000" tIns="46800" rIns="90000" bIns="46800"/>
          <a:lstStyle/>
          <a:p>
            <a:endParaRPr lang="en-US"/>
          </a:p>
        </p:txBody>
      </p:sp>
      <p:sp>
        <p:nvSpPr>
          <p:cNvPr id="57371" name="Line 52"/>
          <p:cNvSpPr>
            <a:spLocks noChangeShapeType="1"/>
          </p:cNvSpPr>
          <p:nvPr/>
        </p:nvSpPr>
        <p:spPr bwMode="auto">
          <a:xfrm flipH="1">
            <a:off x="4330699" y="5243511"/>
            <a:ext cx="2287807" cy="319089"/>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lstStyle/>
          <a:p>
            <a:endParaRPr lang="en-US"/>
          </a:p>
        </p:txBody>
      </p:sp>
      <p:sp>
        <p:nvSpPr>
          <p:cNvPr id="57372" name="Line 53"/>
          <p:cNvSpPr>
            <a:spLocks noChangeShapeType="1"/>
          </p:cNvSpPr>
          <p:nvPr/>
        </p:nvSpPr>
        <p:spPr bwMode="auto">
          <a:xfrm flipH="1">
            <a:off x="7881256" y="4100286"/>
            <a:ext cx="1" cy="127725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lIns="90000" tIns="46800" rIns="90000" bIns="46800"/>
          <a:lstStyle/>
          <a:p>
            <a:endParaRPr lang="en-US"/>
          </a:p>
        </p:txBody>
      </p:sp>
      <p:sp>
        <p:nvSpPr>
          <p:cNvPr id="57373" name="Line 54"/>
          <p:cNvSpPr>
            <a:spLocks noChangeShapeType="1"/>
          </p:cNvSpPr>
          <p:nvPr/>
        </p:nvSpPr>
        <p:spPr bwMode="auto">
          <a:xfrm flipH="1">
            <a:off x="4325938" y="5410200"/>
            <a:ext cx="3546475" cy="25082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lstStyle/>
          <a:p>
            <a:endParaRPr lang="en-US"/>
          </a:p>
        </p:txBody>
      </p:sp>
      <p:sp>
        <p:nvSpPr>
          <p:cNvPr id="57374" name="Text Box 55"/>
          <p:cNvSpPr txBox="1">
            <a:spLocks noChangeArrowheads="1"/>
          </p:cNvSpPr>
          <p:nvPr/>
        </p:nvSpPr>
        <p:spPr bwMode="auto">
          <a:xfrm>
            <a:off x="2357438" y="838200"/>
            <a:ext cx="1782762" cy="648512"/>
          </a:xfrm>
          <a:prstGeom prst="rect">
            <a:avLst/>
          </a:prstGeom>
          <a:solidFill>
            <a:srgbClr val="66FF66"/>
          </a:solidFill>
          <a:ln w="9525">
            <a:solidFill>
              <a:srgbClr val="000000"/>
            </a:solidFill>
            <a:miter lim="800000"/>
            <a:headEnd/>
            <a:tailEnd/>
          </a:ln>
        </p:spPr>
        <p:txBody>
          <a:bodyPr wrap="square" lIns="90000" tIns="46800" rIns="90000" bIns="46800">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algn="ctr" eaLnBrk="1" hangingPunct="1">
              <a:spcBef>
                <a:spcPct val="50000"/>
              </a:spcBef>
            </a:pPr>
            <a:r>
              <a:rPr lang="en-US" altLang="ja-JP" b="1">
                <a:solidFill>
                  <a:srgbClr val="000000"/>
                </a:solidFill>
                <a:latin typeface="Tahoma" pitchFamily="34" charset="0"/>
              </a:rPr>
              <a:t>Định nghĩa phạm vi</a:t>
            </a:r>
          </a:p>
        </p:txBody>
      </p:sp>
      <p:sp>
        <p:nvSpPr>
          <p:cNvPr id="57375" name="Text Box 57"/>
          <p:cNvSpPr txBox="1">
            <a:spLocks noChangeArrowheads="1"/>
          </p:cNvSpPr>
          <p:nvPr/>
        </p:nvSpPr>
        <p:spPr bwMode="auto">
          <a:xfrm>
            <a:off x="2341563" y="1603375"/>
            <a:ext cx="1798638" cy="371513"/>
          </a:xfrm>
          <a:prstGeom prst="rect">
            <a:avLst/>
          </a:prstGeom>
          <a:solidFill>
            <a:srgbClr val="66FF66"/>
          </a:solidFill>
          <a:ln w="9525">
            <a:solidFill>
              <a:srgbClr val="000000"/>
            </a:solidFill>
            <a:miter lim="800000"/>
            <a:headEnd/>
            <a:tailEnd/>
          </a:ln>
        </p:spPr>
        <p:txBody>
          <a:bodyPr wrap="square" lIns="90000" tIns="46800" rIns="90000" bIns="46800">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algn="ctr" eaLnBrk="1" hangingPunct="1">
              <a:spcBef>
                <a:spcPct val="50000"/>
              </a:spcBef>
            </a:pPr>
            <a:r>
              <a:rPr lang="en-US" altLang="ja-JP" b="1">
                <a:solidFill>
                  <a:srgbClr val="000000"/>
                </a:solidFill>
                <a:latin typeface="Tahoma" pitchFamily="34" charset="0"/>
              </a:rPr>
              <a:t>Tạo WBS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117221"/>
            <a:ext cx="8684260" cy="1069729"/>
          </a:xfrm>
          <a:prstGeom prst="rect">
            <a:avLst/>
          </a:prstGeom>
        </p:spPr>
        <p:txBody>
          <a:bodyPr vert="horz" wrap="square" lIns="0" tIns="510743" rIns="0" bIns="0" rtlCol="0">
            <a:spAutoFit/>
          </a:bodyPr>
          <a:lstStyle/>
          <a:p>
            <a:pPr marL="12700">
              <a:lnSpc>
                <a:spcPct val="100000"/>
              </a:lnSpc>
              <a:spcBef>
                <a:spcPts val="100"/>
              </a:spcBef>
            </a:pPr>
            <a:r>
              <a:rPr sz="3600" dirty="0" smtClean="0"/>
              <a:t>Project</a:t>
            </a:r>
            <a:r>
              <a:rPr sz="3600" spc="-10" dirty="0" smtClean="0"/>
              <a:t> </a:t>
            </a:r>
            <a:r>
              <a:rPr sz="3600" dirty="0"/>
              <a:t>time</a:t>
            </a:r>
            <a:r>
              <a:rPr sz="3600" spc="-5" dirty="0"/>
              <a:t> </a:t>
            </a:r>
            <a:r>
              <a:rPr sz="3600" spc="-20" dirty="0" smtClean="0"/>
              <a:t>plan</a:t>
            </a:r>
            <a:r>
              <a:rPr lang="en-US" sz="3600" spc="-20" dirty="0" smtClean="0"/>
              <a:t> (e)</a:t>
            </a:r>
            <a:endParaRPr sz="3600" dirty="0"/>
          </a:p>
        </p:txBody>
      </p:sp>
      <p:grpSp>
        <p:nvGrpSpPr>
          <p:cNvPr id="3" name="object 3"/>
          <p:cNvGrpSpPr/>
          <p:nvPr/>
        </p:nvGrpSpPr>
        <p:grpSpPr>
          <a:xfrm>
            <a:off x="1838388" y="5938837"/>
            <a:ext cx="3418204" cy="565150"/>
            <a:chOff x="1838388" y="5938837"/>
            <a:chExt cx="3418204" cy="565150"/>
          </a:xfrm>
        </p:grpSpPr>
        <p:sp>
          <p:nvSpPr>
            <p:cNvPr id="4" name="object 4"/>
            <p:cNvSpPr/>
            <p:nvPr/>
          </p:nvSpPr>
          <p:spPr>
            <a:xfrm>
              <a:off x="1843151" y="5943600"/>
              <a:ext cx="3408679" cy="555625"/>
            </a:xfrm>
            <a:custGeom>
              <a:avLst/>
              <a:gdLst/>
              <a:ahLst/>
              <a:cxnLst/>
              <a:rect l="l" t="t" r="r" b="b"/>
              <a:pathLst>
                <a:path w="3408679" h="555625">
                  <a:moveTo>
                    <a:pt x="3315716" y="0"/>
                  </a:moveTo>
                  <a:lnTo>
                    <a:pt x="92582" y="0"/>
                  </a:lnTo>
                  <a:lnTo>
                    <a:pt x="56524" y="7278"/>
                  </a:lnTo>
                  <a:lnTo>
                    <a:pt x="27098" y="27125"/>
                  </a:lnTo>
                  <a:lnTo>
                    <a:pt x="7268" y="56562"/>
                  </a:lnTo>
                  <a:lnTo>
                    <a:pt x="0" y="92608"/>
                  </a:lnTo>
                  <a:lnTo>
                    <a:pt x="0" y="463016"/>
                  </a:lnTo>
                  <a:lnTo>
                    <a:pt x="7268" y="499062"/>
                  </a:lnTo>
                  <a:lnTo>
                    <a:pt x="27098" y="528499"/>
                  </a:lnTo>
                  <a:lnTo>
                    <a:pt x="56524" y="548346"/>
                  </a:lnTo>
                  <a:lnTo>
                    <a:pt x="92582" y="555625"/>
                  </a:lnTo>
                  <a:lnTo>
                    <a:pt x="3315716" y="555625"/>
                  </a:lnTo>
                  <a:lnTo>
                    <a:pt x="3351774" y="548346"/>
                  </a:lnTo>
                  <a:lnTo>
                    <a:pt x="3381200" y="528499"/>
                  </a:lnTo>
                  <a:lnTo>
                    <a:pt x="3401030" y="499062"/>
                  </a:lnTo>
                  <a:lnTo>
                    <a:pt x="3408299" y="463016"/>
                  </a:lnTo>
                  <a:lnTo>
                    <a:pt x="3408299" y="92608"/>
                  </a:lnTo>
                  <a:lnTo>
                    <a:pt x="3401030" y="56562"/>
                  </a:lnTo>
                  <a:lnTo>
                    <a:pt x="3381200" y="27125"/>
                  </a:lnTo>
                  <a:lnTo>
                    <a:pt x="3351774" y="7278"/>
                  </a:lnTo>
                  <a:lnTo>
                    <a:pt x="3315716" y="0"/>
                  </a:lnTo>
                  <a:close/>
                </a:path>
              </a:pathLst>
            </a:custGeom>
            <a:solidFill>
              <a:srgbClr val="3366FF">
                <a:alpha val="59999"/>
              </a:srgbClr>
            </a:solidFill>
          </p:spPr>
          <p:txBody>
            <a:bodyPr wrap="square" lIns="0" tIns="0" rIns="0" bIns="0" rtlCol="0"/>
            <a:lstStyle/>
            <a:p>
              <a:endParaRPr/>
            </a:p>
          </p:txBody>
        </p:sp>
        <p:sp>
          <p:nvSpPr>
            <p:cNvPr id="5" name="object 5"/>
            <p:cNvSpPr/>
            <p:nvPr/>
          </p:nvSpPr>
          <p:spPr>
            <a:xfrm>
              <a:off x="1843151" y="5943600"/>
              <a:ext cx="3408679" cy="555625"/>
            </a:xfrm>
            <a:custGeom>
              <a:avLst/>
              <a:gdLst/>
              <a:ahLst/>
              <a:cxnLst/>
              <a:rect l="l" t="t" r="r" b="b"/>
              <a:pathLst>
                <a:path w="3408679" h="555625">
                  <a:moveTo>
                    <a:pt x="0" y="92608"/>
                  </a:moveTo>
                  <a:lnTo>
                    <a:pt x="7268" y="56562"/>
                  </a:lnTo>
                  <a:lnTo>
                    <a:pt x="27098" y="27125"/>
                  </a:lnTo>
                  <a:lnTo>
                    <a:pt x="56524" y="7278"/>
                  </a:lnTo>
                  <a:lnTo>
                    <a:pt x="92582" y="0"/>
                  </a:lnTo>
                  <a:lnTo>
                    <a:pt x="3315716" y="0"/>
                  </a:lnTo>
                  <a:lnTo>
                    <a:pt x="3351774" y="7278"/>
                  </a:lnTo>
                  <a:lnTo>
                    <a:pt x="3381200" y="27125"/>
                  </a:lnTo>
                  <a:lnTo>
                    <a:pt x="3401030" y="56562"/>
                  </a:lnTo>
                  <a:lnTo>
                    <a:pt x="3408299" y="92608"/>
                  </a:lnTo>
                  <a:lnTo>
                    <a:pt x="3408299" y="463016"/>
                  </a:lnTo>
                  <a:lnTo>
                    <a:pt x="3401030" y="499062"/>
                  </a:lnTo>
                  <a:lnTo>
                    <a:pt x="3381200" y="528499"/>
                  </a:lnTo>
                  <a:lnTo>
                    <a:pt x="3351774" y="548346"/>
                  </a:lnTo>
                  <a:lnTo>
                    <a:pt x="3315716" y="555625"/>
                  </a:lnTo>
                  <a:lnTo>
                    <a:pt x="92582" y="555625"/>
                  </a:lnTo>
                  <a:lnTo>
                    <a:pt x="56524" y="548346"/>
                  </a:lnTo>
                  <a:lnTo>
                    <a:pt x="27098" y="528499"/>
                  </a:lnTo>
                  <a:lnTo>
                    <a:pt x="7268" y="499062"/>
                  </a:lnTo>
                  <a:lnTo>
                    <a:pt x="0" y="463016"/>
                  </a:lnTo>
                  <a:lnTo>
                    <a:pt x="0" y="92608"/>
                  </a:lnTo>
                  <a:close/>
                </a:path>
              </a:pathLst>
            </a:custGeom>
            <a:ln w="9525">
              <a:solidFill>
                <a:srgbClr val="000000"/>
              </a:solidFill>
            </a:ln>
          </p:spPr>
          <p:txBody>
            <a:bodyPr wrap="square" lIns="0" tIns="0" rIns="0" bIns="0" rtlCol="0"/>
            <a:lstStyle/>
            <a:p>
              <a:endParaRPr/>
            </a:p>
          </p:txBody>
        </p:sp>
      </p:grpSp>
      <p:grpSp>
        <p:nvGrpSpPr>
          <p:cNvPr id="6" name="object 6"/>
          <p:cNvGrpSpPr/>
          <p:nvPr/>
        </p:nvGrpSpPr>
        <p:grpSpPr>
          <a:xfrm>
            <a:off x="1443037" y="1443037"/>
            <a:ext cx="4124325" cy="3971925"/>
            <a:chOff x="1443037" y="1443037"/>
            <a:chExt cx="4124325" cy="3971925"/>
          </a:xfrm>
        </p:grpSpPr>
        <p:sp>
          <p:nvSpPr>
            <p:cNvPr id="7" name="object 7"/>
            <p:cNvSpPr/>
            <p:nvPr/>
          </p:nvSpPr>
          <p:spPr>
            <a:xfrm>
              <a:off x="1814575" y="1609725"/>
              <a:ext cx="3381375" cy="523875"/>
            </a:xfrm>
            <a:custGeom>
              <a:avLst/>
              <a:gdLst/>
              <a:ahLst/>
              <a:cxnLst/>
              <a:rect l="l" t="t" r="r" b="b"/>
              <a:pathLst>
                <a:path w="3381375" h="523875">
                  <a:moveTo>
                    <a:pt x="3293999" y="0"/>
                  </a:moveTo>
                  <a:lnTo>
                    <a:pt x="87249" y="0"/>
                  </a:lnTo>
                  <a:lnTo>
                    <a:pt x="53256" y="6865"/>
                  </a:lnTo>
                  <a:lnTo>
                    <a:pt x="25526" y="25590"/>
                  </a:lnTo>
                  <a:lnTo>
                    <a:pt x="6846" y="53363"/>
                  </a:lnTo>
                  <a:lnTo>
                    <a:pt x="0" y="87375"/>
                  </a:lnTo>
                  <a:lnTo>
                    <a:pt x="0" y="436499"/>
                  </a:lnTo>
                  <a:lnTo>
                    <a:pt x="6846" y="470511"/>
                  </a:lnTo>
                  <a:lnTo>
                    <a:pt x="25526" y="498284"/>
                  </a:lnTo>
                  <a:lnTo>
                    <a:pt x="53256" y="517009"/>
                  </a:lnTo>
                  <a:lnTo>
                    <a:pt x="87249" y="523875"/>
                  </a:lnTo>
                  <a:lnTo>
                    <a:pt x="3293999" y="523875"/>
                  </a:lnTo>
                  <a:lnTo>
                    <a:pt x="3328011" y="517009"/>
                  </a:lnTo>
                  <a:lnTo>
                    <a:pt x="3355784" y="498284"/>
                  </a:lnTo>
                  <a:lnTo>
                    <a:pt x="3374509" y="470511"/>
                  </a:lnTo>
                  <a:lnTo>
                    <a:pt x="3381375" y="436499"/>
                  </a:lnTo>
                  <a:lnTo>
                    <a:pt x="3381375" y="87375"/>
                  </a:lnTo>
                  <a:lnTo>
                    <a:pt x="3374509" y="53363"/>
                  </a:lnTo>
                  <a:lnTo>
                    <a:pt x="3355784" y="25590"/>
                  </a:lnTo>
                  <a:lnTo>
                    <a:pt x="3328011" y="6865"/>
                  </a:lnTo>
                  <a:lnTo>
                    <a:pt x="3293999" y="0"/>
                  </a:lnTo>
                  <a:close/>
                </a:path>
              </a:pathLst>
            </a:custGeom>
            <a:solidFill>
              <a:srgbClr val="3366FF">
                <a:alpha val="59999"/>
              </a:srgbClr>
            </a:solidFill>
          </p:spPr>
          <p:txBody>
            <a:bodyPr wrap="square" lIns="0" tIns="0" rIns="0" bIns="0" rtlCol="0"/>
            <a:lstStyle/>
            <a:p>
              <a:endParaRPr/>
            </a:p>
          </p:txBody>
        </p:sp>
        <p:sp>
          <p:nvSpPr>
            <p:cNvPr id="8" name="object 8"/>
            <p:cNvSpPr/>
            <p:nvPr/>
          </p:nvSpPr>
          <p:spPr>
            <a:xfrm>
              <a:off x="1814575" y="1609725"/>
              <a:ext cx="3381375" cy="523875"/>
            </a:xfrm>
            <a:custGeom>
              <a:avLst/>
              <a:gdLst/>
              <a:ahLst/>
              <a:cxnLst/>
              <a:rect l="l" t="t" r="r" b="b"/>
              <a:pathLst>
                <a:path w="3381375" h="523875">
                  <a:moveTo>
                    <a:pt x="0" y="87375"/>
                  </a:moveTo>
                  <a:lnTo>
                    <a:pt x="6846" y="53363"/>
                  </a:lnTo>
                  <a:lnTo>
                    <a:pt x="25526" y="25590"/>
                  </a:lnTo>
                  <a:lnTo>
                    <a:pt x="53256" y="6865"/>
                  </a:lnTo>
                  <a:lnTo>
                    <a:pt x="87249" y="0"/>
                  </a:lnTo>
                  <a:lnTo>
                    <a:pt x="3293999" y="0"/>
                  </a:lnTo>
                  <a:lnTo>
                    <a:pt x="3328011" y="6865"/>
                  </a:lnTo>
                  <a:lnTo>
                    <a:pt x="3355784" y="25590"/>
                  </a:lnTo>
                  <a:lnTo>
                    <a:pt x="3374509" y="53363"/>
                  </a:lnTo>
                  <a:lnTo>
                    <a:pt x="3381375" y="87375"/>
                  </a:lnTo>
                  <a:lnTo>
                    <a:pt x="3381375" y="436499"/>
                  </a:lnTo>
                  <a:lnTo>
                    <a:pt x="3374509" y="470511"/>
                  </a:lnTo>
                  <a:lnTo>
                    <a:pt x="3355784" y="498284"/>
                  </a:lnTo>
                  <a:lnTo>
                    <a:pt x="3328011" y="517009"/>
                  </a:lnTo>
                  <a:lnTo>
                    <a:pt x="3293999" y="523875"/>
                  </a:lnTo>
                  <a:lnTo>
                    <a:pt x="87249" y="523875"/>
                  </a:lnTo>
                  <a:lnTo>
                    <a:pt x="53256" y="517009"/>
                  </a:lnTo>
                  <a:lnTo>
                    <a:pt x="25526" y="498284"/>
                  </a:lnTo>
                  <a:lnTo>
                    <a:pt x="6846" y="470511"/>
                  </a:lnTo>
                  <a:lnTo>
                    <a:pt x="0" y="436499"/>
                  </a:lnTo>
                  <a:lnTo>
                    <a:pt x="0" y="87375"/>
                  </a:lnTo>
                  <a:close/>
                </a:path>
              </a:pathLst>
            </a:custGeom>
            <a:ln w="9525">
              <a:solidFill>
                <a:srgbClr val="000000"/>
              </a:solidFill>
            </a:ln>
          </p:spPr>
          <p:txBody>
            <a:bodyPr wrap="square" lIns="0" tIns="0" rIns="0" bIns="0" rtlCol="0"/>
            <a:lstStyle/>
            <a:p>
              <a:endParaRPr/>
            </a:p>
          </p:txBody>
        </p:sp>
        <p:sp>
          <p:nvSpPr>
            <p:cNvPr id="9" name="object 9"/>
            <p:cNvSpPr/>
            <p:nvPr/>
          </p:nvSpPr>
          <p:spPr>
            <a:xfrm>
              <a:off x="1814575" y="2665475"/>
              <a:ext cx="3408679" cy="535305"/>
            </a:xfrm>
            <a:custGeom>
              <a:avLst/>
              <a:gdLst/>
              <a:ahLst/>
              <a:cxnLst/>
              <a:rect l="l" t="t" r="r" b="b"/>
              <a:pathLst>
                <a:path w="3408679" h="535305">
                  <a:moveTo>
                    <a:pt x="3319145" y="0"/>
                  </a:moveTo>
                  <a:lnTo>
                    <a:pt x="89154" y="0"/>
                  </a:lnTo>
                  <a:lnTo>
                    <a:pt x="54435" y="7000"/>
                  </a:lnTo>
                  <a:lnTo>
                    <a:pt x="26098" y="26098"/>
                  </a:lnTo>
                  <a:lnTo>
                    <a:pt x="7000" y="54435"/>
                  </a:lnTo>
                  <a:lnTo>
                    <a:pt x="0" y="89153"/>
                  </a:lnTo>
                  <a:lnTo>
                    <a:pt x="0" y="445770"/>
                  </a:lnTo>
                  <a:lnTo>
                    <a:pt x="7000" y="480488"/>
                  </a:lnTo>
                  <a:lnTo>
                    <a:pt x="26098" y="508825"/>
                  </a:lnTo>
                  <a:lnTo>
                    <a:pt x="54435" y="527923"/>
                  </a:lnTo>
                  <a:lnTo>
                    <a:pt x="89154" y="534924"/>
                  </a:lnTo>
                  <a:lnTo>
                    <a:pt x="3319145" y="534924"/>
                  </a:lnTo>
                  <a:lnTo>
                    <a:pt x="3353863" y="527923"/>
                  </a:lnTo>
                  <a:lnTo>
                    <a:pt x="3382200" y="508825"/>
                  </a:lnTo>
                  <a:lnTo>
                    <a:pt x="3401298" y="480488"/>
                  </a:lnTo>
                  <a:lnTo>
                    <a:pt x="3408299" y="445770"/>
                  </a:lnTo>
                  <a:lnTo>
                    <a:pt x="3408299" y="89153"/>
                  </a:lnTo>
                  <a:lnTo>
                    <a:pt x="3401298" y="54435"/>
                  </a:lnTo>
                  <a:lnTo>
                    <a:pt x="3382200" y="26098"/>
                  </a:lnTo>
                  <a:lnTo>
                    <a:pt x="3353863" y="7000"/>
                  </a:lnTo>
                  <a:lnTo>
                    <a:pt x="3319145" y="0"/>
                  </a:lnTo>
                  <a:close/>
                </a:path>
              </a:pathLst>
            </a:custGeom>
            <a:solidFill>
              <a:srgbClr val="3366FF">
                <a:alpha val="59999"/>
              </a:srgbClr>
            </a:solidFill>
          </p:spPr>
          <p:txBody>
            <a:bodyPr wrap="square" lIns="0" tIns="0" rIns="0" bIns="0" rtlCol="0"/>
            <a:lstStyle/>
            <a:p>
              <a:endParaRPr/>
            </a:p>
          </p:txBody>
        </p:sp>
        <p:sp>
          <p:nvSpPr>
            <p:cNvPr id="10" name="object 10"/>
            <p:cNvSpPr/>
            <p:nvPr/>
          </p:nvSpPr>
          <p:spPr>
            <a:xfrm>
              <a:off x="1814575" y="2665475"/>
              <a:ext cx="3408679" cy="535305"/>
            </a:xfrm>
            <a:custGeom>
              <a:avLst/>
              <a:gdLst/>
              <a:ahLst/>
              <a:cxnLst/>
              <a:rect l="l" t="t" r="r" b="b"/>
              <a:pathLst>
                <a:path w="3408679" h="535305">
                  <a:moveTo>
                    <a:pt x="0" y="89153"/>
                  </a:moveTo>
                  <a:lnTo>
                    <a:pt x="7000" y="54435"/>
                  </a:lnTo>
                  <a:lnTo>
                    <a:pt x="26098" y="26098"/>
                  </a:lnTo>
                  <a:lnTo>
                    <a:pt x="54435" y="7000"/>
                  </a:lnTo>
                  <a:lnTo>
                    <a:pt x="89154" y="0"/>
                  </a:lnTo>
                  <a:lnTo>
                    <a:pt x="3319145" y="0"/>
                  </a:lnTo>
                  <a:lnTo>
                    <a:pt x="3353863" y="7000"/>
                  </a:lnTo>
                  <a:lnTo>
                    <a:pt x="3382200" y="26098"/>
                  </a:lnTo>
                  <a:lnTo>
                    <a:pt x="3401298" y="54435"/>
                  </a:lnTo>
                  <a:lnTo>
                    <a:pt x="3408299" y="89153"/>
                  </a:lnTo>
                  <a:lnTo>
                    <a:pt x="3408299" y="445770"/>
                  </a:lnTo>
                  <a:lnTo>
                    <a:pt x="3401298" y="480488"/>
                  </a:lnTo>
                  <a:lnTo>
                    <a:pt x="3382200" y="508825"/>
                  </a:lnTo>
                  <a:lnTo>
                    <a:pt x="3353863" y="527923"/>
                  </a:lnTo>
                  <a:lnTo>
                    <a:pt x="3319145" y="534924"/>
                  </a:lnTo>
                  <a:lnTo>
                    <a:pt x="89154" y="534924"/>
                  </a:lnTo>
                  <a:lnTo>
                    <a:pt x="54435" y="527923"/>
                  </a:lnTo>
                  <a:lnTo>
                    <a:pt x="26098" y="508825"/>
                  </a:lnTo>
                  <a:lnTo>
                    <a:pt x="7000" y="480488"/>
                  </a:lnTo>
                  <a:lnTo>
                    <a:pt x="0" y="445770"/>
                  </a:lnTo>
                  <a:lnTo>
                    <a:pt x="0" y="89153"/>
                  </a:lnTo>
                  <a:close/>
                </a:path>
              </a:pathLst>
            </a:custGeom>
            <a:ln w="9525">
              <a:solidFill>
                <a:srgbClr val="000000"/>
              </a:solidFill>
            </a:ln>
          </p:spPr>
          <p:txBody>
            <a:bodyPr wrap="square" lIns="0" tIns="0" rIns="0" bIns="0" rtlCol="0"/>
            <a:lstStyle/>
            <a:p>
              <a:endParaRPr/>
            </a:p>
          </p:txBody>
        </p:sp>
        <p:sp>
          <p:nvSpPr>
            <p:cNvPr id="11" name="object 11"/>
            <p:cNvSpPr/>
            <p:nvPr/>
          </p:nvSpPr>
          <p:spPr>
            <a:xfrm>
              <a:off x="1808225" y="4646548"/>
              <a:ext cx="3408679" cy="535305"/>
            </a:xfrm>
            <a:custGeom>
              <a:avLst/>
              <a:gdLst/>
              <a:ahLst/>
              <a:cxnLst/>
              <a:rect l="l" t="t" r="r" b="b"/>
              <a:pathLst>
                <a:path w="3408679" h="535304">
                  <a:moveTo>
                    <a:pt x="3319145" y="0"/>
                  </a:moveTo>
                  <a:lnTo>
                    <a:pt x="89154" y="0"/>
                  </a:lnTo>
                  <a:lnTo>
                    <a:pt x="54435" y="7020"/>
                  </a:lnTo>
                  <a:lnTo>
                    <a:pt x="26098" y="26162"/>
                  </a:lnTo>
                  <a:lnTo>
                    <a:pt x="7000" y="54542"/>
                  </a:lnTo>
                  <a:lnTo>
                    <a:pt x="0" y="89281"/>
                  </a:lnTo>
                  <a:lnTo>
                    <a:pt x="0" y="445896"/>
                  </a:lnTo>
                  <a:lnTo>
                    <a:pt x="7000" y="480615"/>
                  </a:lnTo>
                  <a:lnTo>
                    <a:pt x="26098" y="508952"/>
                  </a:lnTo>
                  <a:lnTo>
                    <a:pt x="54435" y="528050"/>
                  </a:lnTo>
                  <a:lnTo>
                    <a:pt x="89154" y="535051"/>
                  </a:lnTo>
                  <a:lnTo>
                    <a:pt x="3319145" y="535051"/>
                  </a:lnTo>
                  <a:lnTo>
                    <a:pt x="3353863" y="528050"/>
                  </a:lnTo>
                  <a:lnTo>
                    <a:pt x="3382200" y="508952"/>
                  </a:lnTo>
                  <a:lnTo>
                    <a:pt x="3401298" y="480615"/>
                  </a:lnTo>
                  <a:lnTo>
                    <a:pt x="3408299" y="445896"/>
                  </a:lnTo>
                  <a:lnTo>
                    <a:pt x="3408299" y="89281"/>
                  </a:lnTo>
                  <a:lnTo>
                    <a:pt x="3401298" y="54542"/>
                  </a:lnTo>
                  <a:lnTo>
                    <a:pt x="3382200" y="26162"/>
                  </a:lnTo>
                  <a:lnTo>
                    <a:pt x="3353863" y="7020"/>
                  </a:lnTo>
                  <a:lnTo>
                    <a:pt x="3319145" y="0"/>
                  </a:lnTo>
                  <a:close/>
                </a:path>
              </a:pathLst>
            </a:custGeom>
            <a:solidFill>
              <a:srgbClr val="3366FF">
                <a:alpha val="59999"/>
              </a:srgbClr>
            </a:solidFill>
          </p:spPr>
          <p:txBody>
            <a:bodyPr wrap="square" lIns="0" tIns="0" rIns="0" bIns="0" rtlCol="0"/>
            <a:lstStyle/>
            <a:p>
              <a:endParaRPr/>
            </a:p>
          </p:txBody>
        </p:sp>
        <p:sp>
          <p:nvSpPr>
            <p:cNvPr id="12" name="object 12"/>
            <p:cNvSpPr/>
            <p:nvPr/>
          </p:nvSpPr>
          <p:spPr>
            <a:xfrm>
              <a:off x="1808225" y="4646548"/>
              <a:ext cx="3408679" cy="535305"/>
            </a:xfrm>
            <a:custGeom>
              <a:avLst/>
              <a:gdLst/>
              <a:ahLst/>
              <a:cxnLst/>
              <a:rect l="l" t="t" r="r" b="b"/>
              <a:pathLst>
                <a:path w="3408679" h="535304">
                  <a:moveTo>
                    <a:pt x="0" y="89281"/>
                  </a:moveTo>
                  <a:lnTo>
                    <a:pt x="7000" y="54542"/>
                  </a:lnTo>
                  <a:lnTo>
                    <a:pt x="26098" y="26162"/>
                  </a:lnTo>
                  <a:lnTo>
                    <a:pt x="54435" y="7020"/>
                  </a:lnTo>
                  <a:lnTo>
                    <a:pt x="89154" y="0"/>
                  </a:lnTo>
                  <a:lnTo>
                    <a:pt x="3319145" y="0"/>
                  </a:lnTo>
                  <a:lnTo>
                    <a:pt x="3353863" y="7020"/>
                  </a:lnTo>
                  <a:lnTo>
                    <a:pt x="3382200" y="26162"/>
                  </a:lnTo>
                  <a:lnTo>
                    <a:pt x="3401298" y="54542"/>
                  </a:lnTo>
                  <a:lnTo>
                    <a:pt x="3408299" y="89281"/>
                  </a:lnTo>
                  <a:lnTo>
                    <a:pt x="3408299" y="445896"/>
                  </a:lnTo>
                  <a:lnTo>
                    <a:pt x="3401298" y="480615"/>
                  </a:lnTo>
                  <a:lnTo>
                    <a:pt x="3382200" y="508952"/>
                  </a:lnTo>
                  <a:lnTo>
                    <a:pt x="3353863" y="528050"/>
                  </a:lnTo>
                  <a:lnTo>
                    <a:pt x="3319145" y="535051"/>
                  </a:lnTo>
                  <a:lnTo>
                    <a:pt x="89154" y="535051"/>
                  </a:lnTo>
                  <a:lnTo>
                    <a:pt x="54435" y="528050"/>
                  </a:lnTo>
                  <a:lnTo>
                    <a:pt x="26098" y="508952"/>
                  </a:lnTo>
                  <a:lnTo>
                    <a:pt x="7000" y="480615"/>
                  </a:lnTo>
                  <a:lnTo>
                    <a:pt x="0" y="445896"/>
                  </a:lnTo>
                  <a:lnTo>
                    <a:pt x="0" y="89281"/>
                  </a:lnTo>
                  <a:close/>
                </a:path>
              </a:pathLst>
            </a:custGeom>
            <a:ln w="9525">
              <a:solidFill>
                <a:srgbClr val="000000"/>
              </a:solidFill>
            </a:ln>
          </p:spPr>
          <p:txBody>
            <a:bodyPr wrap="square" lIns="0" tIns="0" rIns="0" bIns="0" rtlCol="0"/>
            <a:lstStyle/>
            <a:p>
              <a:endParaRPr/>
            </a:p>
          </p:txBody>
        </p:sp>
        <p:sp>
          <p:nvSpPr>
            <p:cNvPr id="13" name="object 13"/>
            <p:cNvSpPr/>
            <p:nvPr/>
          </p:nvSpPr>
          <p:spPr>
            <a:xfrm>
              <a:off x="1814575" y="3635375"/>
              <a:ext cx="3408679" cy="555625"/>
            </a:xfrm>
            <a:custGeom>
              <a:avLst/>
              <a:gdLst/>
              <a:ahLst/>
              <a:cxnLst/>
              <a:rect l="l" t="t" r="r" b="b"/>
              <a:pathLst>
                <a:path w="3408679" h="555625">
                  <a:moveTo>
                    <a:pt x="3315716" y="0"/>
                  </a:moveTo>
                  <a:lnTo>
                    <a:pt x="92582" y="0"/>
                  </a:lnTo>
                  <a:lnTo>
                    <a:pt x="56524" y="7268"/>
                  </a:lnTo>
                  <a:lnTo>
                    <a:pt x="27098" y="27098"/>
                  </a:lnTo>
                  <a:lnTo>
                    <a:pt x="7268" y="56524"/>
                  </a:lnTo>
                  <a:lnTo>
                    <a:pt x="0" y="92582"/>
                  </a:lnTo>
                  <a:lnTo>
                    <a:pt x="0" y="463042"/>
                  </a:lnTo>
                  <a:lnTo>
                    <a:pt x="7268" y="499100"/>
                  </a:lnTo>
                  <a:lnTo>
                    <a:pt x="27098" y="528526"/>
                  </a:lnTo>
                  <a:lnTo>
                    <a:pt x="56524" y="548356"/>
                  </a:lnTo>
                  <a:lnTo>
                    <a:pt x="92582" y="555625"/>
                  </a:lnTo>
                  <a:lnTo>
                    <a:pt x="3315716" y="555625"/>
                  </a:lnTo>
                  <a:lnTo>
                    <a:pt x="3351774" y="548356"/>
                  </a:lnTo>
                  <a:lnTo>
                    <a:pt x="3381200" y="528526"/>
                  </a:lnTo>
                  <a:lnTo>
                    <a:pt x="3401030" y="499100"/>
                  </a:lnTo>
                  <a:lnTo>
                    <a:pt x="3408299" y="463042"/>
                  </a:lnTo>
                  <a:lnTo>
                    <a:pt x="3408299" y="92582"/>
                  </a:lnTo>
                  <a:lnTo>
                    <a:pt x="3401030" y="56524"/>
                  </a:lnTo>
                  <a:lnTo>
                    <a:pt x="3381200" y="27098"/>
                  </a:lnTo>
                  <a:lnTo>
                    <a:pt x="3351774" y="7268"/>
                  </a:lnTo>
                  <a:lnTo>
                    <a:pt x="3315716" y="0"/>
                  </a:lnTo>
                  <a:close/>
                </a:path>
              </a:pathLst>
            </a:custGeom>
            <a:solidFill>
              <a:srgbClr val="3366FF">
                <a:alpha val="59999"/>
              </a:srgbClr>
            </a:solidFill>
          </p:spPr>
          <p:txBody>
            <a:bodyPr wrap="square" lIns="0" tIns="0" rIns="0" bIns="0" rtlCol="0"/>
            <a:lstStyle/>
            <a:p>
              <a:endParaRPr/>
            </a:p>
          </p:txBody>
        </p:sp>
        <p:sp>
          <p:nvSpPr>
            <p:cNvPr id="14" name="object 14"/>
            <p:cNvSpPr/>
            <p:nvPr/>
          </p:nvSpPr>
          <p:spPr>
            <a:xfrm>
              <a:off x="1447800" y="1447800"/>
              <a:ext cx="4114800" cy="3962400"/>
            </a:xfrm>
            <a:custGeom>
              <a:avLst/>
              <a:gdLst/>
              <a:ahLst/>
              <a:cxnLst/>
              <a:rect l="l" t="t" r="r" b="b"/>
              <a:pathLst>
                <a:path w="4114800" h="3962400">
                  <a:moveTo>
                    <a:pt x="366775" y="2280158"/>
                  </a:moveTo>
                  <a:lnTo>
                    <a:pt x="374044" y="2244099"/>
                  </a:lnTo>
                  <a:lnTo>
                    <a:pt x="393874" y="2214673"/>
                  </a:lnTo>
                  <a:lnTo>
                    <a:pt x="423300" y="2194843"/>
                  </a:lnTo>
                  <a:lnTo>
                    <a:pt x="459358" y="2187575"/>
                  </a:lnTo>
                  <a:lnTo>
                    <a:pt x="3682491" y="2187575"/>
                  </a:lnTo>
                  <a:lnTo>
                    <a:pt x="3718550" y="2194843"/>
                  </a:lnTo>
                  <a:lnTo>
                    <a:pt x="3747976" y="2214673"/>
                  </a:lnTo>
                  <a:lnTo>
                    <a:pt x="3767806" y="2244099"/>
                  </a:lnTo>
                  <a:lnTo>
                    <a:pt x="3775075" y="2280158"/>
                  </a:lnTo>
                  <a:lnTo>
                    <a:pt x="3775075" y="2650617"/>
                  </a:lnTo>
                  <a:lnTo>
                    <a:pt x="3767806" y="2686675"/>
                  </a:lnTo>
                  <a:lnTo>
                    <a:pt x="3747976" y="2716101"/>
                  </a:lnTo>
                  <a:lnTo>
                    <a:pt x="3718550" y="2735931"/>
                  </a:lnTo>
                  <a:lnTo>
                    <a:pt x="3682491" y="2743200"/>
                  </a:lnTo>
                  <a:lnTo>
                    <a:pt x="459358" y="2743200"/>
                  </a:lnTo>
                  <a:lnTo>
                    <a:pt x="423300" y="2735931"/>
                  </a:lnTo>
                  <a:lnTo>
                    <a:pt x="393874" y="2716101"/>
                  </a:lnTo>
                  <a:lnTo>
                    <a:pt x="374044" y="2686675"/>
                  </a:lnTo>
                  <a:lnTo>
                    <a:pt x="366775" y="2650617"/>
                  </a:lnTo>
                  <a:lnTo>
                    <a:pt x="366775" y="2280158"/>
                  </a:lnTo>
                  <a:close/>
                </a:path>
                <a:path w="4114800" h="3962400">
                  <a:moveTo>
                    <a:pt x="0" y="116459"/>
                  </a:moveTo>
                  <a:lnTo>
                    <a:pt x="9159" y="71151"/>
                  </a:lnTo>
                  <a:lnTo>
                    <a:pt x="34131" y="34131"/>
                  </a:lnTo>
                  <a:lnTo>
                    <a:pt x="71151" y="9159"/>
                  </a:lnTo>
                  <a:lnTo>
                    <a:pt x="116459" y="0"/>
                  </a:lnTo>
                  <a:lnTo>
                    <a:pt x="3998341" y="0"/>
                  </a:lnTo>
                  <a:lnTo>
                    <a:pt x="4043648" y="9159"/>
                  </a:lnTo>
                  <a:lnTo>
                    <a:pt x="4080668" y="34131"/>
                  </a:lnTo>
                  <a:lnTo>
                    <a:pt x="4105640" y="71151"/>
                  </a:lnTo>
                  <a:lnTo>
                    <a:pt x="4114800" y="116459"/>
                  </a:lnTo>
                  <a:lnTo>
                    <a:pt x="4114800" y="3845941"/>
                  </a:lnTo>
                  <a:lnTo>
                    <a:pt x="4105640" y="3891248"/>
                  </a:lnTo>
                  <a:lnTo>
                    <a:pt x="4080668" y="3928268"/>
                  </a:lnTo>
                  <a:lnTo>
                    <a:pt x="4043648" y="3953240"/>
                  </a:lnTo>
                  <a:lnTo>
                    <a:pt x="3998341" y="3962400"/>
                  </a:lnTo>
                  <a:lnTo>
                    <a:pt x="116459" y="3962400"/>
                  </a:lnTo>
                  <a:lnTo>
                    <a:pt x="71151" y="3953240"/>
                  </a:lnTo>
                  <a:lnTo>
                    <a:pt x="34131" y="3928268"/>
                  </a:lnTo>
                  <a:lnTo>
                    <a:pt x="9159" y="3891248"/>
                  </a:lnTo>
                  <a:lnTo>
                    <a:pt x="0" y="3845941"/>
                  </a:lnTo>
                  <a:lnTo>
                    <a:pt x="0" y="116459"/>
                  </a:lnTo>
                  <a:close/>
                </a:path>
              </a:pathLst>
            </a:custGeom>
            <a:ln w="9525">
              <a:solidFill>
                <a:srgbClr val="000000"/>
              </a:solidFill>
            </a:ln>
          </p:spPr>
          <p:txBody>
            <a:bodyPr wrap="square" lIns="0" tIns="0" rIns="0" bIns="0" rtlCol="0"/>
            <a:lstStyle/>
            <a:p>
              <a:endParaRPr/>
            </a:p>
          </p:txBody>
        </p:sp>
        <p:sp>
          <p:nvSpPr>
            <p:cNvPr id="15" name="object 15"/>
            <p:cNvSpPr/>
            <p:nvPr/>
          </p:nvSpPr>
          <p:spPr>
            <a:xfrm>
              <a:off x="3200400" y="4206875"/>
              <a:ext cx="713105" cy="469900"/>
            </a:xfrm>
            <a:custGeom>
              <a:avLst/>
              <a:gdLst/>
              <a:ahLst/>
              <a:cxnLst/>
              <a:rect l="l" t="t" r="r" b="b"/>
              <a:pathLst>
                <a:path w="713104" h="469900">
                  <a:moveTo>
                    <a:pt x="568578" y="0"/>
                  </a:moveTo>
                  <a:lnTo>
                    <a:pt x="144272" y="0"/>
                  </a:lnTo>
                  <a:lnTo>
                    <a:pt x="144272" y="270256"/>
                  </a:lnTo>
                  <a:lnTo>
                    <a:pt x="0" y="270256"/>
                  </a:lnTo>
                  <a:lnTo>
                    <a:pt x="356362" y="469900"/>
                  </a:lnTo>
                  <a:lnTo>
                    <a:pt x="712851" y="270256"/>
                  </a:lnTo>
                  <a:lnTo>
                    <a:pt x="568578" y="270256"/>
                  </a:lnTo>
                  <a:lnTo>
                    <a:pt x="568578" y="0"/>
                  </a:lnTo>
                  <a:close/>
                </a:path>
              </a:pathLst>
            </a:custGeom>
            <a:solidFill>
              <a:srgbClr val="FF6600"/>
            </a:solidFill>
          </p:spPr>
          <p:txBody>
            <a:bodyPr wrap="square" lIns="0" tIns="0" rIns="0" bIns="0" rtlCol="0"/>
            <a:lstStyle/>
            <a:p>
              <a:endParaRPr/>
            </a:p>
          </p:txBody>
        </p:sp>
        <p:sp>
          <p:nvSpPr>
            <p:cNvPr id="16" name="object 16"/>
            <p:cNvSpPr/>
            <p:nvPr/>
          </p:nvSpPr>
          <p:spPr>
            <a:xfrm>
              <a:off x="3200400" y="4206875"/>
              <a:ext cx="713105" cy="469900"/>
            </a:xfrm>
            <a:custGeom>
              <a:avLst/>
              <a:gdLst/>
              <a:ahLst/>
              <a:cxnLst/>
              <a:rect l="l" t="t" r="r" b="b"/>
              <a:pathLst>
                <a:path w="713104" h="469900">
                  <a:moveTo>
                    <a:pt x="0" y="270256"/>
                  </a:moveTo>
                  <a:lnTo>
                    <a:pt x="144272" y="270256"/>
                  </a:lnTo>
                  <a:lnTo>
                    <a:pt x="144272" y="0"/>
                  </a:lnTo>
                  <a:lnTo>
                    <a:pt x="568578" y="0"/>
                  </a:lnTo>
                  <a:lnTo>
                    <a:pt x="568578" y="270256"/>
                  </a:lnTo>
                  <a:lnTo>
                    <a:pt x="712851" y="270256"/>
                  </a:lnTo>
                  <a:lnTo>
                    <a:pt x="356362" y="469900"/>
                  </a:lnTo>
                  <a:lnTo>
                    <a:pt x="0" y="270256"/>
                  </a:lnTo>
                  <a:close/>
                </a:path>
              </a:pathLst>
            </a:custGeom>
            <a:ln w="9524">
              <a:solidFill>
                <a:srgbClr val="000000"/>
              </a:solidFill>
            </a:ln>
          </p:spPr>
          <p:txBody>
            <a:bodyPr wrap="square" lIns="0" tIns="0" rIns="0" bIns="0" rtlCol="0"/>
            <a:lstStyle/>
            <a:p>
              <a:endParaRPr/>
            </a:p>
          </p:txBody>
        </p:sp>
        <p:sp>
          <p:nvSpPr>
            <p:cNvPr id="17" name="object 17"/>
            <p:cNvSpPr/>
            <p:nvPr/>
          </p:nvSpPr>
          <p:spPr>
            <a:xfrm>
              <a:off x="3200400" y="3214623"/>
              <a:ext cx="713105" cy="470534"/>
            </a:xfrm>
            <a:custGeom>
              <a:avLst/>
              <a:gdLst/>
              <a:ahLst/>
              <a:cxnLst/>
              <a:rect l="l" t="t" r="r" b="b"/>
              <a:pathLst>
                <a:path w="713104" h="470535">
                  <a:moveTo>
                    <a:pt x="568578" y="0"/>
                  </a:moveTo>
                  <a:lnTo>
                    <a:pt x="144272" y="0"/>
                  </a:lnTo>
                  <a:lnTo>
                    <a:pt x="144272" y="270383"/>
                  </a:lnTo>
                  <a:lnTo>
                    <a:pt x="0" y="270383"/>
                  </a:lnTo>
                  <a:lnTo>
                    <a:pt x="356362" y="470026"/>
                  </a:lnTo>
                  <a:lnTo>
                    <a:pt x="712851" y="270383"/>
                  </a:lnTo>
                  <a:lnTo>
                    <a:pt x="568578" y="270383"/>
                  </a:lnTo>
                  <a:lnTo>
                    <a:pt x="568578" y="0"/>
                  </a:lnTo>
                  <a:close/>
                </a:path>
              </a:pathLst>
            </a:custGeom>
            <a:solidFill>
              <a:srgbClr val="FF6600"/>
            </a:solidFill>
          </p:spPr>
          <p:txBody>
            <a:bodyPr wrap="square" lIns="0" tIns="0" rIns="0" bIns="0" rtlCol="0"/>
            <a:lstStyle/>
            <a:p>
              <a:endParaRPr/>
            </a:p>
          </p:txBody>
        </p:sp>
        <p:sp>
          <p:nvSpPr>
            <p:cNvPr id="18" name="object 18"/>
            <p:cNvSpPr/>
            <p:nvPr/>
          </p:nvSpPr>
          <p:spPr>
            <a:xfrm>
              <a:off x="3200400" y="3214623"/>
              <a:ext cx="713105" cy="470534"/>
            </a:xfrm>
            <a:custGeom>
              <a:avLst/>
              <a:gdLst/>
              <a:ahLst/>
              <a:cxnLst/>
              <a:rect l="l" t="t" r="r" b="b"/>
              <a:pathLst>
                <a:path w="713104" h="470535">
                  <a:moveTo>
                    <a:pt x="0" y="270383"/>
                  </a:moveTo>
                  <a:lnTo>
                    <a:pt x="144272" y="270383"/>
                  </a:lnTo>
                  <a:lnTo>
                    <a:pt x="144272" y="0"/>
                  </a:lnTo>
                  <a:lnTo>
                    <a:pt x="568578" y="0"/>
                  </a:lnTo>
                  <a:lnTo>
                    <a:pt x="568578" y="270383"/>
                  </a:lnTo>
                  <a:lnTo>
                    <a:pt x="712851" y="270383"/>
                  </a:lnTo>
                  <a:lnTo>
                    <a:pt x="356362" y="470026"/>
                  </a:lnTo>
                  <a:lnTo>
                    <a:pt x="0" y="270383"/>
                  </a:lnTo>
                  <a:close/>
                </a:path>
              </a:pathLst>
            </a:custGeom>
            <a:ln w="9524">
              <a:solidFill>
                <a:srgbClr val="000000"/>
              </a:solidFill>
            </a:ln>
          </p:spPr>
          <p:txBody>
            <a:bodyPr wrap="square" lIns="0" tIns="0" rIns="0" bIns="0" rtlCol="0"/>
            <a:lstStyle/>
            <a:p>
              <a:endParaRPr/>
            </a:p>
          </p:txBody>
        </p:sp>
        <p:sp>
          <p:nvSpPr>
            <p:cNvPr id="19" name="object 19"/>
            <p:cNvSpPr/>
            <p:nvPr/>
          </p:nvSpPr>
          <p:spPr>
            <a:xfrm>
              <a:off x="3200400" y="2224151"/>
              <a:ext cx="713105" cy="469900"/>
            </a:xfrm>
            <a:custGeom>
              <a:avLst/>
              <a:gdLst/>
              <a:ahLst/>
              <a:cxnLst/>
              <a:rect l="l" t="t" r="r" b="b"/>
              <a:pathLst>
                <a:path w="713104" h="469900">
                  <a:moveTo>
                    <a:pt x="568578" y="0"/>
                  </a:moveTo>
                  <a:lnTo>
                    <a:pt x="144272" y="0"/>
                  </a:lnTo>
                  <a:lnTo>
                    <a:pt x="144272" y="270256"/>
                  </a:lnTo>
                  <a:lnTo>
                    <a:pt x="0" y="270256"/>
                  </a:lnTo>
                  <a:lnTo>
                    <a:pt x="356362" y="469900"/>
                  </a:lnTo>
                  <a:lnTo>
                    <a:pt x="712851" y="270256"/>
                  </a:lnTo>
                  <a:lnTo>
                    <a:pt x="568578" y="270256"/>
                  </a:lnTo>
                  <a:lnTo>
                    <a:pt x="568578" y="0"/>
                  </a:lnTo>
                  <a:close/>
                </a:path>
              </a:pathLst>
            </a:custGeom>
            <a:solidFill>
              <a:srgbClr val="FF6600"/>
            </a:solidFill>
          </p:spPr>
          <p:txBody>
            <a:bodyPr wrap="square" lIns="0" tIns="0" rIns="0" bIns="0" rtlCol="0"/>
            <a:lstStyle/>
            <a:p>
              <a:endParaRPr/>
            </a:p>
          </p:txBody>
        </p:sp>
        <p:sp>
          <p:nvSpPr>
            <p:cNvPr id="20" name="object 20"/>
            <p:cNvSpPr/>
            <p:nvPr/>
          </p:nvSpPr>
          <p:spPr>
            <a:xfrm>
              <a:off x="3200400" y="2224151"/>
              <a:ext cx="713105" cy="469900"/>
            </a:xfrm>
            <a:custGeom>
              <a:avLst/>
              <a:gdLst/>
              <a:ahLst/>
              <a:cxnLst/>
              <a:rect l="l" t="t" r="r" b="b"/>
              <a:pathLst>
                <a:path w="713104" h="469900">
                  <a:moveTo>
                    <a:pt x="0" y="270256"/>
                  </a:moveTo>
                  <a:lnTo>
                    <a:pt x="144272" y="270256"/>
                  </a:lnTo>
                  <a:lnTo>
                    <a:pt x="144272" y="0"/>
                  </a:lnTo>
                  <a:lnTo>
                    <a:pt x="568578" y="0"/>
                  </a:lnTo>
                  <a:lnTo>
                    <a:pt x="568578" y="270256"/>
                  </a:lnTo>
                  <a:lnTo>
                    <a:pt x="712851" y="270256"/>
                  </a:lnTo>
                  <a:lnTo>
                    <a:pt x="356362" y="469900"/>
                  </a:lnTo>
                  <a:lnTo>
                    <a:pt x="0" y="270256"/>
                  </a:lnTo>
                  <a:close/>
                </a:path>
              </a:pathLst>
            </a:custGeom>
            <a:ln w="9524">
              <a:solidFill>
                <a:srgbClr val="000000"/>
              </a:solidFill>
            </a:ln>
          </p:spPr>
          <p:txBody>
            <a:bodyPr wrap="square" lIns="0" tIns="0" rIns="0" bIns="0" rtlCol="0"/>
            <a:lstStyle/>
            <a:p>
              <a:endParaRPr/>
            </a:p>
          </p:txBody>
        </p:sp>
      </p:grpSp>
      <p:sp>
        <p:nvSpPr>
          <p:cNvPr id="21" name="object 21"/>
          <p:cNvSpPr txBox="1"/>
          <p:nvPr/>
        </p:nvSpPr>
        <p:spPr>
          <a:xfrm>
            <a:off x="2502789" y="6050076"/>
            <a:ext cx="2088514" cy="330835"/>
          </a:xfrm>
          <a:prstGeom prst="rect">
            <a:avLst/>
          </a:prstGeom>
        </p:spPr>
        <p:txBody>
          <a:bodyPr vert="horz" wrap="square" lIns="0" tIns="12700" rIns="0" bIns="0" rtlCol="0">
            <a:spAutoFit/>
          </a:bodyPr>
          <a:lstStyle/>
          <a:p>
            <a:pPr marL="12700">
              <a:lnSpc>
                <a:spcPct val="100000"/>
              </a:lnSpc>
              <a:spcBef>
                <a:spcPts val="100"/>
              </a:spcBef>
            </a:pPr>
            <a:r>
              <a:rPr sz="2000" dirty="0">
                <a:latin typeface="Arial"/>
                <a:cs typeface="Arial"/>
              </a:rPr>
              <a:t>Develop</a:t>
            </a:r>
            <a:r>
              <a:rPr sz="2000" spc="-40" dirty="0">
                <a:latin typeface="Arial"/>
                <a:cs typeface="Arial"/>
              </a:rPr>
              <a:t> </a:t>
            </a:r>
            <a:r>
              <a:rPr sz="2000" spc="-10" dirty="0">
                <a:latin typeface="Arial"/>
                <a:cs typeface="Arial"/>
              </a:rPr>
              <a:t>Schedule</a:t>
            </a:r>
            <a:endParaRPr sz="2000">
              <a:latin typeface="Arial"/>
              <a:cs typeface="Arial"/>
            </a:endParaRPr>
          </a:p>
        </p:txBody>
      </p:sp>
      <p:grpSp>
        <p:nvGrpSpPr>
          <p:cNvPr id="22" name="object 22"/>
          <p:cNvGrpSpPr/>
          <p:nvPr/>
        </p:nvGrpSpPr>
        <p:grpSpPr>
          <a:xfrm>
            <a:off x="3176587" y="5497512"/>
            <a:ext cx="722630" cy="479425"/>
            <a:chOff x="3176587" y="5497512"/>
            <a:chExt cx="722630" cy="479425"/>
          </a:xfrm>
        </p:grpSpPr>
        <p:sp>
          <p:nvSpPr>
            <p:cNvPr id="23" name="object 23"/>
            <p:cNvSpPr/>
            <p:nvPr/>
          </p:nvSpPr>
          <p:spPr>
            <a:xfrm>
              <a:off x="3181350" y="5502275"/>
              <a:ext cx="713105" cy="469900"/>
            </a:xfrm>
            <a:custGeom>
              <a:avLst/>
              <a:gdLst/>
              <a:ahLst/>
              <a:cxnLst/>
              <a:rect l="l" t="t" r="r" b="b"/>
              <a:pathLst>
                <a:path w="713104" h="469900">
                  <a:moveTo>
                    <a:pt x="568578" y="0"/>
                  </a:moveTo>
                  <a:lnTo>
                    <a:pt x="144272" y="0"/>
                  </a:lnTo>
                  <a:lnTo>
                    <a:pt x="144272" y="270306"/>
                  </a:lnTo>
                  <a:lnTo>
                    <a:pt x="0" y="270306"/>
                  </a:lnTo>
                  <a:lnTo>
                    <a:pt x="356362" y="469900"/>
                  </a:lnTo>
                  <a:lnTo>
                    <a:pt x="712851" y="270306"/>
                  </a:lnTo>
                  <a:lnTo>
                    <a:pt x="568578" y="270306"/>
                  </a:lnTo>
                  <a:lnTo>
                    <a:pt x="568578" y="0"/>
                  </a:lnTo>
                  <a:close/>
                </a:path>
              </a:pathLst>
            </a:custGeom>
            <a:solidFill>
              <a:srgbClr val="FF6600"/>
            </a:solidFill>
          </p:spPr>
          <p:txBody>
            <a:bodyPr wrap="square" lIns="0" tIns="0" rIns="0" bIns="0" rtlCol="0"/>
            <a:lstStyle/>
            <a:p>
              <a:endParaRPr/>
            </a:p>
          </p:txBody>
        </p:sp>
        <p:sp>
          <p:nvSpPr>
            <p:cNvPr id="24" name="object 24"/>
            <p:cNvSpPr/>
            <p:nvPr/>
          </p:nvSpPr>
          <p:spPr>
            <a:xfrm>
              <a:off x="3181350" y="5502275"/>
              <a:ext cx="713105" cy="469900"/>
            </a:xfrm>
            <a:custGeom>
              <a:avLst/>
              <a:gdLst/>
              <a:ahLst/>
              <a:cxnLst/>
              <a:rect l="l" t="t" r="r" b="b"/>
              <a:pathLst>
                <a:path w="713104" h="469900">
                  <a:moveTo>
                    <a:pt x="0" y="270306"/>
                  </a:moveTo>
                  <a:lnTo>
                    <a:pt x="144272" y="270306"/>
                  </a:lnTo>
                  <a:lnTo>
                    <a:pt x="144272" y="0"/>
                  </a:lnTo>
                  <a:lnTo>
                    <a:pt x="568578" y="0"/>
                  </a:lnTo>
                  <a:lnTo>
                    <a:pt x="568578" y="270306"/>
                  </a:lnTo>
                  <a:lnTo>
                    <a:pt x="712851" y="270306"/>
                  </a:lnTo>
                  <a:lnTo>
                    <a:pt x="356362" y="469900"/>
                  </a:lnTo>
                  <a:lnTo>
                    <a:pt x="0" y="270306"/>
                  </a:lnTo>
                  <a:close/>
                </a:path>
              </a:pathLst>
            </a:custGeom>
            <a:ln w="9524">
              <a:solidFill>
                <a:srgbClr val="000000"/>
              </a:solidFill>
            </a:ln>
          </p:spPr>
          <p:txBody>
            <a:bodyPr wrap="square" lIns="0" tIns="0" rIns="0" bIns="0" rtlCol="0"/>
            <a:lstStyle/>
            <a:p>
              <a:endParaRPr/>
            </a:p>
          </p:txBody>
        </p:sp>
      </p:grpSp>
      <p:sp>
        <p:nvSpPr>
          <p:cNvPr id="25" name="object 25"/>
          <p:cNvSpPr/>
          <p:nvPr/>
        </p:nvSpPr>
        <p:spPr>
          <a:xfrm>
            <a:off x="5867400" y="5562600"/>
            <a:ext cx="76200" cy="914400"/>
          </a:xfrm>
          <a:custGeom>
            <a:avLst/>
            <a:gdLst/>
            <a:ahLst/>
            <a:cxnLst/>
            <a:rect l="l" t="t" r="r" b="b"/>
            <a:pathLst>
              <a:path w="76200" h="914400">
                <a:moveTo>
                  <a:pt x="0" y="0"/>
                </a:moveTo>
                <a:lnTo>
                  <a:pt x="14847" y="5987"/>
                </a:lnTo>
                <a:lnTo>
                  <a:pt x="26955" y="22317"/>
                </a:lnTo>
                <a:lnTo>
                  <a:pt x="35111" y="46537"/>
                </a:lnTo>
                <a:lnTo>
                  <a:pt x="38100" y="76200"/>
                </a:lnTo>
                <a:lnTo>
                  <a:pt x="38100" y="381000"/>
                </a:lnTo>
                <a:lnTo>
                  <a:pt x="41088" y="410662"/>
                </a:lnTo>
                <a:lnTo>
                  <a:pt x="49244" y="434882"/>
                </a:lnTo>
                <a:lnTo>
                  <a:pt x="61352" y="451212"/>
                </a:lnTo>
                <a:lnTo>
                  <a:pt x="76200" y="457200"/>
                </a:lnTo>
                <a:lnTo>
                  <a:pt x="61352" y="463187"/>
                </a:lnTo>
                <a:lnTo>
                  <a:pt x="49244" y="479517"/>
                </a:lnTo>
                <a:lnTo>
                  <a:pt x="41088" y="503737"/>
                </a:lnTo>
                <a:lnTo>
                  <a:pt x="38100" y="533400"/>
                </a:lnTo>
                <a:lnTo>
                  <a:pt x="38100" y="838200"/>
                </a:lnTo>
                <a:lnTo>
                  <a:pt x="35111" y="867862"/>
                </a:lnTo>
                <a:lnTo>
                  <a:pt x="26955" y="892082"/>
                </a:lnTo>
                <a:lnTo>
                  <a:pt x="14847" y="908412"/>
                </a:lnTo>
                <a:lnTo>
                  <a:pt x="0" y="914400"/>
                </a:lnTo>
              </a:path>
            </a:pathLst>
          </a:custGeom>
          <a:ln w="28575">
            <a:solidFill>
              <a:srgbClr val="000000"/>
            </a:solidFill>
          </a:ln>
        </p:spPr>
        <p:txBody>
          <a:bodyPr wrap="square" lIns="0" tIns="0" rIns="0" bIns="0" rtlCol="0"/>
          <a:lstStyle/>
          <a:p>
            <a:endParaRPr/>
          </a:p>
        </p:txBody>
      </p:sp>
      <p:sp>
        <p:nvSpPr>
          <p:cNvPr id="26" name="object 26"/>
          <p:cNvSpPr txBox="1"/>
          <p:nvPr/>
        </p:nvSpPr>
        <p:spPr>
          <a:xfrm>
            <a:off x="6182105" y="5833668"/>
            <a:ext cx="249745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Arial"/>
                <a:cs typeface="Arial"/>
              </a:rPr>
              <a:t>Integration</a:t>
            </a:r>
            <a:r>
              <a:rPr sz="1800" spc="-25" dirty="0">
                <a:latin typeface="Arial"/>
                <a:cs typeface="Arial"/>
              </a:rPr>
              <a:t> </a:t>
            </a:r>
            <a:r>
              <a:rPr sz="1800" spc="-10" dirty="0">
                <a:latin typeface="Arial"/>
                <a:cs typeface="Arial"/>
              </a:rPr>
              <a:t>Management</a:t>
            </a:r>
            <a:endParaRPr sz="1800">
              <a:latin typeface="Arial"/>
              <a:cs typeface="Arial"/>
            </a:endParaRPr>
          </a:p>
        </p:txBody>
      </p:sp>
      <p:sp>
        <p:nvSpPr>
          <p:cNvPr id="27" name="object 27"/>
          <p:cNvSpPr/>
          <p:nvPr/>
        </p:nvSpPr>
        <p:spPr>
          <a:xfrm>
            <a:off x="5867400" y="3733800"/>
            <a:ext cx="76200" cy="1447800"/>
          </a:xfrm>
          <a:custGeom>
            <a:avLst/>
            <a:gdLst/>
            <a:ahLst/>
            <a:cxnLst/>
            <a:rect l="l" t="t" r="r" b="b"/>
            <a:pathLst>
              <a:path w="76200" h="1447800">
                <a:moveTo>
                  <a:pt x="0" y="0"/>
                </a:moveTo>
                <a:lnTo>
                  <a:pt x="14847" y="9475"/>
                </a:lnTo>
                <a:lnTo>
                  <a:pt x="26955" y="35321"/>
                </a:lnTo>
                <a:lnTo>
                  <a:pt x="35111" y="73669"/>
                </a:lnTo>
                <a:lnTo>
                  <a:pt x="38100" y="120650"/>
                </a:lnTo>
                <a:lnTo>
                  <a:pt x="38100" y="603250"/>
                </a:lnTo>
                <a:lnTo>
                  <a:pt x="41088" y="650230"/>
                </a:lnTo>
                <a:lnTo>
                  <a:pt x="49244" y="688578"/>
                </a:lnTo>
                <a:lnTo>
                  <a:pt x="61352" y="714424"/>
                </a:lnTo>
                <a:lnTo>
                  <a:pt x="76200" y="723900"/>
                </a:lnTo>
                <a:lnTo>
                  <a:pt x="61352" y="733375"/>
                </a:lnTo>
                <a:lnTo>
                  <a:pt x="49244" y="759221"/>
                </a:lnTo>
                <a:lnTo>
                  <a:pt x="41088" y="797569"/>
                </a:lnTo>
                <a:lnTo>
                  <a:pt x="38100" y="844550"/>
                </a:lnTo>
                <a:lnTo>
                  <a:pt x="38100" y="1327150"/>
                </a:lnTo>
                <a:lnTo>
                  <a:pt x="35111" y="1374130"/>
                </a:lnTo>
                <a:lnTo>
                  <a:pt x="26955" y="1412478"/>
                </a:lnTo>
                <a:lnTo>
                  <a:pt x="14847" y="1438324"/>
                </a:lnTo>
                <a:lnTo>
                  <a:pt x="0" y="1447800"/>
                </a:lnTo>
              </a:path>
            </a:pathLst>
          </a:custGeom>
          <a:ln w="9525">
            <a:solidFill>
              <a:srgbClr val="000000"/>
            </a:solidFill>
          </a:ln>
        </p:spPr>
        <p:txBody>
          <a:bodyPr wrap="square" lIns="0" tIns="0" rIns="0" bIns="0" rtlCol="0"/>
          <a:lstStyle/>
          <a:p>
            <a:endParaRPr/>
          </a:p>
        </p:txBody>
      </p:sp>
      <p:sp>
        <p:nvSpPr>
          <p:cNvPr id="28" name="object 28"/>
          <p:cNvSpPr txBox="1"/>
          <p:nvPr/>
        </p:nvSpPr>
        <p:spPr>
          <a:xfrm>
            <a:off x="1937766" y="1699387"/>
            <a:ext cx="5406390" cy="3374390"/>
          </a:xfrm>
          <a:prstGeom prst="rect">
            <a:avLst/>
          </a:prstGeom>
        </p:spPr>
        <p:txBody>
          <a:bodyPr vert="horz" wrap="square" lIns="0" tIns="13335" rIns="0" bIns="0" rtlCol="0">
            <a:spAutoFit/>
          </a:bodyPr>
          <a:lstStyle/>
          <a:p>
            <a:pPr marR="2263775" algn="ctr">
              <a:lnSpc>
                <a:spcPct val="100000"/>
              </a:lnSpc>
              <a:spcBef>
                <a:spcPts val="105"/>
              </a:spcBef>
            </a:pPr>
            <a:r>
              <a:rPr sz="2000" dirty="0">
                <a:latin typeface="Arial"/>
                <a:cs typeface="Arial"/>
              </a:rPr>
              <a:t>Define</a:t>
            </a:r>
            <a:r>
              <a:rPr sz="2000" spc="-140" dirty="0">
                <a:latin typeface="Arial"/>
                <a:cs typeface="Arial"/>
              </a:rPr>
              <a:t> </a:t>
            </a:r>
            <a:r>
              <a:rPr sz="2000" spc="-10" dirty="0">
                <a:latin typeface="Arial"/>
                <a:cs typeface="Arial"/>
              </a:rPr>
              <a:t>Activities</a:t>
            </a:r>
            <a:endParaRPr sz="2000">
              <a:latin typeface="Arial"/>
              <a:cs typeface="Arial"/>
            </a:endParaRPr>
          </a:p>
          <a:p>
            <a:pPr marL="12700" marR="2245360" indent="-4445" algn="ctr">
              <a:lnSpc>
                <a:spcPct val="321700"/>
              </a:lnSpc>
              <a:spcBef>
                <a:spcPts val="635"/>
              </a:spcBef>
            </a:pPr>
            <a:r>
              <a:rPr sz="2000" dirty="0">
                <a:latin typeface="Arial"/>
                <a:cs typeface="Arial"/>
              </a:rPr>
              <a:t>Sequence</a:t>
            </a:r>
            <a:r>
              <a:rPr sz="2000" spc="-145" dirty="0">
                <a:latin typeface="Arial"/>
                <a:cs typeface="Arial"/>
              </a:rPr>
              <a:t> </a:t>
            </a:r>
            <a:r>
              <a:rPr sz="2000" spc="-10" dirty="0">
                <a:latin typeface="Arial"/>
                <a:cs typeface="Arial"/>
              </a:rPr>
              <a:t>Activities </a:t>
            </a:r>
            <a:r>
              <a:rPr sz="2000" dirty="0">
                <a:latin typeface="Arial"/>
                <a:cs typeface="Arial"/>
              </a:rPr>
              <a:t>Estimate</a:t>
            </a:r>
            <a:r>
              <a:rPr sz="2000" spc="-140" dirty="0">
                <a:latin typeface="Arial"/>
                <a:cs typeface="Arial"/>
              </a:rPr>
              <a:t> </a:t>
            </a:r>
            <a:r>
              <a:rPr sz="2000" dirty="0">
                <a:latin typeface="Arial"/>
                <a:cs typeface="Arial"/>
              </a:rPr>
              <a:t>Activity</a:t>
            </a:r>
            <a:r>
              <a:rPr sz="2000" spc="-25" dirty="0">
                <a:latin typeface="Arial"/>
                <a:cs typeface="Arial"/>
              </a:rPr>
              <a:t> </a:t>
            </a:r>
            <a:r>
              <a:rPr sz="2000" spc="-10" dirty="0">
                <a:latin typeface="Arial"/>
                <a:cs typeface="Arial"/>
              </a:rPr>
              <a:t>Resources</a:t>
            </a:r>
            <a:endParaRPr sz="2000">
              <a:latin typeface="Arial"/>
              <a:cs typeface="Arial"/>
            </a:endParaRPr>
          </a:p>
          <a:p>
            <a:pPr marR="5080" algn="r">
              <a:lnSpc>
                <a:spcPct val="100000"/>
              </a:lnSpc>
              <a:spcBef>
                <a:spcPts val="1955"/>
              </a:spcBef>
            </a:pPr>
            <a:r>
              <a:rPr sz="1800" spc="-10" dirty="0">
                <a:latin typeface="Arial"/>
                <a:cs typeface="Arial"/>
              </a:rPr>
              <a:t>Estimation</a:t>
            </a:r>
            <a:endParaRPr sz="1800">
              <a:latin typeface="Arial"/>
              <a:cs typeface="Arial"/>
            </a:endParaRPr>
          </a:p>
          <a:p>
            <a:pPr marR="2250440" algn="ctr">
              <a:lnSpc>
                <a:spcPct val="100000"/>
              </a:lnSpc>
              <a:spcBef>
                <a:spcPts val="1370"/>
              </a:spcBef>
            </a:pPr>
            <a:r>
              <a:rPr sz="2000" spc="-10" dirty="0">
                <a:latin typeface="Arial"/>
                <a:cs typeface="Arial"/>
              </a:rPr>
              <a:t>Estimate</a:t>
            </a:r>
            <a:r>
              <a:rPr sz="2000" spc="-120" dirty="0">
                <a:latin typeface="Arial"/>
                <a:cs typeface="Arial"/>
              </a:rPr>
              <a:t> </a:t>
            </a:r>
            <a:r>
              <a:rPr sz="2000" dirty="0">
                <a:latin typeface="Arial"/>
                <a:cs typeface="Arial"/>
              </a:rPr>
              <a:t>Activity</a:t>
            </a:r>
            <a:r>
              <a:rPr sz="2000" spc="20" dirty="0">
                <a:latin typeface="Arial"/>
                <a:cs typeface="Arial"/>
              </a:rPr>
              <a:t> </a:t>
            </a:r>
            <a:r>
              <a:rPr sz="2000" spc="-10" dirty="0">
                <a:latin typeface="Arial"/>
                <a:cs typeface="Arial"/>
              </a:rPr>
              <a:t>Duration</a:t>
            </a:r>
            <a:endParaRPr sz="2000">
              <a:latin typeface="Arial"/>
              <a:cs typeface="Arial"/>
            </a:endParaRPr>
          </a:p>
        </p:txBody>
      </p:sp>
    </p:spTree>
    <p:extLst>
      <p:ext uri="{BB962C8B-B14F-4D97-AF65-F5344CB8AC3E}">
        <p14:creationId xmlns:p14="http://schemas.microsoft.com/office/powerpoint/2010/main" val="30132337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xmlns="" id="{06A1C474-2329-458C-B9AE-916B698898FA}"/>
              </a:ext>
            </a:extLst>
          </p:cNvPr>
          <p:cNvSpPr>
            <a:spLocks noGrp="1"/>
          </p:cNvSpPr>
          <p:nvPr>
            <p:ph type="sldNum" sz="quarter" idx="12"/>
          </p:nvPr>
        </p:nvSpPr>
        <p:spPr/>
        <p:txBody>
          <a:bodyPr/>
          <a:lstStyle/>
          <a:p>
            <a:fld id="{9EA0BE3B-158A-4EDF-80DC-E394A0D1600F}" type="slidenum">
              <a:rPr lang="en-US" smtClean="0"/>
              <a:pPr/>
              <a:t>31</a:t>
            </a:fld>
            <a:endParaRPr lang="en-US" dirty="0"/>
          </a:p>
        </p:txBody>
      </p:sp>
      <p:sp>
        <p:nvSpPr>
          <p:cNvPr id="58370" name="Rectangle 2"/>
          <p:cNvSpPr>
            <a:spLocks noGrp="1" noChangeArrowheads="1"/>
          </p:cNvSpPr>
          <p:nvPr>
            <p:ph type="title"/>
          </p:nvPr>
        </p:nvSpPr>
        <p:spPr/>
        <p:txBody>
          <a:bodyPr/>
          <a:lstStyle/>
          <a:p>
            <a:pPr eaLnBrk="1" hangingPunct="1"/>
            <a:r>
              <a:rPr lang="en-US" altLang="ja-JP" sz="3200" dirty="0" err="1" smtClean="0"/>
              <a:t>Lập</a:t>
            </a:r>
            <a:r>
              <a:rPr lang="en-US" altLang="ja-JP" sz="3200" dirty="0" smtClean="0"/>
              <a:t> kế </a:t>
            </a:r>
            <a:r>
              <a:rPr lang="en-US" altLang="ja-JP" sz="3200" dirty="0" err="1" smtClean="0"/>
              <a:t>hoạch</a:t>
            </a:r>
            <a:r>
              <a:rPr lang="en-US" altLang="ja-JP" sz="3200" dirty="0" smtClean="0"/>
              <a:t> </a:t>
            </a:r>
            <a:r>
              <a:rPr lang="en-US" altLang="ja-JP" sz="3200" dirty="0" err="1" smtClean="0"/>
              <a:t>thời</a:t>
            </a:r>
            <a:r>
              <a:rPr lang="en-US" altLang="ja-JP" sz="3200" dirty="0" smtClean="0"/>
              <a:t> </a:t>
            </a:r>
            <a:r>
              <a:rPr lang="en-US" altLang="ja-JP" sz="3200" dirty="0" err="1" smtClean="0"/>
              <a:t>gian</a:t>
            </a:r>
            <a:r>
              <a:rPr lang="en-US" altLang="ja-JP" sz="3200" dirty="0" smtClean="0"/>
              <a:t> </a:t>
            </a:r>
            <a:r>
              <a:rPr lang="en-US" altLang="ja-JP" sz="3200" dirty="0" err="1" smtClean="0"/>
              <a:t>dự</a:t>
            </a:r>
            <a:r>
              <a:rPr lang="en-US" altLang="ja-JP" sz="3200" dirty="0" smtClean="0"/>
              <a:t> án (v)</a:t>
            </a:r>
            <a:endParaRPr lang="en-US" altLang="ja-JP" sz="3200" dirty="0"/>
          </a:p>
        </p:txBody>
      </p:sp>
      <p:sp>
        <p:nvSpPr>
          <p:cNvPr id="58371" name="AutoShape 4"/>
          <p:cNvSpPr>
            <a:spLocks noChangeArrowheads="1"/>
          </p:cNvSpPr>
          <p:nvPr/>
        </p:nvSpPr>
        <p:spPr bwMode="auto">
          <a:xfrm>
            <a:off x="1814513" y="1076325"/>
            <a:ext cx="3381375" cy="523875"/>
          </a:xfrm>
          <a:prstGeom prst="roundRect">
            <a:avLst>
              <a:gd name="adj" fmla="val 16667"/>
            </a:avLst>
          </a:prstGeom>
          <a:solidFill>
            <a:srgbClr val="FF99FF"/>
          </a:solidFill>
          <a:ln w="9525">
            <a:solidFill>
              <a:srgbClr val="000000"/>
            </a:solidFill>
            <a:miter lim="800000"/>
            <a:headEnd/>
            <a:tailEnd/>
          </a:ln>
        </p:spPr>
        <p:txBody>
          <a:bodyPr lIns="90000" tIns="46800" rIns="90000" bIns="46800">
            <a:spAutoFit/>
          </a:bodyPr>
          <a:lstStyle/>
          <a:p>
            <a:pPr algn="ctr">
              <a:spcBef>
                <a:spcPct val="50000"/>
              </a:spcBef>
            </a:pPr>
            <a:r>
              <a:rPr lang="en-US" altLang="ja-JP">
                <a:solidFill>
                  <a:srgbClr val="000000"/>
                </a:solidFill>
                <a:latin typeface="Tahoma" pitchFamily="34" charset="0"/>
              </a:rPr>
              <a:t>Xác định các hoạt động</a:t>
            </a:r>
          </a:p>
        </p:txBody>
      </p:sp>
      <p:sp>
        <p:nvSpPr>
          <p:cNvPr id="58372" name="AutoShape 5"/>
          <p:cNvSpPr>
            <a:spLocks noChangeArrowheads="1"/>
          </p:cNvSpPr>
          <p:nvPr/>
        </p:nvSpPr>
        <p:spPr bwMode="auto">
          <a:xfrm>
            <a:off x="1814513" y="2027364"/>
            <a:ext cx="3408362" cy="411036"/>
          </a:xfrm>
          <a:prstGeom prst="roundRect">
            <a:avLst>
              <a:gd name="adj" fmla="val 16667"/>
            </a:avLst>
          </a:prstGeom>
          <a:solidFill>
            <a:srgbClr val="FF99FF"/>
          </a:solidFill>
          <a:ln w="9525">
            <a:solidFill>
              <a:srgbClr val="000000"/>
            </a:solidFill>
            <a:miter lim="800000"/>
            <a:headEnd/>
            <a:tailEnd/>
          </a:ln>
        </p:spPr>
        <p:txBody>
          <a:bodyPr lIns="90000" tIns="46800" rIns="90000" bIns="46800">
            <a:spAutoFit/>
          </a:bodyPr>
          <a:lstStyle/>
          <a:p>
            <a:pPr algn="ctr">
              <a:spcBef>
                <a:spcPct val="50000"/>
              </a:spcBef>
            </a:pPr>
            <a:r>
              <a:rPr lang="en-US" altLang="ja-JP">
                <a:solidFill>
                  <a:srgbClr val="000000"/>
                </a:solidFill>
                <a:latin typeface="Tahoma" pitchFamily="34" charset="0"/>
              </a:rPr>
              <a:t>Sắp xếp tuần tự các hoạt động</a:t>
            </a:r>
          </a:p>
        </p:txBody>
      </p:sp>
      <p:sp>
        <p:nvSpPr>
          <p:cNvPr id="58373" name="AutoShape 6"/>
          <p:cNvSpPr>
            <a:spLocks noChangeArrowheads="1"/>
          </p:cNvSpPr>
          <p:nvPr/>
        </p:nvSpPr>
        <p:spPr bwMode="auto">
          <a:xfrm>
            <a:off x="1808163" y="4343400"/>
            <a:ext cx="3408362" cy="411036"/>
          </a:xfrm>
          <a:prstGeom prst="roundRect">
            <a:avLst>
              <a:gd name="adj" fmla="val 16667"/>
            </a:avLst>
          </a:prstGeom>
          <a:solidFill>
            <a:srgbClr val="FF99FF"/>
          </a:solidFill>
          <a:ln w="9525">
            <a:solidFill>
              <a:srgbClr val="000000"/>
            </a:solidFill>
            <a:miter lim="800000"/>
            <a:headEnd/>
            <a:tailEnd/>
          </a:ln>
        </p:spPr>
        <p:txBody>
          <a:bodyPr lIns="90000" tIns="46800" rIns="90000" bIns="46800">
            <a:spAutoFit/>
          </a:bodyPr>
          <a:lstStyle/>
          <a:p>
            <a:pPr algn="ctr">
              <a:spcBef>
                <a:spcPct val="50000"/>
              </a:spcBef>
            </a:pPr>
            <a:r>
              <a:rPr lang="en-US" altLang="ja-JP">
                <a:solidFill>
                  <a:srgbClr val="000000"/>
                </a:solidFill>
                <a:latin typeface="Tahoma" pitchFamily="34" charset="0"/>
              </a:rPr>
              <a:t>Ước l</a:t>
            </a:r>
            <a:r>
              <a:rPr lang="vi-VN" altLang="ja-JP">
                <a:solidFill>
                  <a:srgbClr val="000000"/>
                </a:solidFill>
                <a:latin typeface="Tahoma" pitchFamily="34" charset="0"/>
              </a:rPr>
              <a:t>ư</a:t>
            </a:r>
            <a:r>
              <a:rPr lang="en-US" altLang="ja-JP">
                <a:solidFill>
                  <a:srgbClr val="000000"/>
                </a:solidFill>
                <a:latin typeface="Tahoma" pitchFamily="34" charset="0"/>
              </a:rPr>
              <a:t>ợng thời l</a:t>
            </a:r>
            <a:r>
              <a:rPr lang="vi-VN" altLang="ja-JP">
                <a:solidFill>
                  <a:srgbClr val="000000"/>
                </a:solidFill>
                <a:latin typeface="Tahoma" pitchFamily="34" charset="0"/>
              </a:rPr>
              <a:t>ư</a:t>
            </a:r>
            <a:r>
              <a:rPr lang="en-US" altLang="ja-JP">
                <a:solidFill>
                  <a:srgbClr val="000000"/>
                </a:solidFill>
                <a:latin typeface="Tahoma" pitchFamily="34" charset="0"/>
              </a:rPr>
              <a:t>ợng</a:t>
            </a:r>
          </a:p>
        </p:txBody>
      </p:sp>
      <p:sp>
        <p:nvSpPr>
          <p:cNvPr id="58374" name="AutoShape 7"/>
          <p:cNvSpPr>
            <a:spLocks noChangeArrowheads="1"/>
          </p:cNvSpPr>
          <p:nvPr/>
        </p:nvSpPr>
        <p:spPr bwMode="auto">
          <a:xfrm>
            <a:off x="1843088" y="5454697"/>
            <a:ext cx="3408362" cy="717503"/>
          </a:xfrm>
          <a:prstGeom prst="roundRect">
            <a:avLst>
              <a:gd name="adj" fmla="val 16667"/>
            </a:avLst>
          </a:prstGeom>
          <a:solidFill>
            <a:srgbClr val="FF99FF"/>
          </a:solidFill>
          <a:ln w="9525">
            <a:solidFill>
              <a:srgbClr val="000000"/>
            </a:solidFill>
            <a:miter lim="800000"/>
            <a:headEnd/>
            <a:tailEnd/>
          </a:ln>
        </p:spPr>
        <p:txBody>
          <a:bodyPr lIns="90000" tIns="46800" rIns="90000" bIns="46800">
            <a:spAutoFit/>
          </a:bodyPr>
          <a:lstStyle/>
          <a:p>
            <a:pPr algn="ctr">
              <a:spcBef>
                <a:spcPct val="50000"/>
              </a:spcBef>
            </a:pPr>
            <a:r>
              <a:rPr lang="en-US" altLang="ja-JP" b="1">
                <a:latin typeface="Tahoma" pitchFamily="34" charset="0"/>
              </a:rPr>
              <a:t>Phát triển bản </a:t>
            </a:r>
            <a:br>
              <a:rPr lang="en-US" altLang="ja-JP" b="1">
                <a:latin typeface="Tahoma" pitchFamily="34" charset="0"/>
              </a:rPr>
            </a:br>
            <a:r>
              <a:rPr lang="en-US" altLang="ja-JP" b="1">
                <a:latin typeface="Tahoma" pitchFamily="34" charset="0"/>
              </a:rPr>
              <a:t>kế hoạch Schedule</a:t>
            </a:r>
          </a:p>
        </p:txBody>
      </p:sp>
      <p:sp>
        <p:nvSpPr>
          <p:cNvPr id="58375" name="AutoShape 8"/>
          <p:cNvSpPr>
            <a:spLocks noChangeArrowheads="1"/>
          </p:cNvSpPr>
          <p:nvPr/>
        </p:nvSpPr>
        <p:spPr bwMode="auto">
          <a:xfrm>
            <a:off x="1814513" y="3016297"/>
            <a:ext cx="3408362" cy="717503"/>
          </a:xfrm>
          <a:prstGeom prst="roundRect">
            <a:avLst>
              <a:gd name="adj" fmla="val 16667"/>
            </a:avLst>
          </a:prstGeom>
          <a:solidFill>
            <a:srgbClr val="FF99FF"/>
          </a:solidFill>
          <a:ln w="9525">
            <a:solidFill>
              <a:srgbClr val="000000"/>
            </a:solidFill>
            <a:miter lim="800000"/>
            <a:headEnd/>
            <a:tailEnd/>
          </a:ln>
        </p:spPr>
        <p:txBody>
          <a:bodyPr lIns="90000" tIns="46800" rIns="90000" bIns="46800">
            <a:spAutoFit/>
          </a:bodyPr>
          <a:lstStyle/>
          <a:p>
            <a:pPr algn="ctr">
              <a:spcBef>
                <a:spcPct val="50000"/>
              </a:spcBef>
            </a:pPr>
            <a:r>
              <a:rPr lang="en-US" altLang="ja-JP">
                <a:solidFill>
                  <a:srgbClr val="000000"/>
                </a:solidFill>
                <a:latin typeface="Tahoma" pitchFamily="34" charset="0"/>
              </a:rPr>
              <a:t>Ước l</a:t>
            </a:r>
            <a:r>
              <a:rPr lang="vi-VN" altLang="ja-JP">
                <a:solidFill>
                  <a:srgbClr val="000000"/>
                </a:solidFill>
                <a:latin typeface="Tahoma" pitchFamily="34" charset="0"/>
              </a:rPr>
              <a:t>ư</a:t>
            </a:r>
            <a:r>
              <a:rPr lang="en-US" altLang="ja-JP">
                <a:solidFill>
                  <a:srgbClr val="000000"/>
                </a:solidFill>
                <a:latin typeface="Tahoma" pitchFamily="34" charset="0"/>
              </a:rPr>
              <a:t>ợng tài nguyên</a:t>
            </a:r>
            <a:br>
              <a:rPr lang="en-US" altLang="ja-JP">
                <a:solidFill>
                  <a:srgbClr val="000000"/>
                </a:solidFill>
                <a:latin typeface="Tahoma" pitchFamily="34" charset="0"/>
              </a:rPr>
            </a:br>
            <a:r>
              <a:rPr lang="en-US" altLang="ja-JP">
                <a:solidFill>
                  <a:srgbClr val="000000"/>
                </a:solidFill>
                <a:latin typeface="Tahoma" pitchFamily="34" charset="0"/>
              </a:rPr>
              <a:t> cho các hoạt động</a:t>
            </a:r>
          </a:p>
        </p:txBody>
      </p:sp>
      <p:sp>
        <p:nvSpPr>
          <p:cNvPr id="58376" name="AutoShape 10"/>
          <p:cNvSpPr>
            <a:spLocks noChangeArrowheads="1"/>
          </p:cNvSpPr>
          <p:nvPr/>
        </p:nvSpPr>
        <p:spPr bwMode="auto">
          <a:xfrm>
            <a:off x="1447800" y="914400"/>
            <a:ext cx="4114800" cy="3962400"/>
          </a:xfrm>
          <a:prstGeom prst="roundRect">
            <a:avLst>
              <a:gd name="adj" fmla="val 294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ja-JP" altLang="en-US"/>
          </a:p>
        </p:txBody>
      </p:sp>
      <p:sp>
        <p:nvSpPr>
          <p:cNvPr id="58377" name="AutoShape 13"/>
          <p:cNvSpPr>
            <a:spLocks noChangeArrowheads="1"/>
          </p:cNvSpPr>
          <p:nvPr/>
        </p:nvSpPr>
        <p:spPr bwMode="auto">
          <a:xfrm>
            <a:off x="3181350" y="4968875"/>
            <a:ext cx="712788" cy="469900"/>
          </a:xfrm>
          <a:prstGeom prst="downArrow">
            <a:avLst>
              <a:gd name="adj1" fmla="val 59519"/>
              <a:gd name="adj2" fmla="val 42477"/>
            </a:avLst>
          </a:prstGeom>
          <a:solidFill>
            <a:srgbClr val="FF6600"/>
          </a:solidFill>
          <a:ln w="9525" algn="ctr">
            <a:solidFill>
              <a:schemeClr val="tx1"/>
            </a:solidFill>
            <a:miter lim="800000"/>
            <a:headEnd/>
            <a:tailEnd/>
          </a:ln>
        </p:spPr>
        <p:txBody>
          <a:bodyPr lIns="90000" tIns="46800" rIns="90000" bIns="46800" anchor="ctr">
            <a:spAutoFit/>
          </a:bodyPr>
          <a:lstStyle/>
          <a:p>
            <a:endParaRPr lang="ja-JP" altLang="en-US"/>
          </a:p>
        </p:txBody>
      </p:sp>
      <p:sp>
        <p:nvSpPr>
          <p:cNvPr id="58378" name="AutoShape 16"/>
          <p:cNvSpPr>
            <a:spLocks noChangeArrowheads="1"/>
          </p:cNvSpPr>
          <p:nvPr/>
        </p:nvSpPr>
        <p:spPr bwMode="auto">
          <a:xfrm>
            <a:off x="3200400" y="3797300"/>
            <a:ext cx="712788" cy="469900"/>
          </a:xfrm>
          <a:prstGeom prst="downArrow">
            <a:avLst>
              <a:gd name="adj1" fmla="val 59519"/>
              <a:gd name="adj2" fmla="val 42477"/>
            </a:avLst>
          </a:prstGeom>
          <a:solidFill>
            <a:srgbClr val="FF6600"/>
          </a:solidFill>
          <a:ln w="9525" algn="ctr">
            <a:solidFill>
              <a:schemeClr val="tx1"/>
            </a:solidFill>
            <a:miter lim="800000"/>
            <a:headEnd/>
            <a:tailEnd/>
          </a:ln>
        </p:spPr>
        <p:txBody>
          <a:bodyPr lIns="90000" tIns="46800" rIns="90000" bIns="46800" anchor="ctr">
            <a:spAutoFit/>
          </a:bodyPr>
          <a:lstStyle/>
          <a:p>
            <a:endParaRPr lang="ja-JP" altLang="en-US"/>
          </a:p>
        </p:txBody>
      </p:sp>
      <p:sp>
        <p:nvSpPr>
          <p:cNvPr id="58379" name="AutoShape 17"/>
          <p:cNvSpPr>
            <a:spLocks noChangeArrowheads="1"/>
          </p:cNvSpPr>
          <p:nvPr/>
        </p:nvSpPr>
        <p:spPr bwMode="auto">
          <a:xfrm>
            <a:off x="3200400" y="2501900"/>
            <a:ext cx="712788" cy="469900"/>
          </a:xfrm>
          <a:prstGeom prst="downArrow">
            <a:avLst>
              <a:gd name="adj1" fmla="val 59519"/>
              <a:gd name="adj2" fmla="val 42477"/>
            </a:avLst>
          </a:prstGeom>
          <a:solidFill>
            <a:srgbClr val="FF6600"/>
          </a:solidFill>
          <a:ln w="9525" algn="ctr">
            <a:solidFill>
              <a:schemeClr val="tx1"/>
            </a:solidFill>
            <a:miter lim="800000"/>
            <a:headEnd/>
            <a:tailEnd/>
          </a:ln>
        </p:spPr>
        <p:txBody>
          <a:bodyPr lIns="90000" tIns="46800" rIns="90000" bIns="46800" anchor="ctr">
            <a:spAutoFit/>
          </a:bodyPr>
          <a:lstStyle/>
          <a:p>
            <a:endParaRPr lang="ja-JP" altLang="en-US"/>
          </a:p>
        </p:txBody>
      </p:sp>
      <p:sp>
        <p:nvSpPr>
          <p:cNvPr id="58380" name="AutoShape 18"/>
          <p:cNvSpPr>
            <a:spLocks noChangeArrowheads="1"/>
          </p:cNvSpPr>
          <p:nvPr/>
        </p:nvSpPr>
        <p:spPr bwMode="auto">
          <a:xfrm>
            <a:off x="3200400" y="1524000"/>
            <a:ext cx="712788" cy="469900"/>
          </a:xfrm>
          <a:prstGeom prst="downArrow">
            <a:avLst>
              <a:gd name="adj1" fmla="val 59519"/>
              <a:gd name="adj2" fmla="val 42477"/>
            </a:avLst>
          </a:prstGeom>
          <a:solidFill>
            <a:srgbClr val="FF6600"/>
          </a:solidFill>
          <a:ln w="9525" algn="ctr">
            <a:solidFill>
              <a:schemeClr val="tx1"/>
            </a:solidFill>
            <a:miter lim="800000"/>
            <a:headEnd/>
            <a:tailEnd/>
          </a:ln>
        </p:spPr>
        <p:txBody>
          <a:bodyPr lIns="90000" tIns="46800" rIns="90000" bIns="46800" anchor="ctr">
            <a:spAutoFit/>
          </a:bodyPr>
          <a:lstStyle/>
          <a:p>
            <a:endParaRPr lang="ja-JP" altLang="en-US"/>
          </a:p>
        </p:txBody>
      </p:sp>
      <p:sp>
        <p:nvSpPr>
          <p:cNvPr id="58381" name="AutoShape 19"/>
          <p:cNvSpPr>
            <a:spLocks/>
          </p:cNvSpPr>
          <p:nvPr/>
        </p:nvSpPr>
        <p:spPr bwMode="auto">
          <a:xfrm>
            <a:off x="5865586" y="5272088"/>
            <a:ext cx="76200" cy="914400"/>
          </a:xfrm>
          <a:prstGeom prst="rightBrace">
            <a:avLst>
              <a:gd name="adj1" fmla="val 100000"/>
              <a:gd name="adj2" fmla="val 50000"/>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ja-JP" altLang="en-US"/>
          </a:p>
        </p:txBody>
      </p:sp>
      <p:sp>
        <p:nvSpPr>
          <p:cNvPr id="58382" name="Text Box 20"/>
          <p:cNvSpPr txBox="1">
            <a:spLocks noChangeArrowheads="1"/>
          </p:cNvSpPr>
          <p:nvPr/>
        </p:nvSpPr>
        <p:spPr bwMode="auto">
          <a:xfrm>
            <a:off x="6109608" y="5544622"/>
            <a:ext cx="188705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r>
              <a:rPr lang="en-US" altLang="ja-JP"/>
              <a:t>Quản lý tích hợp</a:t>
            </a:r>
          </a:p>
        </p:txBody>
      </p:sp>
      <p:sp>
        <p:nvSpPr>
          <p:cNvPr id="58383" name="AutoShape 16"/>
          <p:cNvSpPr>
            <a:spLocks/>
          </p:cNvSpPr>
          <p:nvPr/>
        </p:nvSpPr>
        <p:spPr bwMode="auto">
          <a:xfrm>
            <a:off x="5867400" y="3200400"/>
            <a:ext cx="76200" cy="1447800"/>
          </a:xfrm>
          <a:prstGeom prst="rightBrace">
            <a:avLst>
              <a:gd name="adj1" fmla="val 158333"/>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lang="ja-JP" altLang="en-US"/>
          </a:p>
        </p:txBody>
      </p:sp>
      <p:sp>
        <p:nvSpPr>
          <p:cNvPr id="58384" name="Text Box 20"/>
          <p:cNvSpPr txBox="1">
            <a:spLocks noChangeArrowheads="1"/>
          </p:cNvSpPr>
          <p:nvPr/>
        </p:nvSpPr>
        <p:spPr bwMode="auto">
          <a:xfrm>
            <a:off x="6172200" y="3733800"/>
            <a:ext cx="132440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r>
              <a:rPr lang="en-US" altLang="ja-JP"/>
              <a:t>Ước l</a:t>
            </a:r>
            <a:r>
              <a:rPr lang="vi-VN" altLang="ja-JP"/>
              <a:t>ư</a:t>
            </a:r>
            <a:r>
              <a:rPr lang="en-US" altLang="ja-JP"/>
              <a:t>ợng</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xmlns="" id="{689CCD19-66DE-4B47-B044-9F0567BFEFFD}"/>
              </a:ext>
            </a:extLst>
          </p:cNvPr>
          <p:cNvSpPr>
            <a:spLocks noGrp="1"/>
          </p:cNvSpPr>
          <p:nvPr>
            <p:ph type="sldNum" sz="quarter" idx="12"/>
          </p:nvPr>
        </p:nvSpPr>
        <p:spPr/>
        <p:txBody>
          <a:bodyPr/>
          <a:lstStyle/>
          <a:p>
            <a:fld id="{9EA0BE3B-158A-4EDF-80DC-E394A0D1600F}" type="slidenum">
              <a:rPr lang="en-US" smtClean="0"/>
              <a:pPr/>
              <a:t>32</a:t>
            </a:fld>
            <a:endParaRPr lang="en-US" dirty="0"/>
          </a:p>
        </p:txBody>
      </p:sp>
      <p:sp>
        <p:nvSpPr>
          <p:cNvPr id="59394" name="Rectangle 2"/>
          <p:cNvSpPr>
            <a:spLocks noGrp="1" noChangeArrowheads="1"/>
          </p:cNvSpPr>
          <p:nvPr>
            <p:ph type="title"/>
          </p:nvPr>
        </p:nvSpPr>
        <p:spPr>
          <a:prstGeom prst="rect">
            <a:avLst/>
          </a:prstGeom>
        </p:spPr>
        <p:txBody>
          <a:bodyPr/>
          <a:lstStyle/>
          <a:p>
            <a:pPr eaLnBrk="1" hangingPunct="1"/>
            <a:r>
              <a:rPr lang="en-US" altLang="ja-JP" sz="3200" dirty="0" smtClean="0"/>
              <a:t>Define activities  </a:t>
            </a:r>
            <a:r>
              <a:rPr lang="en-US" altLang="ja-JP" sz="3200" dirty="0"/>
              <a:t>– </a:t>
            </a:r>
            <a:r>
              <a:rPr lang="en-US" altLang="ja-JP" sz="3200" dirty="0" err="1" smtClean="0"/>
              <a:t>Xác</a:t>
            </a:r>
            <a:r>
              <a:rPr lang="en-US" altLang="ja-JP" sz="3200" dirty="0" smtClean="0"/>
              <a:t> </a:t>
            </a:r>
            <a:r>
              <a:rPr lang="en-US" altLang="ja-JP" sz="3200" dirty="0" err="1" smtClean="0"/>
              <a:t>định</a:t>
            </a:r>
            <a:r>
              <a:rPr lang="en-US" altLang="ja-JP" sz="3200" dirty="0" smtClean="0"/>
              <a:t> </a:t>
            </a:r>
            <a:r>
              <a:rPr lang="en-US" altLang="ja-JP" sz="3200" dirty="0"/>
              <a:t>các </a:t>
            </a:r>
            <a:r>
              <a:rPr lang="en-US" altLang="ja-JP" sz="3200" dirty="0" err="1"/>
              <a:t>hoạt</a:t>
            </a:r>
            <a:r>
              <a:rPr lang="en-US" altLang="ja-JP" sz="3200" dirty="0"/>
              <a:t> </a:t>
            </a:r>
            <a:r>
              <a:rPr lang="en-US" altLang="ja-JP" sz="3200" dirty="0" err="1"/>
              <a:t>động</a:t>
            </a:r>
            <a:endParaRPr lang="en-US" altLang="ja-JP" sz="3200" dirty="0"/>
          </a:p>
        </p:txBody>
      </p:sp>
      <p:graphicFrame>
        <p:nvGraphicFramePr>
          <p:cNvPr id="350370" name="Group 162"/>
          <p:cNvGraphicFramePr>
            <a:graphicFrameLocks noGrp="1"/>
          </p:cNvGraphicFramePr>
          <p:nvPr>
            <p:ph idx="4294967295"/>
            <p:extLst>
              <p:ext uri="{D42A27DB-BD31-4B8C-83A1-F6EECF244321}">
                <p14:modId xmlns:p14="http://schemas.microsoft.com/office/powerpoint/2010/main" val="478012579"/>
              </p:ext>
            </p:extLst>
          </p:nvPr>
        </p:nvGraphicFramePr>
        <p:xfrm>
          <a:off x="5105400" y="990600"/>
          <a:ext cx="4038600" cy="4522791"/>
        </p:xfrm>
        <a:graphic>
          <a:graphicData uri="http://schemas.openxmlformats.org/drawingml/2006/table">
            <a:tbl>
              <a:tblPr/>
              <a:tblGrid>
                <a:gridCol w="1346200">
                  <a:extLst>
                    <a:ext uri="{9D8B030D-6E8A-4147-A177-3AD203B41FA5}">
                      <a16:colId xmlns:a16="http://schemas.microsoft.com/office/drawing/2014/main" xmlns="" val="20000"/>
                    </a:ext>
                  </a:extLst>
                </a:gridCol>
                <a:gridCol w="1346200">
                  <a:extLst>
                    <a:ext uri="{9D8B030D-6E8A-4147-A177-3AD203B41FA5}">
                      <a16:colId xmlns:a16="http://schemas.microsoft.com/office/drawing/2014/main" xmlns="" val="20001"/>
                    </a:ext>
                  </a:extLst>
                </a:gridCol>
                <a:gridCol w="1346200">
                  <a:extLst>
                    <a:ext uri="{9D8B030D-6E8A-4147-A177-3AD203B41FA5}">
                      <a16:colId xmlns:a16="http://schemas.microsoft.com/office/drawing/2014/main" xmlns="" val="20002"/>
                    </a:ext>
                  </a:extLst>
                </a:gridCol>
              </a:tblGrid>
              <a:tr h="66198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1" lang="en-US" altLang="ja-JP" sz="1800" b="0" i="0" u="none" strike="noStrike" cap="none" normalizeH="0" baseline="0">
                          <a:ln>
                            <a:noFill/>
                          </a:ln>
                          <a:solidFill>
                            <a:schemeClr val="tx1"/>
                          </a:solidFill>
                          <a:effectLst/>
                          <a:latin typeface="Arial" charset="0"/>
                          <a:ea typeface="ＭＳ Ｐゴシック" pitchFamily="50" charset="-128"/>
                        </a:rPr>
                        <a:t>Hệ thống con</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1" lang="en-US" altLang="ja-JP" sz="1800" b="0" i="0" u="none" strike="noStrike" cap="none" normalizeH="0" baseline="0">
                          <a:ln>
                            <a:noFill/>
                          </a:ln>
                          <a:solidFill>
                            <a:schemeClr val="tx1"/>
                          </a:solidFill>
                          <a:effectLst/>
                          <a:latin typeface="Arial" charset="0"/>
                          <a:ea typeface="ＭＳ Ｐゴシック" pitchFamily="50" charset="-128"/>
                        </a:rPr>
                        <a:t>Hoạt động 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1" lang="en-US" altLang="ja-JP" sz="1800" b="0" i="0" u="none" strike="noStrike" cap="none" normalizeH="0" baseline="0">
                          <a:ln>
                            <a:noFill/>
                          </a:ln>
                          <a:solidFill>
                            <a:schemeClr val="tx1"/>
                          </a:solidFill>
                          <a:effectLst/>
                          <a:latin typeface="Arial" charset="0"/>
                          <a:ea typeface="ＭＳ Ｐゴシック" pitchFamily="50" charset="-128"/>
                        </a:rPr>
                        <a:t>Hoạt động 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552450">
                <a:tc row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1" lang="en-US" altLang="ja-JP" sz="2000" b="0" i="0" u="none" strike="noStrike" cap="none" normalizeH="0" baseline="0">
                          <a:ln>
                            <a:noFill/>
                          </a:ln>
                          <a:solidFill>
                            <a:schemeClr val="tx1"/>
                          </a:solidFill>
                          <a:effectLst/>
                          <a:latin typeface="Arial" charset="0"/>
                          <a:ea typeface="ＭＳ Ｐゴシック" pitchFamily="50" charset="-128"/>
                        </a:rPr>
                        <a:t>  Hệ thống giao nhận</a:t>
                      </a: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rowSpan="3">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1" lang="en-US" altLang="ja-JP" sz="2000" b="0" i="0" u="none" strike="noStrike" cap="none" normalizeH="0" baseline="0">
                        <a:ln>
                          <a:noFill/>
                        </a:ln>
                        <a:solidFill>
                          <a:schemeClr val="tx1"/>
                        </a:solidFill>
                        <a:effectLst/>
                        <a:latin typeface="Arial" charset="0"/>
                        <a:ea typeface="ＭＳ Ｐゴシック" pitchFamily="50" charset="-128"/>
                      </a:endParaRPr>
                    </a:p>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1" lang="en-US" altLang="ja-JP" sz="2000" b="0" i="0" u="none" strike="noStrike" cap="none" normalizeH="0" baseline="0">
                          <a:ln>
                            <a:noFill/>
                          </a:ln>
                          <a:solidFill>
                            <a:schemeClr val="tx1"/>
                          </a:solidFill>
                          <a:effectLst/>
                          <a:latin typeface="Arial" charset="0"/>
                          <a:ea typeface="ＭＳ Ｐゴシック" pitchFamily="50" charset="-128"/>
                        </a:rPr>
                        <a:t>Thiết kế cấu trúc hệ thống</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1" lang="en-US" altLang="ja-JP" sz="2000" b="0" i="0" u="none" strike="noStrike" cap="none" normalizeH="0" baseline="0">
                          <a:ln>
                            <a:noFill/>
                          </a:ln>
                          <a:solidFill>
                            <a:schemeClr val="tx1"/>
                          </a:solidFill>
                          <a:effectLst/>
                          <a:latin typeface="Arial" charset="0"/>
                          <a:ea typeface="ＭＳ Ｐゴシック" pitchFamily="50" charset="-128"/>
                        </a:rPr>
                        <a:t>Phân tích</a:t>
                      </a: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550863">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1" lang="en-US" altLang="ja-JP" sz="2000" b="0" i="0" u="none" strike="noStrike" cap="none" normalizeH="0" baseline="0">
                          <a:ln>
                            <a:noFill/>
                          </a:ln>
                          <a:solidFill>
                            <a:schemeClr val="tx1"/>
                          </a:solidFill>
                          <a:effectLst/>
                          <a:latin typeface="Arial" charset="0"/>
                          <a:ea typeface="ＭＳ Ｐゴシック" pitchFamily="50" charset="-128"/>
                        </a:rPr>
                        <a:t>Thiết kế</a:t>
                      </a: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554038">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1" lang="en-US" altLang="ja-JP" sz="2000" b="0" i="0" u="none" strike="noStrike" cap="none" normalizeH="0" baseline="0">
                          <a:ln>
                            <a:noFill/>
                          </a:ln>
                          <a:solidFill>
                            <a:schemeClr val="tx1"/>
                          </a:solidFill>
                          <a:effectLst/>
                          <a:latin typeface="Arial" charset="0"/>
                          <a:ea typeface="ＭＳ Ｐゴシック" pitchFamily="50" charset="-128"/>
                        </a:rPr>
                        <a:t>Review</a:t>
                      </a: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550863">
                <a:tc vMerge="1">
                  <a:txBody>
                    <a:bodyPr/>
                    <a:lstStyle/>
                    <a:p>
                      <a:endParaRPr lang="en-US"/>
                    </a:p>
                  </a:txBody>
                  <a:tcPr/>
                </a:tc>
                <a:tc rowSpan="3">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1" lang="en-US" altLang="ja-JP" sz="2000" b="0" i="0" u="none" strike="noStrike" cap="none" normalizeH="0" baseline="0">
                          <a:ln>
                            <a:noFill/>
                          </a:ln>
                          <a:solidFill>
                            <a:schemeClr val="tx1"/>
                          </a:solidFill>
                          <a:effectLst/>
                          <a:latin typeface="Arial" charset="0"/>
                          <a:ea typeface="ＭＳ Ｐゴシック" pitchFamily="50" charset="-128"/>
                        </a:rPr>
                        <a:t>Thiết kế giao diện ng</a:t>
                      </a:r>
                      <a:r>
                        <a:rPr kumimoji="1" lang="vi-VN" altLang="ja-JP" sz="2000" b="0" i="0" u="none" strike="noStrike" cap="none" normalizeH="0" baseline="0">
                          <a:ln>
                            <a:noFill/>
                          </a:ln>
                          <a:solidFill>
                            <a:schemeClr val="tx1"/>
                          </a:solidFill>
                          <a:effectLst/>
                          <a:latin typeface="Arial" charset="0"/>
                          <a:ea typeface="ＭＳ Ｐゴシック" pitchFamily="50" charset="-128"/>
                        </a:rPr>
                        <a:t>ư</a:t>
                      </a:r>
                      <a:r>
                        <a:rPr kumimoji="1" lang="en-US" altLang="ja-JP" sz="2000" b="0" i="0" u="none" strike="noStrike" cap="none" normalizeH="0" baseline="0">
                          <a:ln>
                            <a:noFill/>
                          </a:ln>
                          <a:solidFill>
                            <a:schemeClr val="tx1"/>
                          </a:solidFill>
                          <a:effectLst/>
                          <a:latin typeface="Arial" charset="0"/>
                          <a:ea typeface="ＭＳ Ｐゴシック" pitchFamily="50" charset="-128"/>
                        </a:rPr>
                        <a:t>ời dùng</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1" lang="en-US" altLang="ja-JP" sz="2000" b="0" i="0" u="none" strike="noStrike" cap="none" normalizeH="0" baseline="0">
                          <a:ln>
                            <a:noFill/>
                          </a:ln>
                          <a:solidFill>
                            <a:schemeClr val="tx1"/>
                          </a:solidFill>
                          <a:effectLst/>
                          <a:latin typeface="Arial" charset="0"/>
                          <a:ea typeface="ＭＳ Ｐゴシック" pitchFamily="50" charset="-128"/>
                        </a:rPr>
                        <a:t>Phân tích</a:t>
                      </a: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r h="550863">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1" lang="en-US" altLang="ja-JP" sz="2000" b="0" i="0" u="none" strike="noStrike" cap="none" normalizeH="0" baseline="0">
                          <a:ln>
                            <a:noFill/>
                          </a:ln>
                          <a:solidFill>
                            <a:schemeClr val="tx1"/>
                          </a:solidFill>
                          <a:effectLst/>
                          <a:latin typeface="Arial" charset="0"/>
                          <a:ea typeface="ＭＳ Ｐゴシック" pitchFamily="50" charset="-128"/>
                        </a:rPr>
                        <a:t>Thiết kế</a:t>
                      </a: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550863">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1" lang="en-US" altLang="ja-JP" sz="2000" b="0" i="0" u="none" strike="noStrike" cap="none" normalizeH="0" baseline="0">
                          <a:ln>
                            <a:noFill/>
                          </a:ln>
                          <a:solidFill>
                            <a:schemeClr val="tx1"/>
                          </a:solidFill>
                          <a:effectLst/>
                          <a:latin typeface="Arial" charset="0"/>
                          <a:ea typeface="ＭＳ Ｐゴシック" pitchFamily="50" charset="-128"/>
                        </a:rPr>
                        <a:t>Review</a:t>
                      </a: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6"/>
                  </a:ext>
                </a:extLst>
              </a:tr>
              <a:tr h="550863">
                <a:tc vMerge="1">
                  <a:txBody>
                    <a:bodyPr/>
                    <a:lstStyle/>
                    <a:p>
                      <a:endParaRPr 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1" lang="ja-JP" altLang="ja-JP" sz="2400" b="0" i="0" u="none" strike="noStrike" cap="none" normalizeH="0" baseline="0">
                        <a:ln>
                          <a:noFill/>
                        </a:ln>
                        <a:solidFill>
                          <a:schemeClr val="tx1"/>
                        </a:solidFill>
                        <a:effectLst/>
                        <a:latin typeface="Arial" charset="0"/>
                        <a:ea typeface="ＭＳ Ｐゴシック" pitchFamily="50" charset="-128"/>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1" lang="ja-JP" altLang="ja-JP" sz="2400" b="0" i="0" u="none" strike="noStrike" cap="none" normalizeH="0" baseline="0">
                        <a:ln>
                          <a:noFill/>
                        </a:ln>
                        <a:solidFill>
                          <a:schemeClr val="tx1"/>
                        </a:solidFill>
                        <a:effectLst/>
                        <a:latin typeface="Arial" charset="0"/>
                        <a:ea typeface="ＭＳ Ｐゴシック" pitchFamily="50" charset="-128"/>
                      </a:endParaRP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bl>
          </a:graphicData>
        </a:graphic>
      </p:graphicFrame>
      <p:sp>
        <p:nvSpPr>
          <p:cNvPr id="59395" name="AutoShape 8"/>
          <p:cNvSpPr>
            <a:spLocks noChangeArrowheads="1"/>
          </p:cNvSpPr>
          <p:nvPr/>
        </p:nvSpPr>
        <p:spPr bwMode="auto">
          <a:xfrm>
            <a:off x="3632200" y="2590800"/>
            <a:ext cx="482600" cy="685800"/>
          </a:xfrm>
          <a:prstGeom prst="rightArrow">
            <a:avLst>
              <a:gd name="adj1" fmla="val 50000"/>
              <a:gd name="adj2" fmla="val 25000"/>
            </a:avLst>
          </a:prstGeom>
          <a:solidFill>
            <a:srgbClr val="0000FF"/>
          </a:solidFill>
          <a:ln w="9525">
            <a:solidFill>
              <a:schemeClr val="tx1"/>
            </a:solidFill>
            <a:miter lim="800000"/>
            <a:headEnd/>
            <a:tailEnd/>
          </a:ln>
        </p:spPr>
        <p:txBody>
          <a:bodyPr wrap="none" anchor="ctr"/>
          <a:lstStyle/>
          <a:p>
            <a:endParaRPr lang="ja-JP" altLang="en-US"/>
          </a:p>
        </p:txBody>
      </p:sp>
      <p:sp>
        <p:nvSpPr>
          <p:cNvPr id="59396" name="Line 42"/>
          <p:cNvSpPr>
            <a:spLocks noChangeShapeType="1"/>
          </p:cNvSpPr>
          <p:nvPr/>
        </p:nvSpPr>
        <p:spPr bwMode="auto">
          <a:xfrm>
            <a:off x="1314450" y="2346325"/>
            <a:ext cx="1588" cy="228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397" name="Line 43"/>
          <p:cNvSpPr>
            <a:spLocks noChangeShapeType="1"/>
          </p:cNvSpPr>
          <p:nvPr/>
        </p:nvSpPr>
        <p:spPr bwMode="auto">
          <a:xfrm>
            <a:off x="1320800" y="2344738"/>
            <a:ext cx="1993900" cy="15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398" name="Line 44"/>
          <p:cNvSpPr>
            <a:spLocks noChangeShapeType="1"/>
          </p:cNvSpPr>
          <p:nvPr/>
        </p:nvSpPr>
        <p:spPr bwMode="auto">
          <a:xfrm>
            <a:off x="1676400" y="3200400"/>
            <a:ext cx="1588" cy="228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399" name="Text Box 45"/>
          <p:cNvSpPr txBox="1">
            <a:spLocks noChangeArrowheads="1"/>
          </p:cNvSpPr>
          <p:nvPr/>
        </p:nvSpPr>
        <p:spPr bwMode="auto">
          <a:xfrm>
            <a:off x="1041400" y="2546350"/>
            <a:ext cx="1244600" cy="586957"/>
          </a:xfrm>
          <a:prstGeom prst="rect">
            <a:avLst/>
          </a:prstGeom>
          <a:solidFill>
            <a:srgbClr val="CCFFFF"/>
          </a:solidFill>
          <a:ln w="12700">
            <a:solidFill>
              <a:schemeClr val="tx1"/>
            </a:solidFill>
            <a:miter lim="800000"/>
            <a:headEnd/>
            <a:tailEnd/>
          </a:ln>
        </p:spPr>
        <p:txBody>
          <a:bodyPr lIns="90000" tIns="46800" rIns="90000" bIns="46800">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algn="ctr" eaLnBrk="1" hangingPunct="1">
              <a:spcBef>
                <a:spcPct val="20000"/>
              </a:spcBef>
            </a:pPr>
            <a:r>
              <a:rPr lang="en-US" altLang="ja-JP" sz="1600">
                <a:solidFill>
                  <a:srgbClr val="000000"/>
                </a:solidFill>
                <a:latin typeface="ＭＳ ゴシック" pitchFamily="49" charset="-128"/>
              </a:rPr>
              <a:t>Hệ thống giao nhận</a:t>
            </a:r>
          </a:p>
        </p:txBody>
      </p:sp>
      <p:sp>
        <p:nvSpPr>
          <p:cNvPr id="59400" name="Line 47"/>
          <p:cNvSpPr>
            <a:spLocks noChangeShapeType="1"/>
          </p:cNvSpPr>
          <p:nvPr/>
        </p:nvSpPr>
        <p:spPr bwMode="auto">
          <a:xfrm>
            <a:off x="1200150" y="3454400"/>
            <a:ext cx="1588" cy="228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401" name="Line 48"/>
          <p:cNvSpPr>
            <a:spLocks noChangeShapeType="1"/>
          </p:cNvSpPr>
          <p:nvPr/>
        </p:nvSpPr>
        <p:spPr bwMode="auto">
          <a:xfrm>
            <a:off x="1206500" y="3454400"/>
            <a:ext cx="2141538" cy="158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402" name="Line 49"/>
          <p:cNvSpPr>
            <a:spLocks noChangeShapeType="1"/>
          </p:cNvSpPr>
          <p:nvPr/>
        </p:nvSpPr>
        <p:spPr bwMode="auto">
          <a:xfrm>
            <a:off x="2514600" y="3467100"/>
            <a:ext cx="0" cy="2159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403" name="Text Box 50"/>
          <p:cNvSpPr txBox="1">
            <a:spLocks noChangeArrowheads="1"/>
          </p:cNvSpPr>
          <p:nvPr/>
        </p:nvSpPr>
        <p:spPr bwMode="auto">
          <a:xfrm>
            <a:off x="673100" y="3683000"/>
            <a:ext cx="1155700" cy="833178"/>
          </a:xfrm>
          <a:prstGeom prst="rect">
            <a:avLst/>
          </a:prstGeom>
          <a:solidFill>
            <a:srgbClr val="CCFF99"/>
          </a:solidFill>
          <a:ln w="12700">
            <a:solidFill>
              <a:schemeClr val="tx1"/>
            </a:solidFill>
            <a:miter lim="800000"/>
            <a:headEnd/>
            <a:tailEnd/>
          </a:ln>
        </p:spPr>
        <p:txBody>
          <a:bodyPr lIns="90000" tIns="46800" rIns="90000" bIns="46800">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algn="ctr" eaLnBrk="1" hangingPunct="1">
              <a:spcBef>
                <a:spcPct val="25000"/>
              </a:spcBef>
            </a:pPr>
            <a:r>
              <a:rPr lang="en-US" altLang="ja-JP" sz="1600">
                <a:solidFill>
                  <a:srgbClr val="000000"/>
                </a:solidFill>
                <a:latin typeface="ＭＳ ゴシック" pitchFamily="49" charset="-128"/>
              </a:rPr>
              <a:t>Thiếu kế cấu trúc hệ thống</a:t>
            </a:r>
          </a:p>
        </p:txBody>
      </p:sp>
      <p:sp>
        <p:nvSpPr>
          <p:cNvPr id="59404" name="Text Box 51"/>
          <p:cNvSpPr txBox="1">
            <a:spLocks noChangeArrowheads="1"/>
          </p:cNvSpPr>
          <p:nvPr/>
        </p:nvSpPr>
        <p:spPr bwMode="auto">
          <a:xfrm>
            <a:off x="2031999" y="3683000"/>
            <a:ext cx="1396995" cy="833178"/>
          </a:xfrm>
          <a:prstGeom prst="rect">
            <a:avLst/>
          </a:prstGeom>
          <a:solidFill>
            <a:srgbClr val="CCFF99"/>
          </a:solidFill>
          <a:ln w="12700">
            <a:solidFill>
              <a:schemeClr val="tx1"/>
            </a:solidFill>
            <a:miter lim="800000"/>
            <a:headEnd/>
            <a:tailEnd/>
          </a:ln>
        </p:spPr>
        <p:txBody>
          <a:bodyPr wrap="square" lIns="90000" tIns="46800" rIns="90000" bIns="46800">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algn="ctr" eaLnBrk="1" hangingPunct="1">
              <a:spcBef>
                <a:spcPct val="25000"/>
              </a:spcBef>
            </a:pPr>
            <a:r>
              <a:rPr lang="en-US" altLang="ja-JP" sz="1600">
                <a:solidFill>
                  <a:srgbClr val="000000"/>
                </a:solidFill>
                <a:latin typeface="ＭＳ ゴシック" pitchFamily="49" charset="-128"/>
              </a:rPr>
              <a:t>Thiết kế cấu trúc chư</a:t>
            </a:r>
            <a:r>
              <a:rPr lang="vi-VN" altLang="ja-JP" sz="1600">
                <a:solidFill>
                  <a:srgbClr val="000000"/>
                </a:solidFill>
                <a:latin typeface="ＭＳ ゴシック" pitchFamily="49" charset="-128"/>
              </a:rPr>
              <a:t>ơ</a:t>
            </a:r>
            <a:r>
              <a:rPr lang="en-US" altLang="ja-JP" sz="1600">
                <a:solidFill>
                  <a:srgbClr val="000000"/>
                </a:solidFill>
                <a:latin typeface="ＭＳ ゴシック" pitchFamily="49" charset="-128"/>
              </a:rPr>
              <a:t>ng trình</a:t>
            </a:r>
            <a:endParaRPr lang="en-US" altLang="ja-JP" sz="1600">
              <a:solidFill>
                <a:srgbClr val="000000"/>
              </a:solidFill>
              <a:latin typeface="ＭＳ 明朝" pitchFamily="17" charset="-128"/>
            </a:endParaRPr>
          </a:p>
        </p:txBody>
      </p:sp>
      <p:sp>
        <p:nvSpPr>
          <p:cNvPr id="59405" name="Line 53"/>
          <p:cNvSpPr>
            <a:spLocks noChangeShapeType="1"/>
          </p:cNvSpPr>
          <p:nvPr/>
        </p:nvSpPr>
        <p:spPr bwMode="auto">
          <a:xfrm>
            <a:off x="2082800" y="2032000"/>
            <a:ext cx="1588" cy="3238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406" name="Text Box 54"/>
          <p:cNvSpPr txBox="1">
            <a:spLocks noChangeArrowheads="1"/>
          </p:cNvSpPr>
          <p:nvPr/>
        </p:nvSpPr>
        <p:spPr bwMode="auto">
          <a:xfrm>
            <a:off x="2438400" y="2743200"/>
            <a:ext cx="5032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spcBef>
                <a:spcPct val="50000"/>
              </a:spcBef>
            </a:pPr>
            <a:r>
              <a:rPr lang="ja-JP" altLang="en-US" sz="1600">
                <a:latin typeface="ＭＳ Ｐ明朝" pitchFamily="18" charset="-128"/>
              </a:rPr>
              <a:t>・・・</a:t>
            </a:r>
          </a:p>
        </p:txBody>
      </p:sp>
      <p:sp>
        <p:nvSpPr>
          <p:cNvPr id="59407" name="AutoShape 56"/>
          <p:cNvSpPr>
            <a:spLocks noChangeArrowheads="1"/>
          </p:cNvSpPr>
          <p:nvPr/>
        </p:nvSpPr>
        <p:spPr bwMode="auto">
          <a:xfrm>
            <a:off x="533400" y="990600"/>
            <a:ext cx="3048000" cy="3810000"/>
          </a:xfrm>
          <a:prstGeom prst="foldedCorner">
            <a:avLst>
              <a:gd name="adj" fmla="val 8843"/>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1"/>
          <a:lstStyle/>
          <a:p>
            <a:pPr algn="ctr">
              <a:spcBef>
                <a:spcPct val="30000"/>
              </a:spcBef>
            </a:pPr>
            <a:endParaRPr lang="en-US" altLang="ja-JP" sz="800" b="1">
              <a:latin typeface="Times New Roman" pitchFamily="18" charset="0"/>
              <a:ea typeface="ＭＳ 明朝" pitchFamily="17" charset="-128"/>
            </a:endParaRPr>
          </a:p>
          <a:p>
            <a:pPr algn="ctr">
              <a:spcBef>
                <a:spcPct val="30000"/>
              </a:spcBef>
            </a:pPr>
            <a:r>
              <a:rPr lang="en-US" altLang="ja-JP" sz="2000" b="1">
                <a:latin typeface="Times New Roman" pitchFamily="18" charset="0"/>
                <a:ea typeface="ＭＳ 明朝" pitchFamily="17" charset="-128"/>
              </a:rPr>
              <a:t>WBS</a:t>
            </a:r>
            <a:endParaRPr lang="en-US" altLang="ja-JP" sz="2000" b="1">
              <a:latin typeface="ＭＳ Ｐゴシック" pitchFamily="50" charset="-128"/>
            </a:endParaRPr>
          </a:p>
        </p:txBody>
      </p:sp>
      <p:sp>
        <p:nvSpPr>
          <p:cNvPr id="59408" name="Text Box 60"/>
          <p:cNvSpPr txBox="1">
            <a:spLocks noChangeArrowheads="1"/>
          </p:cNvSpPr>
          <p:nvPr/>
        </p:nvSpPr>
        <p:spPr bwMode="auto">
          <a:xfrm>
            <a:off x="1610940" y="5582193"/>
            <a:ext cx="18796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spcBef>
                <a:spcPct val="50000"/>
              </a:spcBef>
            </a:pPr>
            <a:r>
              <a:rPr lang="en-US" altLang="ja-JP" sz="2000">
                <a:latin typeface="+mn-lt"/>
              </a:rPr>
              <a:t>Hiệu chỉnh trở lại với WBS</a:t>
            </a:r>
          </a:p>
        </p:txBody>
      </p:sp>
      <p:sp>
        <p:nvSpPr>
          <p:cNvPr id="59409" name="AutoShape 62"/>
          <p:cNvSpPr>
            <a:spLocks noChangeArrowheads="1"/>
          </p:cNvSpPr>
          <p:nvPr/>
        </p:nvSpPr>
        <p:spPr bwMode="auto">
          <a:xfrm>
            <a:off x="1143000" y="1651000"/>
            <a:ext cx="1981200" cy="381000"/>
          </a:xfrm>
          <a:prstGeom prst="roundRect">
            <a:avLst>
              <a:gd name="adj" fmla="val 16667"/>
            </a:avLst>
          </a:prstGeom>
          <a:solidFill>
            <a:srgbClr val="FFFF00"/>
          </a:solidFill>
          <a:ln w="9525">
            <a:solidFill>
              <a:schemeClr val="tx1"/>
            </a:solidFill>
            <a:round/>
            <a:headEnd/>
            <a:tailEnd/>
          </a:ln>
        </p:spPr>
        <p:txBody>
          <a:bodyPr wrap="none" anchor="ctr"/>
          <a:lstStyle/>
          <a:p>
            <a:pPr algn="ctr">
              <a:spcBef>
                <a:spcPct val="30000"/>
              </a:spcBef>
            </a:pPr>
            <a:r>
              <a:rPr lang="en-US" altLang="ja-JP" sz="1600">
                <a:solidFill>
                  <a:srgbClr val="000000"/>
                </a:solidFill>
                <a:latin typeface="+mn-lt"/>
              </a:rPr>
              <a:t>Phát triển hệ thống</a:t>
            </a:r>
          </a:p>
        </p:txBody>
      </p:sp>
      <p:sp>
        <p:nvSpPr>
          <p:cNvPr id="59438" name="AutoShape 163"/>
          <p:cNvSpPr>
            <a:spLocks noChangeArrowheads="1"/>
          </p:cNvSpPr>
          <p:nvPr/>
        </p:nvSpPr>
        <p:spPr bwMode="auto">
          <a:xfrm rot="-9250522">
            <a:off x="2667000" y="5257800"/>
            <a:ext cx="1371600" cy="304800"/>
          </a:xfrm>
          <a:prstGeom prst="curvedDownArrow">
            <a:avLst>
              <a:gd name="adj1" fmla="val 90000"/>
              <a:gd name="adj2" fmla="val 180000"/>
              <a:gd name="adj3" fmla="val 33333"/>
            </a:avLst>
          </a:prstGeom>
          <a:solidFill>
            <a:schemeClr val="accent1"/>
          </a:solidFill>
          <a:ln w="9525">
            <a:solidFill>
              <a:schemeClr val="tx1"/>
            </a:solidFill>
            <a:miter lim="800000"/>
            <a:headEnd/>
            <a:tailEnd/>
          </a:ln>
        </p:spPr>
        <p:txBody>
          <a:bodyPr wrap="none" anchor="ctr"/>
          <a:lstStyle/>
          <a:p>
            <a:endParaRPr lang="ja-JP"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AD1814C2-0118-4684-A158-466AA9CB0146}"/>
              </a:ext>
            </a:extLst>
          </p:cNvPr>
          <p:cNvSpPr>
            <a:spLocks noGrp="1"/>
          </p:cNvSpPr>
          <p:nvPr>
            <p:ph type="sldNum" sz="quarter" idx="12"/>
          </p:nvPr>
        </p:nvSpPr>
        <p:spPr/>
        <p:txBody>
          <a:bodyPr/>
          <a:lstStyle/>
          <a:p>
            <a:fld id="{9EA0BE3B-158A-4EDF-80DC-E394A0D1600F}" type="slidenum">
              <a:rPr lang="en-US" smtClean="0"/>
              <a:pPr/>
              <a:t>33</a:t>
            </a:fld>
            <a:endParaRPr lang="en-US" dirty="0"/>
          </a:p>
        </p:txBody>
      </p:sp>
      <p:sp>
        <p:nvSpPr>
          <p:cNvPr id="60418" name="Rectangle 2"/>
          <p:cNvSpPr>
            <a:spLocks noGrp="1" noChangeArrowheads="1"/>
          </p:cNvSpPr>
          <p:nvPr>
            <p:ph type="title"/>
          </p:nvPr>
        </p:nvSpPr>
        <p:spPr/>
        <p:txBody>
          <a:bodyPr/>
          <a:lstStyle/>
          <a:p>
            <a:pPr eaLnBrk="1" hangingPunct="1"/>
            <a:r>
              <a:rPr lang="en-US" altLang="ja-JP" dirty="0" smtClean="0"/>
              <a:t>4.2 </a:t>
            </a:r>
            <a:r>
              <a:rPr lang="en-US" altLang="ja-JP" dirty="0" err="1" smtClean="0"/>
              <a:t>Sắp</a:t>
            </a:r>
            <a:r>
              <a:rPr lang="en-US" altLang="ja-JP" dirty="0" smtClean="0"/>
              <a:t> </a:t>
            </a:r>
            <a:r>
              <a:rPr lang="en-US" altLang="ja-JP" dirty="0" err="1"/>
              <a:t>xếp</a:t>
            </a:r>
            <a:r>
              <a:rPr lang="en-US" altLang="ja-JP" dirty="0"/>
              <a:t> tuần </a:t>
            </a:r>
            <a:r>
              <a:rPr lang="en-US" altLang="ja-JP" dirty="0" err="1"/>
              <a:t>tự</a:t>
            </a:r>
            <a:r>
              <a:rPr lang="en-US" altLang="ja-JP" dirty="0"/>
              <a:t> các </a:t>
            </a:r>
            <a:r>
              <a:rPr lang="en-US" altLang="ja-JP" dirty="0" err="1"/>
              <a:t>hoạt</a:t>
            </a:r>
            <a:r>
              <a:rPr lang="en-US" altLang="ja-JP" dirty="0"/>
              <a:t> </a:t>
            </a:r>
            <a:r>
              <a:rPr lang="en-US" altLang="ja-JP" dirty="0" err="1"/>
              <a:t>động</a:t>
            </a:r>
            <a:endParaRPr lang="en-US" altLang="ja-JP" dirty="0"/>
          </a:p>
        </p:txBody>
      </p:sp>
      <p:sp>
        <p:nvSpPr>
          <p:cNvPr id="60419" name="コンテンツ プレースホルダ 4"/>
          <p:cNvSpPr>
            <a:spLocks noGrp="1"/>
          </p:cNvSpPr>
          <p:nvPr>
            <p:ph type="body" sz="quarter" idx="13"/>
          </p:nvPr>
        </p:nvSpPr>
        <p:spPr/>
        <p:txBody>
          <a:bodyPr/>
          <a:lstStyle/>
          <a:p>
            <a:pPr>
              <a:buClrTx/>
              <a:buFont typeface="Wingdings" pitchFamily="2" charset="2"/>
              <a:buChar char="Ø"/>
            </a:pPr>
            <a:r>
              <a:rPr lang="en-US" altLang="ja-JP" sz="2400"/>
              <a:t>Xác định và lập tài liệu về mối quan hệ giữa các hoạt động</a:t>
            </a:r>
            <a:endParaRPr lang="ja-JP" altLang="en-US" sz="2400"/>
          </a:p>
        </p:txBody>
      </p:sp>
      <p:sp>
        <p:nvSpPr>
          <p:cNvPr id="60420" name="AutoShape 4"/>
          <p:cNvSpPr>
            <a:spLocks noChangeArrowheads="1"/>
          </p:cNvSpPr>
          <p:nvPr/>
        </p:nvSpPr>
        <p:spPr bwMode="auto">
          <a:xfrm>
            <a:off x="685800" y="1752600"/>
            <a:ext cx="2057400" cy="3429000"/>
          </a:xfrm>
          <a:prstGeom prst="roundRect">
            <a:avLst>
              <a:gd name="adj" fmla="val 16667"/>
            </a:avLst>
          </a:prstGeom>
          <a:solidFill>
            <a:srgbClr val="CCFFFF">
              <a:alpha val="30196"/>
            </a:srgbClr>
          </a:solidFill>
          <a:ln w="9525">
            <a:solidFill>
              <a:schemeClr val="tx1"/>
            </a:solidFill>
            <a:round/>
            <a:headEnd/>
            <a:tailEnd/>
          </a:ln>
        </p:spPr>
        <p:txBody>
          <a:bodyPr wrap="none" anchorCtr="1"/>
          <a:lstStyle/>
          <a:p>
            <a:pPr algn="ctr"/>
            <a:r>
              <a:rPr lang="en-US" altLang="ja-JP" sz="2000"/>
              <a:t>Đầu vào</a:t>
            </a:r>
          </a:p>
        </p:txBody>
      </p:sp>
      <p:sp>
        <p:nvSpPr>
          <p:cNvPr id="60421" name="AutoShape 7"/>
          <p:cNvSpPr>
            <a:spLocks noChangeArrowheads="1"/>
          </p:cNvSpPr>
          <p:nvPr/>
        </p:nvSpPr>
        <p:spPr bwMode="auto">
          <a:xfrm>
            <a:off x="3429000" y="1752600"/>
            <a:ext cx="2438400" cy="3886200"/>
          </a:xfrm>
          <a:prstGeom prst="roundRect">
            <a:avLst>
              <a:gd name="adj" fmla="val 16667"/>
            </a:avLst>
          </a:prstGeom>
          <a:solidFill>
            <a:srgbClr val="CCFF99">
              <a:alpha val="30196"/>
            </a:srgbClr>
          </a:solidFill>
          <a:ln w="9525">
            <a:solidFill>
              <a:schemeClr val="tx1"/>
            </a:solidFill>
            <a:round/>
            <a:headEnd/>
            <a:tailEnd/>
          </a:ln>
        </p:spPr>
        <p:txBody>
          <a:bodyPr wrap="none" anchorCtr="1"/>
          <a:lstStyle/>
          <a:p>
            <a:pPr algn="ctr"/>
            <a:r>
              <a:rPr lang="en-US" altLang="ja-JP" sz="2000"/>
              <a:t>Công cụ &amp; </a:t>
            </a:r>
            <a:br>
              <a:rPr lang="en-US" altLang="ja-JP" sz="2000"/>
            </a:br>
            <a:r>
              <a:rPr lang="en-US" altLang="ja-JP" sz="2000"/>
              <a:t>Kỹ thuật</a:t>
            </a:r>
          </a:p>
        </p:txBody>
      </p:sp>
      <p:sp>
        <p:nvSpPr>
          <p:cNvPr id="60422" name="AutoShape 8"/>
          <p:cNvSpPr>
            <a:spLocks noChangeArrowheads="1"/>
          </p:cNvSpPr>
          <p:nvPr/>
        </p:nvSpPr>
        <p:spPr bwMode="auto">
          <a:xfrm>
            <a:off x="6553200" y="1752600"/>
            <a:ext cx="2057400" cy="3429000"/>
          </a:xfrm>
          <a:prstGeom prst="roundRect">
            <a:avLst>
              <a:gd name="adj" fmla="val 16667"/>
            </a:avLst>
          </a:prstGeom>
          <a:solidFill>
            <a:srgbClr val="FFCCFF">
              <a:alpha val="30196"/>
            </a:srgbClr>
          </a:solidFill>
          <a:ln w="9525">
            <a:solidFill>
              <a:schemeClr val="tx1"/>
            </a:solidFill>
            <a:round/>
            <a:headEnd/>
            <a:tailEnd/>
          </a:ln>
        </p:spPr>
        <p:txBody>
          <a:bodyPr wrap="none" anchorCtr="1"/>
          <a:lstStyle/>
          <a:p>
            <a:pPr algn="ctr"/>
            <a:r>
              <a:rPr lang="en-US" altLang="ja-JP" sz="2000"/>
              <a:t>Đầu ra</a:t>
            </a:r>
          </a:p>
        </p:txBody>
      </p:sp>
      <p:sp>
        <p:nvSpPr>
          <p:cNvPr id="60423" name="Line 9"/>
          <p:cNvSpPr>
            <a:spLocks noChangeShapeType="1"/>
          </p:cNvSpPr>
          <p:nvPr/>
        </p:nvSpPr>
        <p:spPr bwMode="auto">
          <a:xfrm>
            <a:off x="685800" y="2514600"/>
            <a:ext cx="2057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24" name="Line 10"/>
          <p:cNvSpPr>
            <a:spLocks noChangeShapeType="1"/>
          </p:cNvSpPr>
          <p:nvPr/>
        </p:nvSpPr>
        <p:spPr bwMode="auto">
          <a:xfrm>
            <a:off x="3429000" y="2514600"/>
            <a:ext cx="2438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25" name="Line 11"/>
          <p:cNvSpPr>
            <a:spLocks noChangeShapeType="1"/>
          </p:cNvSpPr>
          <p:nvPr/>
        </p:nvSpPr>
        <p:spPr bwMode="auto">
          <a:xfrm>
            <a:off x="6553200" y="2514600"/>
            <a:ext cx="2057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26" name="AutoShape 12"/>
          <p:cNvSpPr>
            <a:spLocks noChangeArrowheads="1"/>
          </p:cNvSpPr>
          <p:nvPr/>
        </p:nvSpPr>
        <p:spPr bwMode="auto">
          <a:xfrm>
            <a:off x="2743200" y="3276600"/>
            <a:ext cx="762000" cy="533400"/>
          </a:xfrm>
          <a:prstGeom prst="rightArrow">
            <a:avLst>
              <a:gd name="adj1" fmla="val 50000"/>
              <a:gd name="adj2" fmla="val 35714"/>
            </a:avLst>
          </a:prstGeom>
          <a:solidFill>
            <a:schemeClr val="accent1"/>
          </a:solidFill>
          <a:ln w="9525">
            <a:solidFill>
              <a:schemeClr val="tx1"/>
            </a:solidFill>
            <a:miter lim="800000"/>
            <a:headEnd/>
            <a:tailEnd/>
          </a:ln>
        </p:spPr>
        <p:txBody>
          <a:bodyPr wrap="none" anchor="ctr"/>
          <a:lstStyle/>
          <a:p>
            <a:endParaRPr lang="ja-JP" altLang="en-US"/>
          </a:p>
        </p:txBody>
      </p:sp>
      <p:sp>
        <p:nvSpPr>
          <p:cNvPr id="60427" name="Text Box 14"/>
          <p:cNvSpPr txBox="1">
            <a:spLocks noChangeArrowheads="1"/>
          </p:cNvSpPr>
          <p:nvPr/>
        </p:nvSpPr>
        <p:spPr bwMode="auto">
          <a:xfrm>
            <a:off x="746125" y="2551113"/>
            <a:ext cx="1997075" cy="2031325"/>
          </a:xfrm>
          <a:prstGeom prst="rect">
            <a:avLst/>
          </a:prstGeom>
          <a:noFill/>
          <a:ln>
            <a:noFill/>
          </a:ln>
          <a:effectLst>
            <a:prstShdw prst="shdw13" dist="53882" dir="13500000">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buFont typeface="Times New Roman" pitchFamily="18" charset="0"/>
              <a:buAutoNum type="arabicPeriod"/>
            </a:pPr>
            <a:r>
              <a:rPr lang="en-US" altLang="ja-JP"/>
              <a:t>DS hoạt động</a:t>
            </a:r>
          </a:p>
          <a:p>
            <a:pPr eaLnBrk="1" hangingPunct="1">
              <a:buFont typeface="Times New Roman" pitchFamily="18" charset="0"/>
              <a:buAutoNum type="arabicPeriod"/>
            </a:pPr>
            <a:r>
              <a:rPr lang="en-US" altLang="ja-JP"/>
              <a:t>Đặc tính hoạt động</a:t>
            </a:r>
          </a:p>
          <a:p>
            <a:pPr eaLnBrk="1" hangingPunct="1">
              <a:buFont typeface="Times New Roman" pitchFamily="18" charset="0"/>
              <a:buAutoNum type="arabicPeriod"/>
            </a:pPr>
            <a:r>
              <a:rPr lang="en-US" altLang="ja-JP"/>
              <a:t>Các Milestone</a:t>
            </a:r>
          </a:p>
          <a:p>
            <a:pPr eaLnBrk="1" hangingPunct="1">
              <a:buFont typeface="Times New Roman" pitchFamily="18" charset="0"/>
              <a:buAutoNum type="arabicPeriod"/>
            </a:pPr>
            <a:r>
              <a:rPr lang="en-US" altLang="ja-JP"/>
              <a:t>Phạm vi</a:t>
            </a:r>
          </a:p>
          <a:p>
            <a:pPr eaLnBrk="1" hangingPunct="1">
              <a:buFont typeface="Times New Roman" pitchFamily="18" charset="0"/>
              <a:buAutoNum type="arabicPeriod"/>
            </a:pPr>
            <a:r>
              <a:rPr lang="en-US" altLang="ja-JP"/>
              <a:t>Tài sản qui trình tổ chức</a:t>
            </a:r>
          </a:p>
        </p:txBody>
      </p:sp>
      <p:sp>
        <p:nvSpPr>
          <p:cNvPr id="60428" name="Text Box 15"/>
          <p:cNvSpPr txBox="1">
            <a:spLocks noChangeArrowheads="1"/>
          </p:cNvSpPr>
          <p:nvPr/>
        </p:nvSpPr>
        <p:spPr bwMode="auto">
          <a:xfrm>
            <a:off x="3505200" y="2590800"/>
            <a:ext cx="2438400" cy="3139321"/>
          </a:xfrm>
          <a:prstGeom prst="rect">
            <a:avLst/>
          </a:prstGeom>
          <a:noFill/>
          <a:ln>
            <a:noFill/>
          </a:ln>
          <a:effectLst>
            <a:prstShdw prst="shdw13" dist="53882" dir="13500000">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buFont typeface="Times New Roman" pitchFamily="18" charset="0"/>
              <a:buAutoNum type="arabicPeriod"/>
            </a:pPr>
            <a:r>
              <a:rPr lang="en-US" altLang="ja-JP"/>
              <a:t>Precedence </a:t>
            </a:r>
            <a:br>
              <a:rPr lang="en-US" altLang="ja-JP"/>
            </a:br>
            <a:r>
              <a:rPr lang="en-US" altLang="ja-JP"/>
              <a:t>Diagramming</a:t>
            </a:r>
            <a:br>
              <a:rPr lang="en-US" altLang="ja-JP"/>
            </a:br>
            <a:r>
              <a:rPr lang="en-US" altLang="ja-JP"/>
              <a:t>Method (PDM)</a:t>
            </a:r>
          </a:p>
          <a:p>
            <a:pPr eaLnBrk="1" hangingPunct="1">
              <a:buFont typeface="Times New Roman" pitchFamily="18" charset="0"/>
              <a:buAutoNum type="arabicPeriod"/>
            </a:pPr>
            <a:r>
              <a:rPr lang="en-US" altLang="ja-JP"/>
              <a:t>Xác định phụ thuộc</a:t>
            </a:r>
          </a:p>
          <a:p>
            <a:pPr eaLnBrk="1" hangingPunct="1">
              <a:buFont typeface="Times New Roman" pitchFamily="18" charset="0"/>
              <a:buAutoNum type="arabicPeriod"/>
            </a:pPr>
            <a:r>
              <a:rPr lang="en-US" altLang="ja-JP"/>
              <a:t>Biểu diễn Đẩy nhanh và Độ trễ thời gian</a:t>
            </a:r>
          </a:p>
          <a:p>
            <a:pPr eaLnBrk="1" hangingPunct="1">
              <a:buFont typeface="Times New Roman" pitchFamily="18" charset="0"/>
              <a:buAutoNum type="arabicPeriod"/>
            </a:pPr>
            <a:r>
              <a:rPr lang="en-US" altLang="ja-JP"/>
              <a:t>Schedule </a:t>
            </a:r>
            <a:br>
              <a:rPr lang="en-US" altLang="ja-JP"/>
            </a:br>
            <a:r>
              <a:rPr lang="en-US" altLang="ja-JP"/>
              <a:t>Network</a:t>
            </a:r>
            <a:br>
              <a:rPr lang="en-US" altLang="ja-JP"/>
            </a:br>
            <a:r>
              <a:rPr lang="en-US" altLang="ja-JP"/>
              <a:t>Templates</a:t>
            </a:r>
          </a:p>
        </p:txBody>
      </p:sp>
      <p:sp>
        <p:nvSpPr>
          <p:cNvPr id="60429" name="Text Box 16"/>
          <p:cNvSpPr txBox="1">
            <a:spLocks noChangeArrowheads="1"/>
          </p:cNvSpPr>
          <p:nvPr/>
        </p:nvSpPr>
        <p:spPr bwMode="auto">
          <a:xfrm>
            <a:off x="6705601" y="2590800"/>
            <a:ext cx="1676400" cy="1477328"/>
          </a:xfrm>
          <a:prstGeom prst="rect">
            <a:avLst/>
          </a:prstGeom>
          <a:noFill/>
          <a:ln>
            <a:noFill/>
          </a:ln>
          <a:effectLst>
            <a:prstShdw prst="shdw13" dist="53882" dir="13500000">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buFont typeface="Times New Roman" pitchFamily="18" charset="0"/>
              <a:buAutoNum type="arabicPeriod"/>
            </a:pPr>
            <a:r>
              <a:rPr lang="en-US" altLang="ja-JP"/>
              <a:t>Lược đồ schedule</a:t>
            </a:r>
          </a:p>
          <a:p>
            <a:pPr eaLnBrk="1" hangingPunct="1">
              <a:buFont typeface="Times New Roman" pitchFamily="18" charset="0"/>
              <a:buAutoNum type="arabicPeriod"/>
            </a:pPr>
            <a:r>
              <a:rPr lang="en-US" altLang="ja-JP"/>
              <a:t>Cập nhật tài liệu dự án</a:t>
            </a:r>
          </a:p>
        </p:txBody>
      </p:sp>
      <p:sp>
        <p:nvSpPr>
          <p:cNvPr id="60430" name="AutoShape 13"/>
          <p:cNvSpPr>
            <a:spLocks noChangeArrowheads="1"/>
          </p:cNvSpPr>
          <p:nvPr/>
        </p:nvSpPr>
        <p:spPr bwMode="auto">
          <a:xfrm>
            <a:off x="5867400" y="3276600"/>
            <a:ext cx="762000" cy="533400"/>
          </a:xfrm>
          <a:prstGeom prst="rightArrow">
            <a:avLst>
              <a:gd name="adj1" fmla="val 50000"/>
              <a:gd name="adj2" fmla="val 35714"/>
            </a:avLst>
          </a:prstGeom>
          <a:solidFill>
            <a:schemeClr val="accent1"/>
          </a:solidFill>
          <a:ln w="9525">
            <a:solidFill>
              <a:schemeClr val="tx1"/>
            </a:solidFill>
            <a:miter lim="800000"/>
            <a:headEnd/>
            <a:tailEnd/>
          </a:ln>
        </p:spPr>
        <p:txBody>
          <a:bodyPr wrap="none" anchor="ctr"/>
          <a:lstStyle/>
          <a:p>
            <a:endParaRPr lang="ja-JP"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a:extLst>
              <a:ext uri="{FF2B5EF4-FFF2-40B4-BE49-F238E27FC236}">
                <a16:creationId xmlns:a16="http://schemas.microsoft.com/office/drawing/2014/main" xmlns="" id="{9AA28D58-278D-413A-8774-9FCD90DA213F}"/>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290637" y="1897882"/>
            <a:ext cx="6562725" cy="3935360"/>
          </a:xfrm>
          <a:prstGeom prst="rect">
            <a:avLst/>
          </a:prstGeom>
          <a:noFill/>
          <a:extLst>
            <a:ext uri="{909E8E84-426E-40DD-AFC4-6F175D3DCCD1}">
              <a14:hiddenFill xmlns:a14="http://schemas.microsoft.com/office/drawing/2010/main">
                <a:solidFill>
                  <a:srgbClr val="FFFFFF"/>
                </a:solidFill>
              </a14:hiddenFill>
            </a:ext>
          </a:extLst>
        </p:spPr>
      </p:pic>
      <p:sp>
        <p:nvSpPr>
          <p:cNvPr id="4" name="Speech Bubble: Rectangle 3">
            <a:extLst>
              <a:ext uri="{FF2B5EF4-FFF2-40B4-BE49-F238E27FC236}">
                <a16:creationId xmlns:a16="http://schemas.microsoft.com/office/drawing/2014/main" xmlns="" id="{4C0A6F98-FEC3-441F-B8D4-C178F5444905}"/>
              </a:ext>
            </a:extLst>
          </p:cNvPr>
          <p:cNvSpPr/>
          <p:nvPr/>
        </p:nvSpPr>
        <p:spPr>
          <a:xfrm>
            <a:off x="152400" y="609600"/>
            <a:ext cx="3733800" cy="1288282"/>
          </a:xfrm>
          <a:prstGeom prst="wedgeRectCallout">
            <a:avLst>
              <a:gd name="adj1" fmla="val 65069"/>
              <a:gd name="adj2" fmla="val 59038"/>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a:solidFill>
                  <a:schemeClr val="tx1"/>
                </a:solidFill>
              </a:rPr>
              <a:t>Ngày bắt đầu sớm,Kết thúc sớm</a:t>
            </a:r>
          </a:p>
          <a:p>
            <a:pPr algn="ctr"/>
            <a:r>
              <a:rPr lang="en-US">
                <a:solidFill>
                  <a:schemeClr val="tx1"/>
                </a:solidFill>
              </a:rPr>
              <a:t>Early Start, Early Finish</a:t>
            </a:r>
          </a:p>
          <a:p>
            <a:pPr algn="ctr"/>
            <a:r>
              <a:rPr lang="en-US">
                <a:solidFill>
                  <a:schemeClr val="tx1"/>
                </a:solidFill>
              </a:rPr>
              <a:t>Độ co giãn = Finish - Start</a:t>
            </a:r>
          </a:p>
        </p:txBody>
      </p:sp>
      <p:sp>
        <p:nvSpPr>
          <p:cNvPr id="6" name="Speech Bubble: Rectangle 5">
            <a:extLst>
              <a:ext uri="{FF2B5EF4-FFF2-40B4-BE49-F238E27FC236}">
                <a16:creationId xmlns:a16="http://schemas.microsoft.com/office/drawing/2014/main" xmlns="" id="{3019763E-F494-454A-AB2A-854546653ABB}"/>
              </a:ext>
            </a:extLst>
          </p:cNvPr>
          <p:cNvSpPr/>
          <p:nvPr/>
        </p:nvSpPr>
        <p:spPr>
          <a:xfrm>
            <a:off x="4953000" y="117859"/>
            <a:ext cx="3886200" cy="983482"/>
          </a:xfrm>
          <a:prstGeom prst="wedgeRectCallout">
            <a:avLst>
              <a:gd name="adj1" fmla="val -29965"/>
              <a:gd name="adj2" fmla="val 132549"/>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a:solidFill>
                  <a:schemeClr val="tx1"/>
                </a:solidFill>
              </a:rPr>
              <a:t>Ngày bắt đầu muộn,Kết thúc muộn</a:t>
            </a:r>
          </a:p>
          <a:p>
            <a:pPr algn="ctr"/>
            <a:r>
              <a:rPr lang="en-US">
                <a:solidFill>
                  <a:schemeClr val="tx1"/>
                </a:solidFill>
              </a:rPr>
              <a:t>Late Start, Late Finish</a:t>
            </a:r>
          </a:p>
          <a:p>
            <a:pPr algn="ctr"/>
            <a:r>
              <a:rPr lang="en-US">
                <a:solidFill>
                  <a:schemeClr val="tx1"/>
                </a:solidFill>
              </a:rPr>
              <a:t>Độ co giãn = Finish - Start</a:t>
            </a:r>
          </a:p>
        </p:txBody>
      </p:sp>
      <p:sp>
        <p:nvSpPr>
          <p:cNvPr id="7" name="Speech Bubble: Rectangle 6">
            <a:extLst>
              <a:ext uri="{FF2B5EF4-FFF2-40B4-BE49-F238E27FC236}">
                <a16:creationId xmlns:a16="http://schemas.microsoft.com/office/drawing/2014/main" xmlns="" id="{416EA66B-4136-45A2-8B70-16FBBE8C6BF4}"/>
              </a:ext>
            </a:extLst>
          </p:cNvPr>
          <p:cNvSpPr/>
          <p:nvPr/>
        </p:nvSpPr>
        <p:spPr>
          <a:xfrm>
            <a:off x="304800" y="5989201"/>
            <a:ext cx="3886200" cy="602482"/>
          </a:xfrm>
          <a:prstGeom prst="wedgeRectCallout">
            <a:avLst>
              <a:gd name="adj1" fmla="val 57998"/>
              <a:gd name="adj2" fmla="val -96277"/>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a:solidFill>
                  <a:schemeClr val="tx1"/>
                </a:solidFill>
              </a:rPr>
              <a:t>WBS ID (mã công việc)</a:t>
            </a:r>
          </a:p>
        </p:txBody>
      </p:sp>
      <p:sp>
        <p:nvSpPr>
          <p:cNvPr id="8" name="Speech Bubble: Rectangle 7">
            <a:extLst>
              <a:ext uri="{FF2B5EF4-FFF2-40B4-BE49-F238E27FC236}">
                <a16:creationId xmlns:a16="http://schemas.microsoft.com/office/drawing/2014/main" xmlns="" id="{00373041-1F93-46A1-8B39-61F1CD49416E}"/>
              </a:ext>
            </a:extLst>
          </p:cNvPr>
          <p:cNvSpPr/>
          <p:nvPr/>
        </p:nvSpPr>
        <p:spPr>
          <a:xfrm>
            <a:off x="5791200" y="6019800"/>
            <a:ext cx="2667000" cy="602482"/>
          </a:xfrm>
          <a:prstGeom prst="wedgeRectCallout">
            <a:avLst>
              <a:gd name="adj1" fmla="val -46896"/>
              <a:gd name="adj2" fmla="val -107952"/>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a:solidFill>
                  <a:schemeClr val="tx1"/>
                </a:solidFill>
              </a:rPr>
              <a:t>Thời gian thực hiện</a:t>
            </a:r>
          </a:p>
        </p:txBody>
      </p:sp>
      <p:sp>
        <p:nvSpPr>
          <p:cNvPr id="5" name="Slide Number Placeholder 4">
            <a:extLst>
              <a:ext uri="{FF2B5EF4-FFF2-40B4-BE49-F238E27FC236}">
                <a16:creationId xmlns:a16="http://schemas.microsoft.com/office/drawing/2014/main" xmlns="" id="{3FE16B7D-D7D7-42F1-90C7-9895D945E461}"/>
              </a:ext>
            </a:extLst>
          </p:cNvPr>
          <p:cNvSpPr>
            <a:spLocks noGrp="1"/>
          </p:cNvSpPr>
          <p:nvPr>
            <p:ph type="sldNum" sz="quarter" idx="12"/>
          </p:nvPr>
        </p:nvSpPr>
        <p:spPr/>
        <p:txBody>
          <a:bodyPr/>
          <a:lstStyle/>
          <a:p>
            <a:fld id="{9EA0BE3B-158A-4EDF-80DC-E394A0D1600F}" type="slidenum">
              <a:rPr lang="en-US" smtClean="0"/>
              <a:pPr/>
              <a:t>34</a:t>
            </a:fld>
            <a:endParaRPr lang="en-US" dirty="0"/>
          </a:p>
        </p:txBody>
      </p:sp>
    </p:spTree>
    <p:extLst>
      <p:ext uri="{BB962C8B-B14F-4D97-AF65-F5344CB8AC3E}">
        <p14:creationId xmlns:p14="http://schemas.microsoft.com/office/powerpoint/2010/main" val="32336398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xmlns="" id="{69DF0DE6-4668-408E-8D2C-370A49BC0908}"/>
              </a:ext>
            </a:extLst>
          </p:cNvPr>
          <p:cNvSpPr>
            <a:spLocks noGrp="1"/>
          </p:cNvSpPr>
          <p:nvPr>
            <p:ph type="sldNum" sz="quarter" idx="12"/>
          </p:nvPr>
        </p:nvSpPr>
        <p:spPr/>
        <p:txBody>
          <a:bodyPr/>
          <a:lstStyle/>
          <a:p>
            <a:fld id="{9EA0BE3B-158A-4EDF-80DC-E394A0D1600F}" type="slidenum">
              <a:rPr lang="en-US" smtClean="0"/>
              <a:pPr/>
              <a:t>35</a:t>
            </a:fld>
            <a:endParaRPr lang="en-US" dirty="0"/>
          </a:p>
        </p:txBody>
      </p:sp>
      <p:sp>
        <p:nvSpPr>
          <p:cNvPr id="61442" name="Rectangle 2"/>
          <p:cNvSpPr>
            <a:spLocks noGrp="1" noChangeArrowheads="1"/>
          </p:cNvSpPr>
          <p:nvPr>
            <p:ph type="title"/>
          </p:nvPr>
        </p:nvSpPr>
        <p:spPr/>
        <p:txBody>
          <a:bodyPr/>
          <a:lstStyle/>
          <a:p>
            <a:pPr eaLnBrk="1" hangingPunct="1"/>
            <a:r>
              <a:rPr lang="en-US" altLang="ja-JP" sz="3200" dirty="0" smtClean="0"/>
              <a:t>Precedence </a:t>
            </a:r>
            <a:r>
              <a:rPr lang="en-US" altLang="ja-JP" sz="3200" dirty="0"/>
              <a:t>Diagramming Method (PDM)</a:t>
            </a:r>
          </a:p>
        </p:txBody>
      </p:sp>
      <p:sp>
        <p:nvSpPr>
          <p:cNvPr id="61443" name="コンテンツ プレースホルダ 19"/>
          <p:cNvSpPr>
            <a:spLocks noGrp="1"/>
          </p:cNvSpPr>
          <p:nvPr>
            <p:ph type="body" sz="quarter" idx="13"/>
          </p:nvPr>
        </p:nvSpPr>
        <p:spPr/>
        <p:txBody>
          <a:bodyPr/>
          <a:lstStyle/>
          <a:p>
            <a:pPr>
              <a:spcBef>
                <a:spcPct val="50000"/>
              </a:spcBef>
              <a:buClrTx/>
              <a:buFont typeface="Wingdings" pitchFamily="2" charset="2"/>
              <a:buChar char="Ø"/>
            </a:pPr>
            <a:r>
              <a:rPr lang="en-US" altLang="ja-JP" sz="2400">
                <a:latin typeface="Tahoma" pitchFamily="34" charset="0"/>
              </a:rPr>
              <a:t>Mỗi hoạt động là một node</a:t>
            </a:r>
          </a:p>
          <a:p>
            <a:pPr>
              <a:spcBef>
                <a:spcPct val="50000"/>
              </a:spcBef>
              <a:buClrTx/>
              <a:buFont typeface="Wingdings" pitchFamily="2" charset="2"/>
              <a:buChar char="Ø"/>
            </a:pPr>
            <a:r>
              <a:rPr lang="en-US" altLang="ja-JP" sz="2400">
                <a:latin typeface="Tahoma" pitchFamily="34" charset="0"/>
              </a:rPr>
              <a:t>Đường nối các node biểu diễn quan hệ tuần tự</a:t>
            </a:r>
          </a:p>
          <a:p>
            <a:pPr>
              <a:spcBef>
                <a:spcPct val="50000"/>
              </a:spcBef>
              <a:buClrTx/>
              <a:buFont typeface="Wingdings" pitchFamily="2" charset="2"/>
              <a:buChar char="Ø"/>
            </a:pPr>
            <a:r>
              <a:rPr lang="en-US" altLang="ja-JP" sz="2400">
                <a:latin typeface="Tahoma" pitchFamily="34" charset="0"/>
              </a:rPr>
              <a:t>PDM có thể biểu diễn 4 quan hệ phụ thuộc</a:t>
            </a:r>
          </a:p>
        </p:txBody>
      </p:sp>
      <p:sp>
        <p:nvSpPr>
          <p:cNvPr id="61444" name="Rectangle 6"/>
          <p:cNvSpPr>
            <a:spLocks noChangeArrowheads="1"/>
          </p:cNvSpPr>
          <p:nvPr/>
        </p:nvSpPr>
        <p:spPr bwMode="auto">
          <a:xfrm>
            <a:off x="1208088" y="5638800"/>
            <a:ext cx="554037" cy="3048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pPr algn="ctr"/>
            <a:r>
              <a:rPr lang="en-US" altLang="ja-JP" b="1">
                <a:solidFill>
                  <a:srgbClr val="000000"/>
                </a:solidFill>
                <a:latin typeface="Tahoma" pitchFamily="34" charset="0"/>
              </a:rPr>
              <a:t>A</a:t>
            </a:r>
          </a:p>
        </p:txBody>
      </p:sp>
      <p:sp>
        <p:nvSpPr>
          <p:cNvPr id="61445" name="Rectangle 7"/>
          <p:cNvSpPr>
            <a:spLocks noChangeArrowheads="1"/>
          </p:cNvSpPr>
          <p:nvPr/>
        </p:nvSpPr>
        <p:spPr bwMode="auto">
          <a:xfrm>
            <a:off x="1762125" y="6176963"/>
            <a:ext cx="550863" cy="3048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pPr algn="ctr"/>
            <a:r>
              <a:rPr lang="en-US" altLang="ja-JP" b="1">
                <a:solidFill>
                  <a:srgbClr val="000000"/>
                </a:solidFill>
                <a:latin typeface="Tahoma" pitchFamily="34" charset="0"/>
              </a:rPr>
              <a:t>B</a:t>
            </a:r>
          </a:p>
        </p:txBody>
      </p:sp>
      <p:sp>
        <p:nvSpPr>
          <p:cNvPr id="61446" name="Rectangle 8"/>
          <p:cNvSpPr>
            <a:spLocks noChangeArrowheads="1"/>
          </p:cNvSpPr>
          <p:nvPr/>
        </p:nvSpPr>
        <p:spPr bwMode="auto">
          <a:xfrm>
            <a:off x="3584575" y="5638800"/>
            <a:ext cx="552450" cy="3048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pPr algn="ctr"/>
            <a:r>
              <a:rPr lang="en-US" altLang="ja-JP" b="1">
                <a:solidFill>
                  <a:srgbClr val="000000"/>
                </a:solidFill>
                <a:latin typeface="Tahoma" pitchFamily="34" charset="0"/>
              </a:rPr>
              <a:t>A</a:t>
            </a:r>
          </a:p>
        </p:txBody>
      </p:sp>
      <p:sp>
        <p:nvSpPr>
          <p:cNvPr id="61447" name="Rectangle 9"/>
          <p:cNvSpPr>
            <a:spLocks noChangeArrowheads="1"/>
          </p:cNvSpPr>
          <p:nvPr/>
        </p:nvSpPr>
        <p:spPr bwMode="auto">
          <a:xfrm>
            <a:off x="3584575" y="6176963"/>
            <a:ext cx="552450" cy="3048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pPr algn="ctr"/>
            <a:r>
              <a:rPr lang="en-US" altLang="ja-JP" b="1">
                <a:solidFill>
                  <a:srgbClr val="000000"/>
                </a:solidFill>
                <a:latin typeface="Tahoma" pitchFamily="34" charset="0"/>
              </a:rPr>
              <a:t>B</a:t>
            </a:r>
          </a:p>
        </p:txBody>
      </p:sp>
      <p:sp>
        <p:nvSpPr>
          <p:cNvPr id="61448" name="Rectangle 10"/>
          <p:cNvSpPr>
            <a:spLocks noChangeArrowheads="1"/>
          </p:cNvSpPr>
          <p:nvPr/>
        </p:nvSpPr>
        <p:spPr bwMode="auto">
          <a:xfrm>
            <a:off x="5529263" y="5638800"/>
            <a:ext cx="552450" cy="3048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pPr algn="ctr"/>
            <a:r>
              <a:rPr lang="en-US" altLang="ja-JP" b="1">
                <a:solidFill>
                  <a:srgbClr val="000000"/>
                </a:solidFill>
                <a:latin typeface="Tahoma" pitchFamily="34" charset="0"/>
              </a:rPr>
              <a:t>A</a:t>
            </a:r>
          </a:p>
        </p:txBody>
      </p:sp>
      <p:sp>
        <p:nvSpPr>
          <p:cNvPr id="61449" name="Rectangle 11"/>
          <p:cNvSpPr>
            <a:spLocks noChangeArrowheads="1"/>
          </p:cNvSpPr>
          <p:nvPr/>
        </p:nvSpPr>
        <p:spPr bwMode="auto">
          <a:xfrm>
            <a:off x="5529263" y="6176963"/>
            <a:ext cx="552450" cy="3048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pPr algn="ctr"/>
            <a:r>
              <a:rPr lang="en-US" altLang="ja-JP" b="1">
                <a:solidFill>
                  <a:srgbClr val="000000"/>
                </a:solidFill>
                <a:latin typeface="Tahoma" pitchFamily="34" charset="0"/>
              </a:rPr>
              <a:t>B</a:t>
            </a:r>
          </a:p>
        </p:txBody>
      </p:sp>
      <p:sp>
        <p:nvSpPr>
          <p:cNvPr id="61450" name="Rectangle 12"/>
          <p:cNvSpPr>
            <a:spLocks noChangeArrowheads="1"/>
          </p:cNvSpPr>
          <p:nvPr/>
        </p:nvSpPr>
        <p:spPr bwMode="auto">
          <a:xfrm>
            <a:off x="7905750" y="5638800"/>
            <a:ext cx="552450" cy="3048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pPr algn="ctr"/>
            <a:r>
              <a:rPr lang="en-US" altLang="ja-JP" b="1">
                <a:solidFill>
                  <a:srgbClr val="000000"/>
                </a:solidFill>
                <a:latin typeface="Tahoma" pitchFamily="34" charset="0"/>
              </a:rPr>
              <a:t>A</a:t>
            </a:r>
          </a:p>
        </p:txBody>
      </p:sp>
      <p:sp>
        <p:nvSpPr>
          <p:cNvPr id="61451" name="Rectangle 13"/>
          <p:cNvSpPr>
            <a:spLocks noChangeArrowheads="1"/>
          </p:cNvSpPr>
          <p:nvPr/>
        </p:nvSpPr>
        <p:spPr bwMode="auto">
          <a:xfrm>
            <a:off x="7372350" y="6176963"/>
            <a:ext cx="552450" cy="3048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pPr algn="ctr"/>
            <a:r>
              <a:rPr lang="en-US" altLang="ja-JP" b="1">
                <a:solidFill>
                  <a:srgbClr val="000000"/>
                </a:solidFill>
                <a:latin typeface="Tahoma" pitchFamily="34" charset="0"/>
              </a:rPr>
              <a:t>B</a:t>
            </a:r>
          </a:p>
        </p:txBody>
      </p:sp>
      <p:sp>
        <p:nvSpPr>
          <p:cNvPr id="61452" name="Text Box 14"/>
          <p:cNvSpPr txBox="1">
            <a:spLocks noChangeArrowheads="1"/>
          </p:cNvSpPr>
          <p:nvPr/>
        </p:nvSpPr>
        <p:spPr bwMode="auto">
          <a:xfrm>
            <a:off x="914400" y="5410200"/>
            <a:ext cx="3603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algn="ctr" eaLnBrk="1" hangingPunct="1">
              <a:spcBef>
                <a:spcPct val="50000"/>
              </a:spcBef>
            </a:pPr>
            <a:r>
              <a:rPr lang="en-US" altLang="ja-JP" sz="1400">
                <a:solidFill>
                  <a:srgbClr val="000000"/>
                </a:solidFill>
                <a:latin typeface="Tahoma" pitchFamily="34" charset="0"/>
              </a:rPr>
              <a:t>①</a:t>
            </a:r>
          </a:p>
        </p:txBody>
      </p:sp>
      <p:sp>
        <p:nvSpPr>
          <p:cNvPr id="61453" name="Text Box 15"/>
          <p:cNvSpPr txBox="1">
            <a:spLocks noChangeArrowheads="1"/>
          </p:cNvSpPr>
          <p:nvPr/>
        </p:nvSpPr>
        <p:spPr bwMode="auto">
          <a:xfrm>
            <a:off x="4953000" y="5410200"/>
            <a:ext cx="5048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algn="ctr" eaLnBrk="1" hangingPunct="1">
              <a:spcBef>
                <a:spcPct val="50000"/>
              </a:spcBef>
            </a:pPr>
            <a:r>
              <a:rPr lang="en-US" altLang="ja-JP" sz="1400">
                <a:solidFill>
                  <a:srgbClr val="000000"/>
                </a:solidFill>
                <a:latin typeface="Tahoma" pitchFamily="34" charset="0"/>
              </a:rPr>
              <a:t>②</a:t>
            </a:r>
          </a:p>
        </p:txBody>
      </p:sp>
      <p:sp>
        <p:nvSpPr>
          <p:cNvPr id="61454" name="Text Box 16"/>
          <p:cNvSpPr txBox="1">
            <a:spLocks noChangeArrowheads="1"/>
          </p:cNvSpPr>
          <p:nvPr/>
        </p:nvSpPr>
        <p:spPr bwMode="auto">
          <a:xfrm>
            <a:off x="2971800" y="5486400"/>
            <a:ext cx="5064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algn="ctr" eaLnBrk="1" hangingPunct="1">
              <a:spcBef>
                <a:spcPct val="50000"/>
              </a:spcBef>
            </a:pPr>
            <a:r>
              <a:rPr lang="en-US" altLang="ja-JP" sz="1400">
                <a:solidFill>
                  <a:srgbClr val="000000"/>
                </a:solidFill>
                <a:latin typeface="Tahoma" pitchFamily="34" charset="0"/>
              </a:rPr>
              <a:t>③</a:t>
            </a:r>
          </a:p>
        </p:txBody>
      </p:sp>
      <p:sp>
        <p:nvSpPr>
          <p:cNvPr id="61455" name="Text Box 17"/>
          <p:cNvSpPr txBox="1">
            <a:spLocks noChangeArrowheads="1"/>
          </p:cNvSpPr>
          <p:nvPr/>
        </p:nvSpPr>
        <p:spPr bwMode="auto">
          <a:xfrm>
            <a:off x="7113588" y="5410200"/>
            <a:ext cx="6477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algn="ctr" eaLnBrk="1" hangingPunct="1">
              <a:spcBef>
                <a:spcPct val="50000"/>
              </a:spcBef>
            </a:pPr>
            <a:r>
              <a:rPr lang="en-US" altLang="ja-JP" sz="1400">
                <a:solidFill>
                  <a:srgbClr val="000000"/>
                </a:solidFill>
                <a:latin typeface="Tahoma" pitchFamily="34" charset="0"/>
              </a:rPr>
              <a:t>④</a:t>
            </a:r>
          </a:p>
        </p:txBody>
      </p:sp>
      <p:sp>
        <p:nvSpPr>
          <p:cNvPr id="61456" name="Line 18"/>
          <p:cNvSpPr>
            <a:spLocks noChangeShapeType="1"/>
          </p:cNvSpPr>
          <p:nvPr/>
        </p:nvSpPr>
        <p:spPr bwMode="auto">
          <a:xfrm>
            <a:off x="1762125" y="5943600"/>
            <a:ext cx="1588" cy="230188"/>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lstStyle/>
          <a:p>
            <a:endParaRPr lang="en-US"/>
          </a:p>
        </p:txBody>
      </p:sp>
      <p:sp>
        <p:nvSpPr>
          <p:cNvPr id="61457" name="Line 19"/>
          <p:cNvSpPr>
            <a:spLocks noChangeShapeType="1"/>
          </p:cNvSpPr>
          <p:nvPr/>
        </p:nvSpPr>
        <p:spPr bwMode="auto">
          <a:xfrm>
            <a:off x="3581400" y="5948363"/>
            <a:ext cx="1588" cy="233362"/>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lstStyle/>
          <a:p>
            <a:endParaRPr lang="en-US"/>
          </a:p>
        </p:txBody>
      </p:sp>
      <p:sp>
        <p:nvSpPr>
          <p:cNvPr id="61458" name="Line 20"/>
          <p:cNvSpPr>
            <a:spLocks noChangeShapeType="1"/>
          </p:cNvSpPr>
          <p:nvPr/>
        </p:nvSpPr>
        <p:spPr bwMode="auto">
          <a:xfrm flipH="1">
            <a:off x="6076950" y="5943600"/>
            <a:ext cx="4763" cy="22860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lstStyle/>
          <a:p>
            <a:endParaRPr lang="en-US"/>
          </a:p>
        </p:txBody>
      </p:sp>
      <p:sp>
        <p:nvSpPr>
          <p:cNvPr id="61459" name="Line 21"/>
          <p:cNvSpPr>
            <a:spLocks noChangeShapeType="1"/>
          </p:cNvSpPr>
          <p:nvPr/>
        </p:nvSpPr>
        <p:spPr bwMode="auto">
          <a:xfrm>
            <a:off x="7912100" y="5943600"/>
            <a:ext cx="6350" cy="22860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lstStyle/>
          <a:p>
            <a:endParaRPr lang="en-US"/>
          </a:p>
        </p:txBody>
      </p:sp>
      <p:graphicFrame>
        <p:nvGraphicFramePr>
          <p:cNvPr id="2" name="Diagram 1">
            <a:extLst>
              <a:ext uri="{FF2B5EF4-FFF2-40B4-BE49-F238E27FC236}">
                <a16:creationId xmlns:a16="http://schemas.microsoft.com/office/drawing/2014/main" xmlns="" id="{12EB7C97-B0DD-4354-8C3C-0B246D2A1C6E}"/>
              </a:ext>
            </a:extLst>
          </p:cNvPr>
          <p:cNvGraphicFramePr/>
          <p:nvPr>
            <p:extLst>
              <p:ext uri="{D42A27DB-BD31-4B8C-83A1-F6EECF244321}">
                <p14:modId xmlns:p14="http://schemas.microsoft.com/office/powerpoint/2010/main" val="3341372610"/>
              </p:ext>
            </p:extLst>
          </p:nvPr>
        </p:nvGraphicFramePr>
        <p:xfrm>
          <a:off x="1274762" y="2873376"/>
          <a:ext cx="7564437" cy="17764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xmlns="" id="{3EA9A68C-21EC-4BE8-B21E-86D6A60E146D}"/>
              </a:ext>
            </a:extLst>
          </p:cNvPr>
          <p:cNvSpPr>
            <a:spLocks noGrp="1"/>
          </p:cNvSpPr>
          <p:nvPr>
            <p:ph type="sldNum" sz="quarter" idx="12"/>
          </p:nvPr>
        </p:nvSpPr>
        <p:spPr/>
        <p:txBody>
          <a:bodyPr/>
          <a:lstStyle/>
          <a:p>
            <a:fld id="{9EA0BE3B-158A-4EDF-80DC-E394A0D1600F}" type="slidenum">
              <a:rPr lang="en-US" smtClean="0"/>
              <a:pPr/>
              <a:t>36</a:t>
            </a:fld>
            <a:endParaRPr lang="en-US" dirty="0"/>
          </a:p>
        </p:txBody>
      </p:sp>
      <p:sp>
        <p:nvSpPr>
          <p:cNvPr id="2" name="Title 1">
            <a:extLst>
              <a:ext uri="{FF2B5EF4-FFF2-40B4-BE49-F238E27FC236}">
                <a16:creationId xmlns:a16="http://schemas.microsoft.com/office/drawing/2014/main" xmlns="" id="{FAC5FBB5-123D-432D-9B1B-4793B7272C46}"/>
              </a:ext>
            </a:extLst>
          </p:cNvPr>
          <p:cNvSpPr>
            <a:spLocks noGrp="1"/>
          </p:cNvSpPr>
          <p:nvPr>
            <p:ph type="title"/>
          </p:nvPr>
        </p:nvSpPr>
        <p:spPr/>
        <p:txBody>
          <a:bodyPr/>
          <a:lstStyle/>
          <a:p>
            <a:r>
              <a:rPr lang="en-US" sz="3200"/>
              <a:t>Ví dụ</a:t>
            </a:r>
          </a:p>
        </p:txBody>
      </p:sp>
      <p:sp>
        <p:nvSpPr>
          <p:cNvPr id="5" name="Content Placeholder 4">
            <a:extLst>
              <a:ext uri="{FF2B5EF4-FFF2-40B4-BE49-F238E27FC236}">
                <a16:creationId xmlns:a16="http://schemas.microsoft.com/office/drawing/2014/main" xmlns="" id="{0763EB9D-6511-42B4-BB82-9F170D7300FB}"/>
              </a:ext>
            </a:extLst>
          </p:cNvPr>
          <p:cNvSpPr>
            <a:spLocks noGrp="1"/>
          </p:cNvSpPr>
          <p:nvPr>
            <p:ph type="body" sz="quarter" idx="13"/>
          </p:nvPr>
        </p:nvSpPr>
        <p:spPr/>
        <p:txBody>
          <a:bodyPr/>
          <a:lstStyle/>
          <a:p>
            <a:r>
              <a:rPr lang="en-US"/>
              <a:t>Về một buổi hội thảo công nghệ</a:t>
            </a:r>
          </a:p>
        </p:txBody>
      </p:sp>
      <p:graphicFrame>
        <p:nvGraphicFramePr>
          <p:cNvPr id="4" name="Diagram 3">
            <a:extLst>
              <a:ext uri="{FF2B5EF4-FFF2-40B4-BE49-F238E27FC236}">
                <a16:creationId xmlns:a16="http://schemas.microsoft.com/office/drawing/2014/main" xmlns="" id="{8E0EDA51-D932-4E5A-9A92-D3833612C519}"/>
              </a:ext>
            </a:extLst>
          </p:cNvPr>
          <p:cNvGraphicFramePr/>
          <p:nvPr>
            <p:extLst>
              <p:ext uri="{D42A27DB-BD31-4B8C-83A1-F6EECF244321}">
                <p14:modId xmlns:p14="http://schemas.microsoft.com/office/powerpoint/2010/main" val="4248198075"/>
              </p:ext>
            </p:extLst>
          </p:nvPr>
        </p:nvGraphicFramePr>
        <p:xfrm>
          <a:off x="1122363" y="3567113"/>
          <a:ext cx="7564437" cy="17764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119838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C75DC1FE-72C5-4B71-823E-788B2F1DF816}"/>
              </a:ext>
            </a:extLst>
          </p:cNvPr>
          <p:cNvSpPr>
            <a:spLocks noGrp="1"/>
          </p:cNvSpPr>
          <p:nvPr>
            <p:ph type="sldNum" sz="quarter" idx="12"/>
          </p:nvPr>
        </p:nvSpPr>
        <p:spPr/>
        <p:txBody>
          <a:bodyPr/>
          <a:lstStyle/>
          <a:p>
            <a:fld id="{9EA0BE3B-158A-4EDF-80DC-E394A0D1600F}" type="slidenum">
              <a:rPr lang="en-US" smtClean="0"/>
              <a:pPr/>
              <a:t>37</a:t>
            </a:fld>
            <a:endParaRPr lang="en-US" dirty="0"/>
          </a:p>
        </p:txBody>
      </p:sp>
      <p:sp>
        <p:nvSpPr>
          <p:cNvPr id="62466" name="タイトル 1"/>
          <p:cNvSpPr>
            <a:spLocks noGrp="1"/>
          </p:cNvSpPr>
          <p:nvPr>
            <p:ph type="title"/>
          </p:nvPr>
        </p:nvSpPr>
        <p:spPr/>
        <p:txBody>
          <a:bodyPr/>
          <a:lstStyle/>
          <a:p>
            <a:r>
              <a:rPr lang="en-US" altLang="en-US" sz="3200" dirty="0" err="1" smtClean="0"/>
              <a:t>Xác</a:t>
            </a:r>
            <a:r>
              <a:rPr lang="en-US" altLang="en-US" sz="3200" dirty="0" smtClean="0"/>
              <a:t> </a:t>
            </a:r>
            <a:r>
              <a:rPr lang="en-US" altLang="en-US" sz="3200" dirty="0" err="1" smtClean="0"/>
              <a:t>định</a:t>
            </a:r>
            <a:r>
              <a:rPr lang="en-US" altLang="en-US" sz="3200" dirty="0" smtClean="0"/>
              <a:t> </a:t>
            </a:r>
            <a:r>
              <a:rPr lang="en-US" altLang="en-US" sz="3200" dirty="0"/>
              <a:t>sự </a:t>
            </a:r>
            <a:r>
              <a:rPr lang="en-US" altLang="en-US" sz="3200" dirty="0" err="1"/>
              <a:t>phụ</a:t>
            </a:r>
            <a:r>
              <a:rPr lang="en-US" altLang="en-US" sz="3200" dirty="0"/>
              <a:t> </a:t>
            </a:r>
            <a:r>
              <a:rPr lang="en-US" altLang="en-US" sz="3200" dirty="0" err="1"/>
              <a:t>thuộc</a:t>
            </a:r>
            <a:endParaRPr lang="ja-JP" altLang="en-US" sz="3200" dirty="0"/>
          </a:p>
        </p:txBody>
      </p:sp>
      <p:sp>
        <p:nvSpPr>
          <p:cNvPr id="62467" name="コンテンツ プレースホルダ 2"/>
          <p:cNvSpPr>
            <a:spLocks noGrp="1"/>
          </p:cNvSpPr>
          <p:nvPr>
            <p:ph type="body" sz="quarter" idx="13"/>
          </p:nvPr>
        </p:nvSpPr>
        <p:spPr/>
        <p:txBody>
          <a:bodyPr/>
          <a:lstStyle/>
          <a:p>
            <a:pPr>
              <a:buClrTx/>
              <a:buFont typeface="Wingdings" pitchFamily="2" charset="2"/>
              <a:buChar char="Ø"/>
            </a:pPr>
            <a:r>
              <a:rPr lang="en-US" altLang="ja-JP" sz="2400"/>
              <a:t>Có 3 dạng quan hệ phụ thuộc</a:t>
            </a:r>
          </a:p>
          <a:p>
            <a:pPr>
              <a:buClrTx/>
              <a:buFont typeface="Times New Roman" pitchFamily="18" charset="0"/>
              <a:buAutoNum type="arabicPeriod"/>
            </a:pPr>
            <a:r>
              <a:rPr lang="en-US" altLang="ja-JP" sz="2400"/>
              <a:t>Phụ thuộc vĩnh viễn</a:t>
            </a:r>
          </a:p>
          <a:p>
            <a:pPr marL="914400" lvl="1" indent="-514350">
              <a:buClrTx/>
              <a:buFont typeface="Wingdings" pitchFamily="2" charset="2"/>
              <a:buChar char="Ø"/>
            </a:pPr>
            <a:r>
              <a:rPr lang="en-US" altLang="ja-JP" sz="2400"/>
              <a:t>Sự phụ thuộc có tính bản chất, ràng buộc tự nhiên.</a:t>
            </a:r>
          </a:p>
          <a:p>
            <a:pPr>
              <a:buClrTx/>
              <a:buFont typeface="Times New Roman" pitchFamily="18" charset="0"/>
              <a:buAutoNum type="arabicPeriod"/>
            </a:pPr>
            <a:endParaRPr lang="en-US" altLang="ja-JP" sz="2400"/>
          </a:p>
          <a:p>
            <a:pPr>
              <a:buClrTx/>
              <a:buFont typeface="Times New Roman" pitchFamily="18" charset="0"/>
              <a:buAutoNum type="arabicPeriod"/>
            </a:pPr>
            <a:r>
              <a:rPr lang="en-US" altLang="ja-JP" sz="2400"/>
              <a:t>Phụ thuộc lỏng lẻo</a:t>
            </a:r>
          </a:p>
          <a:p>
            <a:pPr marL="914400" lvl="1" indent="-514350">
              <a:buClrTx/>
              <a:buFont typeface="Wingdings" pitchFamily="2" charset="2"/>
              <a:buChar char="Ø"/>
            </a:pPr>
            <a:r>
              <a:rPr lang="en-US" altLang="ja-JP" sz="2400"/>
              <a:t>Có thể thực hiện sớm h</a:t>
            </a:r>
            <a:r>
              <a:rPr lang="vi-VN" altLang="ja-JP" sz="2400"/>
              <a:t>ơ</a:t>
            </a:r>
            <a:r>
              <a:rPr lang="en-US" altLang="ja-JP" sz="2400"/>
              <a:t>n, hoặc muộn h</a:t>
            </a:r>
            <a:r>
              <a:rPr lang="vi-VN" altLang="ja-JP" sz="2400"/>
              <a:t>ơ</a:t>
            </a:r>
            <a:r>
              <a:rPr lang="en-US" altLang="ja-JP" sz="2400"/>
              <a:t>n so với kế hoạch (Lead time và Lag time)</a:t>
            </a:r>
          </a:p>
          <a:p>
            <a:pPr>
              <a:buClrTx/>
              <a:buFont typeface="Times New Roman" pitchFamily="18" charset="0"/>
              <a:buAutoNum type="arabicPeriod"/>
            </a:pPr>
            <a:endParaRPr lang="en-US" altLang="ja-JP" sz="2400"/>
          </a:p>
          <a:p>
            <a:pPr>
              <a:buClrTx/>
              <a:buFont typeface="Times New Roman" pitchFamily="18" charset="0"/>
              <a:buAutoNum type="arabicPeriod"/>
            </a:pPr>
            <a:r>
              <a:rPr lang="en-US" altLang="ja-JP" sz="2400"/>
              <a:t>Phụ thuộc bên ngoài</a:t>
            </a:r>
          </a:p>
          <a:p>
            <a:pPr marL="914400" lvl="1" indent="-514350">
              <a:buClrTx/>
              <a:buFont typeface="Wingdings" pitchFamily="2" charset="2"/>
              <a:buChar char="Ø"/>
            </a:pPr>
            <a:r>
              <a:rPr lang="en-US" altLang="ja-JP" sz="2400"/>
              <a:t>Phụ thuộc bởi các nhân tố khách quan ngoài dự án</a:t>
            </a:r>
            <a:endParaRPr lang="ja-JP" altLang="en-US" sz="24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751EADC0-BB5A-4F30-AC76-62421A81C02D}"/>
              </a:ext>
            </a:extLst>
          </p:cNvPr>
          <p:cNvSpPr>
            <a:spLocks noGrp="1"/>
          </p:cNvSpPr>
          <p:nvPr>
            <p:ph type="sldNum" sz="quarter" idx="12"/>
          </p:nvPr>
        </p:nvSpPr>
        <p:spPr/>
        <p:txBody>
          <a:bodyPr/>
          <a:lstStyle/>
          <a:p>
            <a:fld id="{9EA0BE3B-158A-4EDF-80DC-E394A0D1600F}" type="slidenum">
              <a:rPr lang="en-US" smtClean="0"/>
              <a:pPr/>
              <a:t>38</a:t>
            </a:fld>
            <a:endParaRPr lang="en-US" dirty="0"/>
          </a:p>
        </p:txBody>
      </p:sp>
      <p:sp>
        <p:nvSpPr>
          <p:cNvPr id="69634" name="Rectangle 2"/>
          <p:cNvSpPr>
            <a:spLocks noGrp="1" noChangeArrowheads="1"/>
          </p:cNvSpPr>
          <p:nvPr>
            <p:ph type="title"/>
          </p:nvPr>
        </p:nvSpPr>
        <p:spPr/>
        <p:txBody>
          <a:bodyPr/>
          <a:lstStyle/>
          <a:p>
            <a:pPr eaLnBrk="1" hangingPunct="1"/>
            <a:r>
              <a:rPr lang="en-US" altLang="ja-JP" sz="3200" dirty="0" err="1" smtClean="0"/>
              <a:t>Ph</a:t>
            </a:r>
            <a:r>
              <a:rPr lang="vi-VN" altLang="ja-JP" sz="3200" dirty="0"/>
              <a:t>ư</a:t>
            </a:r>
            <a:r>
              <a:rPr lang="en-US" altLang="ja-JP" sz="3200" dirty="0" err="1"/>
              <a:t>ơng</a:t>
            </a:r>
            <a:r>
              <a:rPr lang="en-US" altLang="ja-JP" sz="3200" dirty="0"/>
              <a:t> </a:t>
            </a:r>
            <a:r>
              <a:rPr lang="en-US" altLang="ja-JP" sz="3200" dirty="0" err="1"/>
              <a:t>pháp</a:t>
            </a:r>
            <a:r>
              <a:rPr lang="en-US" altLang="ja-JP" sz="3200" dirty="0"/>
              <a:t> đ</a:t>
            </a:r>
            <a:r>
              <a:rPr lang="vi-VN" altLang="ja-JP" sz="3200" dirty="0"/>
              <a:t>ư</a:t>
            </a:r>
            <a:r>
              <a:rPr lang="en-US" altLang="ja-JP" sz="3200" dirty="0" err="1"/>
              <a:t>ờng</a:t>
            </a:r>
            <a:r>
              <a:rPr lang="en-US" altLang="ja-JP" sz="3200" dirty="0"/>
              <a:t> </a:t>
            </a:r>
            <a:r>
              <a:rPr lang="en-US" altLang="ja-JP" sz="3200" dirty="0" err="1"/>
              <a:t>găng</a:t>
            </a:r>
            <a:r>
              <a:rPr lang="en-US" altLang="ja-JP" sz="3200" dirty="0"/>
              <a:t> - Critical Path</a:t>
            </a:r>
          </a:p>
        </p:txBody>
      </p:sp>
      <p:sp>
        <p:nvSpPr>
          <p:cNvPr id="69635" name="Rectangle 3"/>
          <p:cNvSpPr>
            <a:spLocks noGrp="1" noChangeArrowheads="1"/>
          </p:cNvSpPr>
          <p:nvPr>
            <p:ph type="body" sz="quarter" idx="13"/>
          </p:nvPr>
        </p:nvSpPr>
        <p:spPr/>
        <p:txBody>
          <a:bodyPr/>
          <a:lstStyle/>
          <a:p>
            <a:pPr eaLnBrk="1" hangingPunct="1">
              <a:buClrTx/>
              <a:buFont typeface="Wingdings" pitchFamily="2" charset="2"/>
              <a:buChar char="Ø"/>
            </a:pPr>
            <a:r>
              <a:rPr lang="en-US" altLang="ja-JP" sz="2400"/>
              <a:t>Dựa trên thời gian thực hiện </a:t>
            </a:r>
            <a:r>
              <a:rPr lang="vi-VN" altLang="ja-JP" sz="2400"/>
              <a:t>ư</a:t>
            </a:r>
            <a:r>
              <a:rPr lang="en-US" altLang="ja-JP" sz="2400"/>
              <a:t>ớc lượng, tiếp tục tính toán</a:t>
            </a:r>
          </a:p>
          <a:p>
            <a:pPr lvl="1" eaLnBrk="1" hangingPunct="1">
              <a:buClrTx/>
              <a:buFont typeface="Wingdings" pitchFamily="2" charset="2"/>
              <a:buChar char="Ø"/>
            </a:pPr>
            <a:r>
              <a:rPr lang="en-US" altLang="ja-JP" sz="2000"/>
              <a:t>Ngày bắt đầu sớm và kết thúc sớm (Early Start, Early Finish dates)</a:t>
            </a:r>
          </a:p>
          <a:p>
            <a:pPr lvl="1" eaLnBrk="1" hangingPunct="1">
              <a:buClrTx/>
              <a:buFont typeface="Wingdings" pitchFamily="2" charset="2"/>
              <a:buChar char="Ø"/>
            </a:pPr>
            <a:r>
              <a:rPr lang="en-US" altLang="ja-JP" sz="2000"/>
              <a:t>Ngày bắt đầu muộn và kết thúc muộn (Late Start, Late Finish dates)</a:t>
            </a:r>
          </a:p>
          <a:p>
            <a:pPr marL="457200" lvl="1" indent="0" eaLnBrk="1" hangingPunct="1">
              <a:buClrTx/>
              <a:buNone/>
            </a:pPr>
            <a:r>
              <a:rPr lang="en-US" altLang="ja-JP" sz="2000" i="1"/>
              <a:t>Xem lại s</a:t>
            </a:r>
            <a:r>
              <a:rPr lang="vi-VN" altLang="ja-JP" sz="2000" i="1"/>
              <a:t>ơ</a:t>
            </a:r>
            <a:r>
              <a:rPr lang="en-US" altLang="ja-JP" sz="2000" i="1"/>
              <a:t> đồ PDM</a:t>
            </a:r>
          </a:p>
          <a:p>
            <a:pPr eaLnBrk="1" hangingPunct="1">
              <a:buClrTx/>
              <a:buFont typeface="Wingdings" pitchFamily="2" charset="2"/>
              <a:buChar char="Ø"/>
            </a:pPr>
            <a:r>
              <a:rPr lang="en-US" altLang="ja-JP" sz="2400"/>
              <a:t>Đường găng, critical path, là đ</a:t>
            </a:r>
            <a:r>
              <a:rPr lang="vi-VN" altLang="ja-JP" sz="2400"/>
              <a:t>ư</a:t>
            </a:r>
            <a:r>
              <a:rPr lang="en-US" altLang="ja-JP" sz="2400"/>
              <a:t>ờng dài nhất xuyên suốt dự án. </a:t>
            </a:r>
          </a:p>
          <a:p>
            <a:pPr eaLnBrk="1" hangingPunct="1">
              <a:buClrTx/>
              <a:buFont typeface="Wingdings" pitchFamily="2" charset="2"/>
              <a:buChar char="Ø"/>
            </a:pPr>
            <a:r>
              <a:rPr lang="en-US" altLang="ja-JP" sz="2400"/>
              <a:t>Độ thay đổi của đ</a:t>
            </a:r>
            <a:r>
              <a:rPr lang="vi-VN" altLang="ja-JP" sz="2400"/>
              <a:t>ư</a:t>
            </a:r>
            <a:r>
              <a:rPr lang="en-US" altLang="ja-JP" sz="2400"/>
              <a:t>ờng găng phải bằng 0.</a:t>
            </a:r>
          </a:p>
          <a:p>
            <a:pPr eaLnBrk="1" hangingPunct="1">
              <a:buClrTx/>
              <a:buFont typeface="Wingdings" pitchFamily="2" charset="2"/>
              <a:buChar char="Ø"/>
            </a:pPr>
            <a:r>
              <a:rPr lang="en-US" altLang="ja-JP" sz="2400"/>
              <a:t>Phải dựa vào đ</a:t>
            </a:r>
            <a:r>
              <a:rPr lang="vi-VN" altLang="ja-JP" sz="2400"/>
              <a:t>ư</a:t>
            </a:r>
            <a:r>
              <a:rPr lang="en-US" altLang="ja-JP" sz="2400"/>
              <a:t>ờng găng để quản trị dự án</a:t>
            </a:r>
          </a:p>
          <a:p>
            <a:pPr eaLnBrk="1" hangingPunct="1">
              <a:buClrTx/>
              <a:buFont typeface="Wingdings" pitchFamily="2" charset="2"/>
              <a:buChar char="Ø"/>
            </a:pPr>
            <a:r>
              <a:rPr lang="en-US" altLang="ja-JP" sz="2400"/>
              <a:t>Đường găng có thể chuyển sang một đ</a:t>
            </a:r>
            <a:r>
              <a:rPr lang="vi-VN" altLang="ja-JP" sz="2400"/>
              <a:t>ư</a:t>
            </a:r>
            <a:r>
              <a:rPr lang="en-US" altLang="ja-JP" sz="2400"/>
              <a:t>ờng dẫn khác trong dự án </a:t>
            </a:r>
            <a:r>
              <a:rPr lang="en-US" altLang="ja-JP" sz="2400">
                <a:sym typeface="Wingdings" panose="05000000000000000000" pitchFamily="2" charset="2"/>
              </a:rPr>
              <a:t> cần giám sát cẩn thận</a:t>
            </a:r>
            <a:endParaRPr lang="en-US" altLang="ja-JP" sz="2400"/>
          </a:p>
        </p:txBody>
      </p:sp>
    </p:spTree>
    <p:extLst>
      <p:ext uri="{BB962C8B-B14F-4D97-AF65-F5344CB8AC3E}">
        <p14:creationId xmlns:p14="http://schemas.microsoft.com/office/powerpoint/2010/main" val="17924321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xmlns="" id="{9847F0A6-0CCC-4643-99FE-E3D28CD6A4BB}"/>
              </a:ext>
            </a:extLst>
          </p:cNvPr>
          <p:cNvSpPr>
            <a:spLocks noGrp="1"/>
          </p:cNvSpPr>
          <p:nvPr>
            <p:ph type="sldNum" sz="quarter" idx="12"/>
          </p:nvPr>
        </p:nvSpPr>
        <p:spPr/>
        <p:txBody>
          <a:bodyPr/>
          <a:lstStyle/>
          <a:p>
            <a:fld id="{9EA0BE3B-158A-4EDF-80DC-E394A0D1600F}" type="slidenum">
              <a:rPr lang="en-US" smtClean="0"/>
              <a:pPr/>
              <a:t>39</a:t>
            </a:fld>
            <a:endParaRPr lang="en-US" dirty="0"/>
          </a:p>
        </p:txBody>
      </p:sp>
      <p:sp>
        <p:nvSpPr>
          <p:cNvPr id="70658" name="Rectangle 3"/>
          <p:cNvSpPr>
            <a:spLocks noGrp="1" noChangeArrowheads="1"/>
          </p:cNvSpPr>
          <p:nvPr>
            <p:ph type="title"/>
          </p:nvPr>
        </p:nvSpPr>
        <p:spPr/>
        <p:txBody>
          <a:bodyPr/>
          <a:lstStyle/>
          <a:p>
            <a:pPr eaLnBrk="1" hangingPunct="1"/>
            <a:r>
              <a:rPr lang="en-US" altLang="ja-JP" sz="3200"/>
              <a:t>Bài tập: Quản lý đ</a:t>
            </a:r>
            <a:r>
              <a:rPr lang="vi-VN" altLang="ja-JP" sz="3200"/>
              <a:t>ư</a:t>
            </a:r>
            <a:r>
              <a:rPr lang="en-US" altLang="ja-JP" sz="3200"/>
              <a:t>ờng găng</a:t>
            </a:r>
          </a:p>
        </p:txBody>
      </p:sp>
      <p:sp>
        <p:nvSpPr>
          <p:cNvPr id="70659" name="AutoShape 6"/>
          <p:cNvSpPr>
            <a:spLocks noChangeArrowheads="1"/>
          </p:cNvSpPr>
          <p:nvPr/>
        </p:nvSpPr>
        <p:spPr bwMode="auto">
          <a:xfrm>
            <a:off x="982663" y="2066925"/>
            <a:ext cx="200025" cy="215900"/>
          </a:xfrm>
          <a:prstGeom prst="flowChartConnector">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ja-JP" altLang="en-US"/>
          </a:p>
        </p:txBody>
      </p:sp>
      <p:sp>
        <p:nvSpPr>
          <p:cNvPr id="70660" name="AutoShape 7"/>
          <p:cNvSpPr>
            <a:spLocks noChangeArrowheads="1"/>
          </p:cNvSpPr>
          <p:nvPr/>
        </p:nvSpPr>
        <p:spPr bwMode="auto">
          <a:xfrm>
            <a:off x="5969000" y="1995487"/>
            <a:ext cx="198438" cy="215900"/>
          </a:xfrm>
          <a:prstGeom prst="flowChartConnector">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ja-JP" altLang="en-US"/>
          </a:p>
        </p:txBody>
      </p:sp>
      <p:sp>
        <p:nvSpPr>
          <p:cNvPr id="70661" name="AutoShape 8"/>
          <p:cNvSpPr>
            <a:spLocks noChangeArrowheads="1"/>
          </p:cNvSpPr>
          <p:nvPr/>
        </p:nvSpPr>
        <p:spPr bwMode="auto">
          <a:xfrm>
            <a:off x="1979613" y="2066925"/>
            <a:ext cx="200025" cy="215900"/>
          </a:xfrm>
          <a:prstGeom prst="flowChartConnector">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ja-JP" altLang="en-US"/>
          </a:p>
        </p:txBody>
      </p:sp>
      <p:sp>
        <p:nvSpPr>
          <p:cNvPr id="70662" name="AutoShape 9"/>
          <p:cNvSpPr>
            <a:spLocks noChangeArrowheads="1"/>
          </p:cNvSpPr>
          <p:nvPr/>
        </p:nvSpPr>
        <p:spPr bwMode="auto">
          <a:xfrm>
            <a:off x="2844800" y="1490662"/>
            <a:ext cx="198438" cy="215900"/>
          </a:xfrm>
          <a:prstGeom prst="flowChartConnector">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ja-JP" altLang="en-US"/>
          </a:p>
        </p:txBody>
      </p:sp>
      <p:sp>
        <p:nvSpPr>
          <p:cNvPr id="70663" name="AutoShape 10"/>
          <p:cNvSpPr>
            <a:spLocks noChangeArrowheads="1"/>
          </p:cNvSpPr>
          <p:nvPr/>
        </p:nvSpPr>
        <p:spPr bwMode="auto">
          <a:xfrm>
            <a:off x="2844800" y="2643187"/>
            <a:ext cx="198438" cy="215900"/>
          </a:xfrm>
          <a:prstGeom prst="flowChartConnector">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ja-JP" altLang="en-US"/>
          </a:p>
        </p:txBody>
      </p:sp>
      <p:sp>
        <p:nvSpPr>
          <p:cNvPr id="70664" name="AutoShape 11"/>
          <p:cNvSpPr>
            <a:spLocks noChangeArrowheads="1"/>
          </p:cNvSpPr>
          <p:nvPr/>
        </p:nvSpPr>
        <p:spPr bwMode="auto">
          <a:xfrm>
            <a:off x="3973513" y="1490662"/>
            <a:ext cx="200025" cy="215900"/>
          </a:xfrm>
          <a:prstGeom prst="flowChartConnector">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ja-JP" altLang="en-US"/>
          </a:p>
        </p:txBody>
      </p:sp>
      <p:sp>
        <p:nvSpPr>
          <p:cNvPr id="70665" name="AutoShape 12"/>
          <p:cNvSpPr>
            <a:spLocks noChangeArrowheads="1"/>
          </p:cNvSpPr>
          <p:nvPr/>
        </p:nvSpPr>
        <p:spPr bwMode="auto">
          <a:xfrm>
            <a:off x="3973513" y="2643187"/>
            <a:ext cx="200025" cy="215900"/>
          </a:xfrm>
          <a:prstGeom prst="flowChartConnector">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ja-JP" altLang="en-US"/>
          </a:p>
        </p:txBody>
      </p:sp>
      <p:sp>
        <p:nvSpPr>
          <p:cNvPr id="70666" name="AutoShape 13"/>
          <p:cNvSpPr>
            <a:spLocks noChangeArrowheads="1"/>
          </p:cNvSpPr>
          <p:nvPr/>
        </p:nvSpPr>
        <p:spPr bwMode="auto">
          <a:xfrm>
            <a:off x="5038725" y="1490662"/>
            <a:ext cx="198438" cy="215900"/>
          </a:xfrm>
          <a:prstGeom prst="flowChartConnector">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ja-JP" altLang="en-US"/>
          </a:p>
        </p:txBody>
      </p:sp>
      <p:sp>
        <p:nvSpPr>
          <p:cNvPr id="70667" name="AutoShape 14"/>
          <p:cNvSpPr>
            <a:spLocks noChangeArrowheads="1"/>
          </p:cNvSpPr>
          <p:nvPr/>
        </p:nvSpPr>
        <p:spPr bwMode="auto">
          <a:xfrm>
            <a:off x="5103813" y="2643187"/>
            <a:ext cx="200025" cy="215900"/>
          </a:xfrm>
          <a:prstGeom prst="flowChartConnector">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ja-JP" altLang="en-US"/>
          </a:p>
        </p:txBody>
      </p:sp>
      <p:sp>
        <p:nvSpPr>
          <p:cNvPr id="70668" name="Line 15"/>
          <p:cNvSpPr>
            <a:spLocks noChangeShapeType="1"/>
          </p:cNvSpPr>
          <p:nvPr/>
        </p:nvSpPr>
        <p:spPr bwMode="auto">
          <a:xfrm>
            <a:off x="1209675" y="2179637"/>
            <a:ext cx="798513"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lstStyle/>
          <a:p>
            <a:endParaRPr lang="en-US"/>
          </a:p>
        </p:txBody>
      </p:sp>
      <p:sp>
        <p:nvSpPr>
          <p:cNvPr id="70669" name="Line 16"/>
          <p:cNvSpPr>
            <a:spLocks noChangeShapeType="1"/>
          </p:cNvSpPr>
          <p:nvPr/>
        </p:nvSpPr>
        <p:spPr bwMode="auto">
          <a:xfrm flipV="1">
            <a:off x="2179638" y="1635125"/>
            <a:ext cx="665162" cy="50323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lstStyle/>
          <a:p>
            <a:endParaRPr lang="en-US"/>
          </a:p>
        </p:txBody>
      </p:sp>
      <p:sp>
        <p:nvSpPr>
          <p:cNvPr id="70670" name="Line 17"/>
          <p:cNvSpPr>
            <a:spLocks noChangeShapeType="1"/>
          </p:cNvSpPr>
          <p:nvPr/>
        </p:nvSpPr>
        <p:spPr bwMode="auto">
          <a:xfrm>
            <a:off x="2179638" y="2138362"/>
            <a:ext cx="665162" cy="57626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lstStyle/>
          <a:p>
            <a:endParaRPr lang="en-US"/>
          </a:p>
        </p:txBody>
      </p:sp>
      <p:sp>
        <p:nvSpPr>
          <p:cNvPr id="70671" name="Line 18"/>
          <p:cNvSpPr>
            <a:spLocks noChangeShapeType="1"/>
          </p:cNvSpPr>
          <p:nvPr/>
        </p:nvSpPr>
        <p:spPr bwMode="auto">
          <a:xfrm>
            <a:off x="3062288" y="1612900"/>
            <a:ext cx="93027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lstStyle/>
          <a:p>
            <a:endParaRPr lang="en-US"/>
          </a:p>
        </p:txBody>
      </p:sp>
      <p:sp>
        <p:nvSpPr>
          <p:cNvPr id="70672" name="Line 19"/>
          <p:cNvSpPr>
            <a:spLocks noChangeShapeType="1"/>
          </p:cNvSpPr>
          <p:nvPr/>
        </p:nvSpPr>
        <p:spPr bwMode="auto">
          <a:xfrm>
            <a:off x="3062288" y="2757487"/>
            <a:ext cx="93027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lstStyle/>
          <a:p>
            <a:endParaRPr lang="en-US"/>
          </a:p>
        </p:txBody>
      </p:sp>
      <p:sp>
        <p:nvSpPr>
          <p:cNvPr id="70673" name="Line 20"/>
          <p:cNvSpPr>
            <a:spLocks noChangeShapeType="1"/>
          </p:cNvSpPr>
          <p:nvPr/>
        </p:nvSpPr>
        <p:spPr bwMode="auto">
          <a:xfrm>
            <a:off x="4191000" y="1612900"/>
            <a:ext cx="86518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lstStyle/>
          <a:p>
            <a:endParaRPr lang="en-US"/>
          </a:p>
        </p:txBody>
      </p:sp>
      <p:sp>
        <p:nvSpPr>
          <p:cNvPr id="70674" name="Line 21"/>
          <p:cNvSpPr>
            <a:spLocks noChangeShapeType="1"/>
          </p:cNvSpPr>
          <p:nvPr/>
        </p:nvSpPr>
        <p:spPr bwMode="auto">
          <a:xfrm>
            <a:off x="4200525" y="2746375"/>
            <a:ext cx="93186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lstStyle/>
          <a:p>
            <a:endParaRPr lang="en-US"/>
          </a:p>
        </p:txBody>
      </p:sp>
      <p:sp>
        <p:nvSpPr>
          <p:cNvPr id="70675" name="Line 22"/>
          <p:cNvSpPr>
            <a:spLocks noChangeShapeType="1"/>
          </p:cNvSpPr>
          <p:nvPr/>
        </p:nvSpPr>
        <p:spPr bwMode="auto">
          <a:xfrm>
            <a:off x="5237163" y="1633537"/>
            <a:ext cx="731837" cy="431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lstStyle/>
          <a:p>
            <a:endParaRPr lang="en-US"/>
          </a:p>
        </p:txBody>
      </p:sp>
      <p:sp>
        <p:nvSpPr>
          <p:cNvPr id="70676" name="Line 23"/>
          <p:cNvSpPr>
            <a:spLocks noChangeShapeType="1"/>
          </p:cNvSpPr>
          <p:nvPr/>
        </p:nvSpPr>
        <p:spPr bwMode="auto">
          <a:xfrm flipV="1">
            <a:off x="5303838" y="2138362"/>
            <a:ext cx="665162" cy="57626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lstStyle/>
          <a:p>
            <a:endParaRPr lang="en-US"/>
          </a:p>
        </p:txBody>
      </p:sp>
      <p:sp>
        <p:nvSpPr>
          <p:cNvPr id="70677" name="Line 24"/>
          <p:cNvSpPr>
            <a:spLocks noChangeShapeType="1"/>
          </p:cNvSpPr>
          <p:nvPr/>
        </p:nvSpPr>
        <p:spPr bwMode="auto">
          <a:xfrm flipV="1">
            <a:off x="3043238" y="1635125"/>
            <a:ext cx="930275" cy="10795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lstStyle/>
          <a:p>
            <a:endParaRPr lang="en-US"/>
          </a:p>
        </p:txBody>
      </p:sp>
      <p:sp>
        <p:nvSpPr>
          <p:cNvPr id="70678" name="Line 25"/>
          <p:cNvSpPr>
            <a:spLocks noChangeShapeType="1"/>
          </p:cNvSpPr>
          <p:nvPr/>
        </p:nvSpPr>
        <p:spPr bwMode="auto">
          <a:xfrm>
            <a:off x="4173538" y="1635125"/>
            <a:ext cx="930275" cy="1079500"/>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lIns="90000" tIns="46800" rIns="90000" bIns="46800"/>
          <a:lstStyle/>
          <a:p>
            <a:endParaRPr lang="en-US"/>
          </a:p>
        </p:txBody>
      </p:sp>
      <p:sp>
        <p:nvSpPr>
          <p:cNvPr id="70679" name="Text Box 26"/>
          <p:cNvSpPr txBox="1">
            <a:spLocks noChangeArrowheads="1"/>
          </p:cNvSpPr>
          <p:nvPr/>
        </p:nvSpPr>
        <p:spPr bwMode="auto">
          <a:xfrm>
            <a:off x="1314450" y="1935162"/>
            <a:ext cx="531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algn="ctr" eaLnBrk="1" hangingPunct="1">
              <a:spcBef>
                <a:spcPct val="50000"/>
              </a:spcBef>
            </a:pPr>
            <a:r>
              <a:rPr lang="en-US" altLang="ja-JP" sz="1200">
                <a:solidFill>
                  <a:srgbClr val="000000"/>
                </a:solidFill>
                <a:latin typeface="Tahoma" pitchFamily="34" charset="0"/>
              </a:rPr>
              <a:t>A</a:t>
            </a:r>
            <a:r>
              <a:rPr lang="ja-JP" altLang="en-US" sz="1200">
                <a:solidFill>
                  <a:srgbClr val="000000"/>
                </a:solidFill>
                <a:latin typeface="Tahoma" pitchFamily="34" charset="0"/>
              </a:rPr>
              <a:t>　</a:t>
            </a:r>
            <a:r>
              <a:rPr lang="en-US" altLang="ja-JP" sz="1200">
                <a:solidFill>
                  <a:srgbClr val="000000"/>
                </a:solidFill>
                <a:latin typeface="Tahoma" pitchFamily="34" charset="0"/>
              </a:rPr>
              <a:t>12</a:t>
            </a:r>
          </a:p>
        </p:txBody>
      </p:sp>
      <p:sp>
        <p:nvSpPr>
          <p:cNvPr id="70680" name="Text Box 27"/>
          <p:cNvSpPr txBox="1">
            <a:spLocks noChangeArrowheads="1"/>
          </p:cNvSpPr>
          <p:nvPr/>
        </p:nvSpPr>
        <p:spPr bwMode="auto">
          <a:xfrm>
            <a:off x="2112963" y="1635125"/>
            <a:ext cx="59848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algn="ctr" eaLnBrk="1" hangingPunct="1">
              <a:spcBef>
                <a:spcPct val="50000"/>
              </a:spcBef>
            </a:pPr>
            <a:r>
              <a:rPr lang="en-US" altLang="ja-JP" sz="1200">
                <a:solidFill>
                  <a:srgbClr val="000000"/>
                </a:solidFill>
                <a:latin typeface="Tahoma" pitchFamily="34" charset="0"/>
              </a:rPr>
              <a:t>B</a:t>
            </a:r>
            <a:r>
              <a:rPr lang="ja-JP" altLang="en-US" sz="1200">
                <a:solidFill>
                  <a:srgbClr val="000000"/>
                </a:solidFill>
                <a:latin typeface="Tahoma" pitchFamily="34" charset="0"/>
              </a:rPr>
              <a:t>　</a:t>
            </a:r>
            <a:r>
              <a:rPr lang="en-US" altLang="ja-JP" sz="1200">
                <a:solidFill>
                  <a:srgbClr val="000000"/>
                </a:solidFill>
                <a:latin typeface="Tahoma" pitchFamily="34" charset="0"/>
              </a:rPr>
              <a:t>8</a:t>
            </a:r>
          </a:p>
        </p:txBody>
      </p:sp>
      <p:sp>
        <p:nvSpPr>
          <p:cNvPr id="70681" name="Text Box 28"/>
          <p:cNvSpPr txBox="1">
            <a:spLocks noChangeArrowheads="1"/>
          </p:cNvSpPr>
          <p:nvPr/>
        </p:nvSpPr>
        <p:spPr bwMode="auto">
          <a:xfrm>
            <a:off x="2246313" y="2427287"/>
            <a:ext cx="465137"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algn="ctr" eaLnBrk="1" hangingPunct="1">
              <a:spcBef>
                <a:spcPct val="50000"/>
              </a:spcBef>
            </a:pPr>
            <a:r>
              <a:rPr lang="en-US" altLang="ja-JP" sz="1200">
                <a:solidFill>
                  <a:srgbClr val="000000"/>
                </a:solidFill>
                <a:latin typeface="Tahoma" pitchFamily="34" charset="0"/>
              </a:rPr>
              <a:t>C</a:t>
            </a:r>
            <a:r>
              <a:rPr lang="ja-JP" altLang="en-US" sz="1200">
                <a:solidFill>
                  <a:srgbClr val="000000"/>
                </a:solidFill>
                <a:latin typeface="Tahoma" pitchFamily="34" charset="0"/>
              </a:rPr>
              <a:t>　</a:t>
            </a:r>
            <a:r>
              <a:rPr lang="en-US" altLang="ja-JP" sz="1200">
                <a:solidFill>
                  <a:srgbClr val="000000"/>
                </a:solidFill>
                <a:latin typeface="Tahoma" pitchFamily="34" charset="0"/>
              </a:rPr>
              <a:t>6</a:t>
            </a:r>
          </a:p>
        </p:txBody>
      </p:sp>
      <p:sp>
        <p:nvSpPr>
          <p:cNvPr id="70682" name="Text Box 29"/>
          <p:cNvSpPr txBox="1">
            <a:spLocks noChangeArrowheads="1"/>
          </p:cNvSpPr>
          <p:nvPr/>
        </p:nvSpPr>
        <p:spPr bwMode="auto">
          <a:xfrm>
            <a:off x="3243263" y="1346200"/>
            <a:ext cx="5969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algn="ctr" eaLnBrk="1" hangingPunct="1">
              <a:spcBef>
                <a:spcPct val="50000"/>
              </a:spcBef>
            </a:pPr>
            <a:r>
              <a:rPr lang="en-US" altLang="ja-JP" sz="1200">
                <a:solidFill>
                  <a:srgbClr val="000000"/>
                </a:solidFill>
                <a:latin typeface="Tahoma" pitchFamily="34" charset="0"/>
              </a:rPr>
              <a:t>D</a:t>
            </a:r>
            <a:r>
              <a:rPr lang="ja-JP" altLang="en-US" sz="1200">
                <a:solidFill>
                  <a:srgbClr val="000000"/>
                </a:solidFill>
                <a:latin typeface="Tahoma" pitchFamily="34" charset="0"/>
              </a:rPr>
              <a:t>　</a:t>
            </a:r>
            <a:r>
              <a:rPr lang="en-US" altLang="ja-JP" sz="1200">
                <a:solidFill>
                  <a:srgbClr val="000000"/>
                </a:solidFill>
                <a:latin typeface="Tahoma" pitchFamily="34" charset="0"/>
              </a:rPr>
              <a:t>11</a:t>
            </a:r>
          </a:p>
        </p:txBody>
      </p:sp>
      <p:sp>
        <p:nvSpPr>
          <p:cNvPr id="70683" name="Text Box 30"/>
          <p:cNvSpPr txBox="1">
            <a:spLocks noChangeArrowheads="1"/>
          </p:cNvSpPr>
          <p:nvPr/>
        </p:nvSpPr>
        <p:spPr bwMode="auto">
          <a:xfrm>
            <a:off x="2916238" y="1822450"/>
            <a:ext cx="8636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algn="ctr" eaLnBrk="1" hangingPunct="1">
              <a:spcBef>
                <a:spcPct val="50000"/>
              </a:spcBef>
            </a:pPr>
            <a:r>
              <a:rPr lang="en-US" altLang="ja-JP" sz="1200">
                <a:solidFill>
                  <a:srgbClr val="000000"/>
                </a:solidFill>
                <a:latin typeface="Tahoma" pitchFamily="34" charset="0"/>
              </a:rPr>
              <a:t>E</a:t>
            </a:r>
            <a:r>
              <a:rPr lang="ja-JP" altLang="en-US" sz="1200">
                <a:solidFill>
                  <a:srgbClr val="000000"/>
                </a:solidFill>
                <a:latin typeface="Tahoma" pitchFamily="34" charset="0"/>
              </a:rPr>
              <a:t>　</a:t>
            </a:r>
            <a:r>
              <a:rPr lang="en-US" altLang="ja-JP" sz="1200">
                <a:solidFill>
                  <a:srgbClr val="000000"/>
                </a:solidFill>
                <a:latin typeface="Tahoma" pitchFamily="34" charset="0"/>
              </a:rPr>
              <a:t>10</a:t>
            </a:r>
          </a:p>
        </p:txBody>
      </p:sp>
      <p:sp>
        <p:nvSpPr>
          <p:cNvPr id="70684" name="Text Box 31"/>
          <p:cNvSpPr txBox="1">
            <a:spLocks noChangeArrowheads="1"/>
          </p:cNvSpPr>
          <p:nvPr/>
        </p:nvSpPr>
        <p:spPr bwMode="auto">
          <a:xfrm>
            <a:off x="3243263" y="2714625"/>
            <a:ext cx="531812"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algn="ctr" eaLnBrk="1" hangingPunct="1">
              <a:spcBef>
                <a:spcPct val="50000"/>
              </a:spcBef>
            </a:pPr>
            <a:r>
              <a:rPr lang="en-US" altLang="ja-JP" sz="1200">
                <a:solidFill>
                  <a:srgbClr val="000000"/>
                </a:solidFill>
                <a:latin typeface="Tahoma" pitchFamily="34" charset="0"/>
              </a:rPr>
              <a:t>F</a:t>
            </a:r>
            <a:r>
              <a:rPr lang="ja-JP" altLang="en-US" sz="1200">
                <a:solidFill>
                  <a:srgbClr val="000000"/>
                </a:solidFill>
                <a:latin typeface="Tahoma" pitchFamily="34" charset="0"/>
              </a:rPr>
              <a:t>　</a:t>
            </a:r>
            <a:r>
              <a:rPr lang="en-US" altLang="ja-JP" sz="1200">
                <a:solidFill>
                  <a:srgbClr val="000000"/>
                </a:solidFill>
                <a:latin typeface="Tahoma" pitchFamily="34" charset="0"/>
              </a:rPr>
              <a:t>7</a:t>
            </a:r>
          </a:p>
        </p:txBody>
      </p:sp>
      <p:sp>
        <p:nvSpPr>
          <p:cNvPr id="70685" name="Text Box 32"/>
          <p:cNvSpPr txBox="1">
            <a:spLocks noChangeArrowheads="1"/>
          </p:cNvSpPr>
          <p:nvPr/>
        </p:nvSpPr>
        <p:spPr bwMode="auto">
          <a:xfrm>
            <a:off x="4306888" y="1401762"/>
            <a:ext cx="4651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algn="ctr" eaLnBrk="1" hangingPunct="1">
              <a:spcBef>
                <a:spcPct val="50000"/>
              </a:spcBef>
            </a:pPr>
            <a:r>
              <a:rPr lang="en-US" altLang="ja-JP" sz="1200">
                <a:solidFill>
                  <a:srgbClr val="000000"/>
                </a:solidFill>
                <a:latin typeface="Tahoma" pitchFamily="34" charset="0"/>
              </a:rPr>
              <a:t>H</a:t>
            </a:r>
            <a:r>
              <a:rPr lang="ja-JP" altLang="en-US" sz="1200">
                <a:solidFill>
                  <a:srgbClr val="000000"/>
                </a:solidFill>
                <a:latin typeface="Tahoma" pitchFamily="34" charset="0"/>
              </a:rPr>
              <a:t>　</a:t>
            </a:r>
            <a:r>
              <a:rPr lang="en-US" altLang="ja-JP" sz="1200">
                <a:solidFill>
                  <a:srgbClr val="000000"/>
                </a:solidFill>
                <a:latin typeface="Tahoma" pitchFamily="34" charset="0"/>
              </a:rPr>
              <a:t>5</a:t>
            </a:r>
          </a:p>
        </p:txBody>
      </p:sp>
      <p:sp>
        <p:nvSpPr>
          <p:cNvPr id="70686" name="Text Box 33"/>
          <p:cNvSpPr txBox="1">
            <a:spLocks noChangeArrowheads="1"/>
          </p:cNvSpPr>
          <p:nvPr/>
        </p:nvSpPr>
        <p:spPr bwMode="auto">
          <a:xfrm>
            <a:off x="4238625" y="2714625"/>
            <a:ext cx="60007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algn="ctr" eaLnBrk="1" hangingPunct="1">
              <a:spcBef>
                <a:spcPct val="50000"/>
              </a:spcBef>
            </a:pPr>
            <a:r>
              <a:rPr lang="en-US" altLang="ja-JP" sz="1200">
                <a:solidFill>
                  <a:srgbClr val="000000"/>
                </a:solidFill>
                <a:latin typeface="Tahoma" pitchFamily="34" charset="0"/>
              </a:rPr>
              <a:t>G</a:t>
            </a:r>
            <a:r>
              <a:rPr lang="ja-JP" altLang="en-US" sz="1200">
                <a:solidFill>
                  <a:srgbClr val="000000"/>
                </a:solidFill>
                <a:latin typeface="Tahoma" pitchFamily="34" charset="0"/>
              </a:rPr>
              <a:t>　</a:t>
            </a:r>
            <a:r>
              <a:rPr lang="en-US" altLang="ja-JP" sz="1200">
                <a:solidFill>
                  <a:srgbClr val="000000"/>
                </a:solidFill>
                <a:latin typeface="Tahoma" pitchFamily="34" charset="0"/>
              </a:rPr>
              <a:t>9</a:t>
            </a:r>
          </a:p>
        </p:txBody>
      </p:sp>
      <p:sp>
        <p:nvSpPr>
          <p:cNvPr id="70687" name="Text Box 34"/>
          <p:cNvSpPr txBox="1">
            <a:spLocks noChangeArrowheads="1"/>
          </p:cNvSpPr>
          <p:nvPr/>
        </p:nvSpPr>
        <p:spPr bwMode="auto">
          <a:xfrm>
            <a:off x="5534025" y="1635125"/>
            <a:ext cx="46513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algn="ctr" eaLnBrk="1" hangingPunct="1">
              <a:spcBef>
                <a:spcPct val="50000"/>
              </a:spcBef>
            </a:pPr>
            <a:r>
              <a:rPr lang="en-US" altLang="ja-JP" sz="1200">
                <a:solidFill>
                  <a:srgbClr val="000000"/>
                </a:solidFill>
                <a:latin typeface="Tahoma" pitchFamily="34" charset="0"/>
              </a:rPr>
              <a:t>I</a:t>
            </a:r>
            <a:r>
              <a:rPr lang="ja-JP" altLang="en-US" sz="1200">
                <a:solidFill>
                  <a:srgbClr val="000000"/>
                </a:solidFill>
                <a:latin typeface="Tahoma" pitchFamily="34" charset="0"/>
              </a:rPr>
              <a:t>　</a:t>
            </a:r>
            <a:r>
              <a:rPr lang="en-US" altLang="ja-JP" sz="1200">
                <a:solidFill>
                  <a:srgbClr val="000000"/>
                </a:solidFill>
                <a:latin typeface="Tahoma" pitchFamily="34" charset="0"/>
              </a:rPr>
              <a:t>4</a:t>
            </a:r>
          </a:p>
        </p:txBody>
      </p:sp>
      <p:sp>
        <p:nvSpPr>
          <p:cNvPr id="70688" name="Text Box 35"/>
          <p:cNvSpPr txBox="1">
            <a:spLocks noChangeArrowheads="1"/>
          </p:cNvSpPr>
          <p:nvPr/>
        </p:nvSpPr>
        <p:spPr bwMode="auto">
          <a:xfrm>
            <a:off x="5568950" y="2354262"/>
            <a:ext cx="53181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algn="ctr" eaLnBrk="1" hangingPunct="1">
              <a:spcBef>
                <a:spcPct val="50000"/>
              </a:spcBef>
            </a:pPr>
            <a:r>
              <a:rPr lang="en-US" altLang="ja-JP" sz="1200">
                <a:solidFill>
                  <a:srgbClr val="000000"/>
                </a:solidFill>
                <a:latin typeface="Tahoma" pitchFamily="34" charset="0"/>
              </a:rPr>
              <a:t>J</a:t>
            </a:r>
            <a:r>
              <a:rPr lang="ja-JP" altLang="en-US" sz="1200">
                <a:solidFill>
                  <a:srgbClr val="000000"/>
                </a:solidFill>
                <a:latin typeface="Tahoma" pitchFamily="34" charset="0"/>
              </a:rPr>
              <a:t>　</a:t>
            </a:r>
            <a:r>
              <a:rPr lang="en-US" altLang="ja-JP" sz="1200">
                <a:solidFill>
                  <a:srgbClr val="000000"/>
                </a:solidFill>
                <a:latin typeface="Tahoma" pitchFamily="34" charset="0"/>
              </a:rPr>
              <a:t>3</a:t>
            </a:r>
          </a:p>
        </p:txBody>
      </p:sp>
      <p:sp>
        <p:nvSpPr>
          <p:cNvPr id="70689" name="AutoShape 38"/>
          <p:cNvSpPr>
            <a:spLocks noChangeArrowheads="1"/>
          </p:cNvSpPr>
          <p:nvPr/>
        </p:nvSpPr>
        <p:spPr bwMode="auto">
          <a:xfrm>
            <a:off x="7620000" y="5643562"/>
            <a:ext cx="1447800" cy="757238"/>
          </a:xfrm>
          <a:prstGeom prst="wedgeRoundRectCallout">
            <a:avLst>
              <a:gd name="adj1" fmla="val -175583"/>
              <a:gd name="adj2" fmla="val -40269"/>
              <a:gd name="adj3" fmla="val 16667"/>
            </a:avLst>
          </a:prstGeom>
          <a:solidFill>
            <a:srgbClr val="FFCCFF"/>
          </a:solidFill>
          <a:ln w="9525">
            <a:solidFill>
              <a:schemeClr val="tx1"/>
            </a:solidFill>
            <a:miter lim="800000"/>
            <a:headEnd/>
            <a:tailEnd/>
          </a:ln>
        </p:spPr>
        <p:txBody>
          <a:bodyPr lIns="90000" tIns="46800" rIns="90000" bIns="46800"/>
          <a:lstStyle/>
          <a:p>
            <a:pPr algn="ctr" eaLnBrk="0" hangingPunct="0"/>
            <a:r>
              <a:rPr kumimoji="0" lang="en-US" altLang="ja-JP" b="1">
                <a:solidFill>
                  <a:srgbClr val="003300"/>
                </a:solidFill>
              </a:rPr>
              <a:t>Điền vào ô trống</a:t>
            </a:r>
          </a:p>
        </p:txBody>
      </p:sp>
      <p:sp>
        <p:nvSpPr>
          <p:cNvPr id="70690" name="Text Box 40"/>
          <p:cNvSpPr txBox="1">
            <a:spLocks noChangeArrowheads="1"/>
          </p:cNvSpPr>
          <p:nvPr/>
        </p:nvSpPr>
        <p:spPr bwMode="auto">
          <a:xfrm>
            <a:off x="6699250" y="1057275"/>
            <a:ext cx="730250" cy="5588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a:spcBef>
                <a:spcPct val="50000"/>
              </a:spcBef>
            </a:pPr>
            <a:r>
              <a:rPr kumimoji="0" lang="en-US" altLang="ja-JP" sz="1200">
                <a:solidFill>
                  <a:srgbClr val="000000"/>
                </a:solidFill>
              </a:rPr>
              <a:t>ES</a:t>
            </a:r>
            <a:r>
              <a:rPr kumimoji="0" lang="ja-JP" altLang="en-US" sz="1200">
                <a:solidFill>
                  <a:srgbClr val="000000"/>
                </a:solidFill>
              </a:rPr>
              <a:t>　</a:t>
            </a:r>
            <a:r>
              <a:rPr kumimoji="0" lang="en-US" altLang="ja-JP" sz="1200">
                <a:solidFill>
                  <a:srgbClr val="000000"/>
                </a:solidFill>
              </a:rPr>
              <a:t>EF</a:t>
            </a:r>
          </a:p>
          <a:p>
            <a:pPr>
              <a:spcBef>
                <a:spcPct val="50000"/>
              </a:spcBef>
            </a:pPr>
            <a:endParaRPr kumimoji="0" lang="en-US" altLang="ja-JP" sz="1200">
              <a:solidFill>
                <a:srgbClr val="0066FF"/>
              </a:solidFill>
            </a:endParaRPr>
          </a:p>
        </p:txBody>
      </p:sp>
      <p:sp>
        <p:nvSpPr>
          <p:cNvPr id="70691" name="Text Box 41"/>
          <p:cNvSpPr txBox="1">
            <a:spLocks noChangeArrowheads="1"/>
          </p:cNvSpPr>
          <p:nvPr/>
        </p:nvSpPr>
        <p:spPr bwMode="auto">
          <a:xfrm>
            <a:off x="1287463" y="1417637"/>
            <a:ext cx="592137" cy="28416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a:spcBef>
                <a:spcPct val="50000"/>
              </a:spcBef>
            </a:pPr>
            <a:r>
              <a:rPr kumimoji="0" lang="ja-JP" altLang="en-US" sz="1200">
                <a:solidFill>
                  <a:srgbClr val="000000"/>
                </a:solidFill>
              </a:rPr>
              <a:t>　</a:t>
            </a:r>
            <a:r>
              <a:rPr kumimoji="0" lang="en-US" altLang="ja-JP" sz="1000">
                <a:solidFill>
                  <a:srgbClr val="000000"/>
                </a:solidFill>
              </a:rPr>
              <a:t>1</a:t>
            </a:r>
            <a:r>
              <a:rPr kumimoji="0" lang="ja-JP" altLang="en-US" sz="1000">
                <a:solidFill>
                  <a:srgbClr val="000000"/>
                </a:solidFill>
              </a:rPr>
              <a:t>　</a:t>
            </a:r>
            <a:r>
              <a:rPr kumimoji="0" lang="en-US" altLang="ja-JP" sz="1000">
                <a:solidFill>
                  <a:srgbClr val="000000"/>
                </a:solidFill>
              </a:rPr>
              <a:t>12</a:t>
            </a:r>
          </a:p>
        </p:txBody>
      </p:sp>
      <p:sp>
        <p:nvSpPr>
          <p:cNvPr id="70692" name="Text Box 42"/>
          <p:cNvSpPr txBox="1">
            <a:spLocks noChangeArrowheads="1"/>
          </p:cNvSpPr>
          <p:nvPr/>
        </p:nvSpPr>
        <p:spPr bwMode="auto">
          <a:xfrm>
            <a:off x="2090738" y="1201737"/>
            <a:ext cx="673100" cy="28416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a:spcBef>
                <a:spcPct val="50000"/>
              </a:spcBef>
            </a:pPr>
            <a:r>
              <a:rPr kumimoji="0" lang="ja-JP" altLang="en-US" sz="1200">
                <a:solidFill>
                  <a:srgbClr val="000000"/>
                </a:solidFill>
              </a:rPr>
              <a:t>　</a:t>
            </a:r>
            <a:r>
              <a:rPr kumimoji="0" lang="en-US" altLang="ja-JP" sz="1000">
                <a:solidFill>
                  <a:srgbClr val="000000"/>
                </a:solidFill>
              </a:rPr>
              <a:t>13</a:t>
            </a:r>
            <a:r>
              <a:rPr kumimoji="0" lang="ja-JP" altLang="en-US" sz="1000">
                <a:solidFill>
                  <a:srgbClr val="000000"/>
                </a:solidFill>
              </a:rPr>
              <a:t>　</a:t>
            </a:r>
            <a:r>
              <a:rPr kumimoji="0" lang="en-US" altLang="ja-JP" sz="1000">
                <a:solidFill>
                  <a:srgbClr val="000000"/>
                </a:solidFill>
              </a:rPr>
              <a:t>20</a:t>
            </a:r>
          </a:p>
        </p:txBody>
      </p:sp>
      <p:sp>
        <p:nvSpPr>
          <p:cNvPr id="70693" name="Text Box 43"/>
          <p:cNvSpPr txBox="1">
            <a:spLocks noChangeArrowheads="1"/>
          </p:cNvSpPr>
          <p:nvPr/>
        </p:nvSpPr>
        <p:spPr bwMode="auto">
          <a:xfrm>
            <a:off x="1914525" y="2786062"/>
            <a:ext cx="752475" cy="28416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a:spcBef>
                <a:spcPct val="50000"/>
              </a:spcBef>
            </a:pPr>
            <a:r>
              <a:rPr kumimoji="0" lang="ja-JP" altLang="en-US" sz="1200">
                <a:solidFill>
                  <a:srgbClr val="000000"/>
                </a:solidFill>
              </a:rPr>
              <a:t>　</a:t>
            </a:r>
            <a:r>
              <a:rPr kumimoji="0" lang="en-US" altLang="ja-JP" sz="1000">
                <a:solidFill>
                  <a:srgbClr val="000000"/>
                </a:solidFill>
              </a:rPr>
              <a:t>13</a:t>
            </a:r>
            <a:r>
              <a:rPr kumimoji="0" lang="ja-JP" altLang="en-US" sz="1000">
                <a:solidFill>
                  <a:srgbClr val="000000"/>
                </a:solidFill>
              </a:rPr>
              <a:t>　</a:t>
            </a:r>
            <a:r>
              <a:rPr kumimoji="0" lang="en-US" altLang="ja-JP" sz="1000">
                <a:solidFill>
                  <a:srgbClr val="000000"/>
                </a:solidFill>
              </a:rPr>
              <a:t>18</a:t>
            </a:r>
          </a:p>
        </p:txBody>
      </p:sp>
      <p:sp>
        <p:nvSpPr>
          <p:cNvPr id="70694" name="Text Box 44"/>
          <p:cNvSpPr txBox="1">
            <a:spLocks noChangeArrowheads="1"/>
          </p:cNvSpPr>
          <p:nvPr/>
        </p:nvSpPr>
        <p:spPr bwMode="auto">
          <a:xfrm>
            <a:off x="3192463" y="2959100"/>
            <a:ext cx="754062" cy="28416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a:spcBef>
                <a:spcPct val="50000"/>
              </a:spcBef>
            </a:pPr>
            <a:r>
              <a:rPr kumimoji="0" lang="ja-JP" altLang="en-US" sz="1200">
                <a:solidFill>
                  <a:srgbClr val="000000"/>
                </a:solidFill>
              </a:rPr>
              <a:t>　</a:t>
            </a:r>
            <a:r>
              <a:rPr kumimoji="0" lang="en-US" altLang="ja-JP" sz="1000">
                <a:solidFill>
                  <a:srgbClr val="000000"/>
                </a:solidFill>
              </a:rPr>
              <a:t>19</a:t>
            </a:r>
            <a:r>
              <a:rPr kumimoji="0" lang="ja-JP" altLang="en-US" sz="1000">
                <a:solidFill>
                  <a:srgbClr val="000000"/>
                </a:solidFill>
              </a:rPr>
              <a:t>　</a:t>
            </a:r>
            <a:r>
              <a:rPr kumimoji="0" lang="en-US" altLang="ja-JP" sz="1000">
                <a:solidFill>
                  <a:srgbClr val="000000"/>
                </a:solidFill>
              </a:rPr>
              <a:t>25</a:t>
            </a:r>
          </a:p>
        </p:txBody>
      </p:sp>
      <p:sp>
        <p:nvSpPr>
          <p:cNvPr id="70695" name="Text Box 45"/>
          <p:cNvSpPr txBox="1">
            <a:spLocks noChangeArrowheads="1"/>
          </p:cNvSpPr>
          <p:nvPr/>
        </p:nvSpPr>
        <p:spPr bwMode="auto">
          <a:xfrm>
            <a:off x="4252913" y="2971800"/>
            <a:ext cx="596900" cy="254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a:spcBef>
                <a:spcPct val="50000"/>
              </a:spcBef>
            </a:pPr>
            <a:r>
              <a:rPr kumimoji="0" lang="en-US" altLang="ja-JP" sz="1000">
                <a:solidFill>
                  <a:srgbClr val="000000"/>
                </a:solidFill>
              </a:rPr>
              <a:t>26</a:t>
            </a:r>
            <a:r>
              <a:rPr kumimoji="0" lang="ja-JP" altLang="en-US" sz="1000">
                <a:solidFill>
                  <a:srgbClr val="000000"/>
                </a:solidFill>
              </a:rPr>
              <a:t>　</a:t>
            </a:r>
            <a:r>
              <a:rPr kumimoji="0" lang="en-US" altLang="ja-JP" sz="1000">
                <a:solidFill>
                  <a:srgbClr val="000000"/>
                </a:solidFill>
              </a:rPr>
              <a:t>34</a:t>
            </a:r>
          </a:p>
        </p:txBody>
      </p:sp>
      <p:sp>
        <p:nvSpPr>
          <p:cNvPr id="70696" name="Text Box 46"/>
          <p:cNvSpPr txBox="1">
            <a:spLocks noChangeArrowheads="1"/>
          </p:cNvSpPr>
          <p:nvPr/>
        </p:nvSpPr>
        <p:spPr bwMode="auto">
          <a:xfrm>
            <a:off x="3575050" y="2065337"/>
            <a:ext cx="601663" cy="254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a:spcBef>
                <a:spcPct val="50000"/>
              </a:spcBef>
            </a:pPr>
            <a:r>
              <a:rPr kumimoji="0" lang="en-US" altLang="ja-JP" sz="1000">
                <a:solidFill>
                  <a:srgbClr val="000000"/>
                </a:solidFill>
              </a:rPr>
              <a:t>19</a:t>
            </a:r>
            <a:r>
              <a:rPr kumimoji="0" lang="ja-JP" altLang="en-US" sz="1000">
                <a:solidFill>
                  <a:srgbClr val="000000"/>
                </a:solidFill>
              </a:rPr>
              <a:t>　</a:t>
            </a:r>
            <a:r>
              <a:rPr kumimoji="0" lang="en-US" altLang="ja-JP" sz="1000">
                <a:solidFill>
                  <a:srgbClr val="000000"/>
                </a:solidFill>
              </a:rPr>
              <a:t>28</a:t>
            </a:r>
          </a:p>
        </p:txBody>
      </p:sp>
      <p:sp>
        <p:nvSpPr>
          <p:cNvPr id="70697" name="Text Box 47"/>
          <p:cNvSpPr txBox="1">
            <a:spLocks noChangeArrowheads="1"/>
          </p:cNvSpPr>
          <p:nvPr/>
        </p:nvSpPr>
        <p:spPr bwMode="auto">
          <a:xfrm>
            <a:off x="3376613" y="985837"/>
            <a:ext cx="600075" cy="254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a:spcBef>
                <a:spcPct val="50000"/>
              </a:spcBef>
            </a:pPr>
            <a:r>
              <a:rPr kumimoji="0" lang="en-US" altLang="ja-JP" sz="1000">
                <a:solidFill>
                  <a:srgbClr val="000000"/>
                </a:solidFill>
              </a:rPr>
              <a:t>21</a:t>
            </a:r>
            <a:r>
              <a:rPr kumimoji="0" lang="ja-JP" altLang="en-US" sz="1000">
                <a:solidFill>
                  <a:srgbClr val="000000"/>
                </a:solidFill>
              </a:rPr>
              <a:t>　</a:t>
            </a:r>
            <a:r>
              <a:rPr kumimoji="0" lang="en-US" altLang="ja-JP" sz="1000">
                <a:solidFill>
                  <a:srgbClr val="000000"/>
                </a:solidFill>
              </a:rPr>
              <a:t>31</a:t>
            </a:r>
          </a:p>
        </p:txBody>
      </p:sp>
      <p:sp>
        <p:nvSpPr>
          <p:cNvPr id="70698" name="Text Box 48"/>
          <p:cNvSpPr txBox="1">
            <a:spLocks noChangeArrowheads="1"/>
          </p:cNvSpPr>
          <p:nvPr/>
        </p:nvSpPr>
        <p:spPr bwMode="auto">
          <a:xfrm>
            <a:off x="4438650" y="985837"/>
            <a:ext cx="600075" cy="254000"/>
          </a:xfrm>
          <a:prstGeom prst="rect">
            <a:avLst/>
          </a:prstGeom>
          <a:solidFill>
            <a:srgbClr val="FFFF99"/>
          </a:solidFill>
          <a:ln w="9525">
            <a:solidFill>
              <a:srgbClr val="000000"/>
            </a:solidFill>
            <a:miter lim="800000"/>
            <a:headEnd/>
            <a:tailEnd/>
          </a:ln>
        </p:spPr>
        <p:txBody>
          <a:bodyPr lIns="90000" tIns="46800" rIns="90000" bIns="46800">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a:spcBef>
                <a:spcPct val="50000"/>
              </a:spcBef>
            </a:pPr>
            <a:r>
              <a:rPr kumimoji="0" lang="ja-JP" altLang="en-US" sz="1000">
                <a:solidFill>
                  <a:srgbClr val="000000"/>
                </a:solidFill>
              </a:rPr>
              <a:t>　</a:t>
            </a:r>
          </a:p>
        </p:txBody>
      </p:sp>
      <p:sp>
        <p:nvSpPr>
          <p:cNvPr id="70699" name="Text Box 49"/>
          <p:cNvSpPr txBox="1">
            <a:spLocks noChangeArrowheads="1"/>
          </p:cNvSpPr>
          <p:nvPr/>
        </p:nvSpPr>
        <p:spPr bwMode="auto">
          <a:xfrm>
            <a:off x="5502275" y="1201737"/>
            <a:ext cx="601663" cy="254000"/>
          </a:xfrm>
          <a:prstGeom prst="rect">
            <a:avLst/>
          </a:prstGeom>
          <a:solidFill>
            <a:srgbClr val="FFFF99"/>
          </a:solidFill>
          <a:ln w="9525">
            <a:solidFill>
              <a:srgbClr val="000000"/>
            </a:solidFill>
            <a:miter lim="800000"/>
            <a:headEnd/>
            <a:tailEnd/>
          </a:ln>
        </p:spPr>
        <p:txBody>
          <a:bodyPr lIns="90000" tIns="46800" rIns="90000" bIns="46800">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a:spcBef>
                <a:spcPct val="50000"/>
              </a:spcBef>
            </a:pPr>
            <a:r>
              <a:rPr kumimoji="0" lang="ja-JP" altLang="en-US" sz="1000">
                <a:solidFill>
                  <a:srgbClr val="000000"/>
                </a:solidFill>
              </a:rPr>
              <a:t>　</a:t>
            </a:r>
          </a:p>
        </p:txBody>
      </p:sp>
      <p:sp>
        <p:nvSpPr>
          <p:cNvPr id="70700" name="Text Box 50"/>
          <p:cNvSpPr txBox="1">
            <a:spLocks noChangeArrowheads="1"/>
          </p:cNvSpPr>
          <p:nvPr/>
        </p:nvSpPr>
        <p:spPr bwMode="auto">
          <a:xfrm>
            <a:off x="5702300" y="2641600"/>
            <a:ext cx="698500" cy="254000"/>
          </a:xfrm>
          <a:prstGeom prst="rect">
            <a:avLst/>
          </a:prstGeom>
          <a:solidFill>
            <a:srgbClr val="FFFF99"/>
          </a:solidFill>
          <a:ln w="9525">
            <a:solidFill>
              <a:srgbClr val="000000"/>
            </a:solidFill>
            <a:miter lim="800000"/>
            <a:headEnd/>
            <a:tailEnd/>
          </a:ln>
        </p:spPr>
        <p:txBody>
          <a:bodyPr lIns="90000" tIns="46800" rIns="90000" bIns="46800">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a:spcBef>
                <a:spcPct val="50000"/>
              </a:spcBef>
            </a:pPr>
            <a:endParaRPr kumimoji="0" lang="ja-JP" altLang="ja-JP" sz="1000">
              <a:solidFill>
                <a:srgbClr val="000000"/>
              </a:solidFill>
            </a:endParaRPr>
          </a:p>
        </p:txBody>
      </p:sp>
      <p:sp>
        <p:nvSpPr>
          <p:cNvPr id="70701" name="AutoShape 51"/>
          <p:cNvSpPr>
            <a:spLocks noChangeArrowheads="1"/>
          </p:cNvSpPr>
          <p:nvPr/>
        </p:nvSpPr>
        <p:spPr bwMode="auto">
          <a:xfrm>
            <a:off x="5969000" y="1995487"/>
            <a:ext cx="198438" cy="215900"/>
          </a:xfrm>
          <a:prstGeom prst="flowChartConnector">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ja-JP" altLang="en-US"/>
          </a:p>
        </p:txBody>
      </p:sp>
      <p:sp>
        <p:nvSpPr>
          <p:cNvPr id="70702" name="AutoShape 52"/>
          <p:cNvSpPr>
            <a:spLocks noChangeArrowheads="1"/>
          </p:cNvSpPr>
          <p:nvPr/>
        </p:nvSpPr>
        <p:spPr bwMode="auto">
          <a:xfrm>
            <a:off x="2844800" y="1490662"/>
            <a:ext cx="198438" cy="215900"/>
          </a:xfrm>
          <a:prstGeom prst="flowChartConnector">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ja-JP" altLang="en-US"/>
          </a:p>
        </p:txBody>
      </p:sp>
      <p:sp>
        <p:nvSpPr>
          <p:cNvPr id="70703" name="AutoShape 53"/>
          <p:cNvSpPr>
            <a:spLocks noChangeArrowheads="1"/>
          </p:cNvSpPr>
          <p:nvPr/>
        </p:nvSpPr>
        <p:spPr bwMode="auto">
          <a:xfrm>
            <a:off x="2844800" y="2643187"/>
            <a:ext cx="198438" cy="215900"/>
          </a:xfrm>
          <a:prstGeom prst="flowChartConnector">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ja-JP" altLang="en-US"/>
          </a:p>
        </p:txBody>
      </p:sp>
      <p:sp>
        <p:nvSpPr>
          <p:cNvPr id="70704" name="AutoShape 54"/>
          <p:cNvSpPr>
            <a:spLocks noChangeArrowheads="1"/>
          </p:cNvSpPr>
          <p:nvPr/>
        </p:nvSpPr>
        <p:spPr bwMode="auto">
          <a:xfrm>
            <a:off x="3973513" y="2643187"/>
            <a:ext cx="200025" cy="215900"/>
          </a:xfrm>
          <a:prstGeom prst="flowChartConnector">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ja-JP" altLang="en-US"/>
          </a:p>
        </p:txBody>
      </p:sp>
      <p:sp>
        <p:nvSpPr>
          <p:cNvPr id="70705" name="AutoShape 55"/>
          <p:cNvSpPr>
            <a:spLocks noChangeArrowheads="1"/>
          </p:cNvSpPr>
          <p:nvPr/>
        </p:nvSpPr>
        <p:spPr bwMode="auto">
          <a:xfrm>
            <a:off x="5038725" y="1490662"/>
            <a:ext cx="198438" cy="215900"/>
          </a:xfrm>
          <a:prstGeom prst="flowChartConnector">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ja-JP" altLang="en-US"/>
          </a:p>
        </p:txBody>
      </p:sp>
      <p:sp>
        <p:nvSpPr>
          <p:cNvPr id="70706" name="AutoShape 56"/>
          <p:cNvSpPr>
            <a:spLocks noChangeArrowheads="1"/>
          </p:cNvSpPr>
          <p:nvPr/>
        </p:nvSpPr>
        <p:spPr bwMode="auto">
          <a:xfrm>
            <a:off x="5103813" y="2643187"/>
            <a:ext cx="200025" cy="215900"/>
          </a:xfrm>
          <a:prstGeom prst="flowChartConnector">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ja-JP" altLang="en-US"/>
          </a:p>
        </p:txBody>
      </p:sp>
      <p:sp>
        <p:nvSpPr>
          <p:cNvPr id="70707" name="Line 57"/>
          <p:cNvSpPr>
            <a:spLocks noChangeShapeType="1"/>
          </p:cNvSpPr>
          <p:nvPr/>
        </p:nvSpPr>
        <p:spPr bwMode="auto">
          <a:xfrm>
            <a:off x="3062288" y="2757487"/>
            <a:ext cx="93027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lstStyle/>
          <a:p>
            <a:endParaRPr lang="en-US"/>
          </a:p>
        </p:txBody>
      </p:sp>
      <p:sp>
        <p:nvSpPr>
          <p:cNvPr id="70708" name="Line 58"/>
          <p:cNvSpPr>
            <a:spLocks noChangeShapeType="1"/>
          </p:cNvSpPr>
          <p:nvPr/>
        </p:nvSpPr>
        <p:spPr bwMode="auto">
          <a:xfrm>
            <a:off x="4191000" y="1612900"/>
            <a:ext cx="865188"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lstStyle/>
          <a:p>
            <a:endParaRPr lang="en-US"/>
          </a:p>
        </p:txBody>
      </p:sp>
      <p:sp>
        <p:nvSpPr>
          <p:cNvPr id="70709" name="Line 59"/>
          <p:cNvSpPr>
            <a:spLocks noChangeShapeType="1"/>
          </p:cNvSpPr>
          <p:nvPr/>
        </p:nvSpPr>
        <p:spPr bwMode="auto">
          <a:xfrm>
            <a:off x="4200525" y="2746375"/>
            <a:ext cx="931863"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lstStyle/>
          <a:p>
            <a:endParaRPr lang="en-US"/>
          </a:p>
        </p:txBody>
      </p:sp>
      <p:sp>
        <p:nvSpPr>
          <p:cNvPr id="70710" name="Line 60"/>
          <p:cNvSpPr>
            <a:spLocks noChangeShapeType="1"/>
          </p:cNvSpPr>
          <p:nvPr/>
        </p:nvSpPr>
        <p:spPr bwMode="auto">
          <a:xfrm>
            <a:off x="5237163" y="1633537"/>
            <a:ext cx="731837" cy="4318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lstStyle/>
          <a:p>
            <a:endParaRPr lang="en-US"/>
          </a:p>
        </p:txBody>
      </p:sp>
      <p:sp>
        <p:nvSpPr>
          <p:cNvPr id="70711" name="Line 61"/>
          <p:cNvSpPr>
            <a:spLocks noChangeShapeType="1"/>
          </p:cNvSpPr>
          <p:nvPr/>
        </p:nvSpPr>
        <p:spPr bwMode="auto">
          <a:xfrm flipV="1">
            <a:off x="5303838" y="2138362"/>
            <a:ext cx="665162" cy="57626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lstStyle/>
          <a:p>
            <a:endParaRPr lang="en-US"/>
          </a:p>
        </p:txBody>
      </p:sp>
      <p:sp>
        <p:nvSpPr>
          <p:cNvPr id="70712" name="Line 62"/>
          <p:cNvSpPr>
            <a:spLocks noChangeShapeType="1"/>
          </p:cNvSpPr>
          <p:nvPr/>
        </p:nvSpPr>
        <p:spPr bwMode="auto">
          <a:xfrm flipV="1">
            <a:off x="3043238" y="1635125"/>
            <a:ext cx="930275" cy="10795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lstStyle/>
          <a:p>
            <a:endParaRPr lang="en-US"/>
          </a:p>
        </p:txBody>
      </p:sp>
      <p:sp>
        <p:nvSpPr>
          <p:cNvPr id="70713" name="Line 63"/>
          <p:cNvSpPr>
            <a:spLocks noChangeShapeType="1"/>
          </p:cNvSpPr>
          <p:nvPr/>
        </p:nvSpPr>
        <p:spPr bwMode="auto">
          <a:xfrm>
            <a:off x="4173538" y="1635125"/>
            <a:ext cx="930275" cy="1079500"/>
          </a:xfrm>
          <a:prstGeom prst="line">
            <a:avLst/>
          </a:prstGeom>
          <a:noFill/>
          <a:ln w="952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lIns="90000" tIns="46800" rIns="90000" bIns="46800"/>
          <a:lstStyle/>
          <a:p>
            <a:endParaRPr lang="en-US"/>
          </a:p>
        </p:txBody>
      </p:sp>
      <p:pic>
        <p:nvPicPr>
          <p:cNvPr id="70714" name="Picture 65"/>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762000" y="3413125"/>
            <a:ext cx="6753225" cy="2408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009140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8184D298-1977-4007-B5EB-F0AF10132F5C}"/>
              </a:ext>
            </a:extLst>
          </p:cNvPr>
          <p:cNvSpPr>
            <a:spLocks noGrp="1"/>
          </p:cNvSpPr>
          <p:nvPr>
            <p:ph type="sldNum" sz="quarter" idx="12"/>
          </p:nvPr>
        </p:nvSpPr>
        <p:spPr/>
        <p:txBody>
          <a:bodyPr/>
          <a:lstStyle/>
          <a:p>
            <a:fld id="{9EA0BE3B-158A-4EDF-80DC-E394A0D1600F}" type="slidenum">
              <a:rPr lang="en-US" smtClean="0"/>
              <a:pPr/>
              <a:t>40</a:t>
            </a:fld>
            <a:endParaRPr lang="en-US" dirty="0"/>
          </a:p>
        </p:txBody>
      </p:sp>
      <p:sp>
        <p:nvSpPr>
          <p:cNvPr id="71682" name="Rectangle 2"/>
          <p:cNvSpPr>
            <a:spLocks noGrp="1" noChangeArrowheads="1"/>
          </p:cNvSpPr>
          <p:nvPr>
            <p:ph type="title"/>
          </p:nvPr>
        </p:nvSpPr>
        <p:spPr>
          <a:prstGeom prst="rect">
            <a:avLst/>
          </a:prstGeom>
        </p:spPr>
        <p:txBody>
          <a:bodyPr/>
          <a:lstStyle/>
          <a:p>
            <a:pPr eaLnBrk="1" hangingPunct="1"/>
            <a:r>
              <a:rPr lang="en-US" altLang="ja-JP" sz="3200" dirty="0" err="1" smtClean="0"/>
              <a:t>Chuỗi</a:t>
            </a:r>
            <a:r>
              <a:rPr lang="en-US" altLang="ja-JP" sz="3200" dirty="0" smtClean="0"/>
              <a:t> </a:t>
            </a:r>
            <a:r>
              <a:rPr lang="en-US" altLang="ja-JP" sz="3200" dirty="0" err="1"/>
              <a:t>găng</a:t>
            </a:r>
            <a:r>
              <a:rPr lang="en-US" altLang="ja-JP" sz="3200" dirty="0"/>
              <a:t> - Critical Chain</a:t>
            </a:r>
          </a:p>
        </p:txBody>
      </p:sp>
      <p:sp>
        <p:nvSpPr>
          <p:cNvPr id="71683" name="Rectangle 3"/>
          <p:cNvSpPr>
            <a:spLocks noGrp="1" noChangeArrowheads="1"/>
          </p:cNvSpPr>
          <p:nvPr>
            <p:ph type="body" sz="quarter" idx="13"/>
          </p:nvPr>
        </p:nvSpPr>
        <p:spPr>
          <a:prstGeom prst="rect">
            <a:avLst/>
          </a:prstGeom>
        </p:spPr>
        <p:txBody>
          <a:bodyPr/>
          <a:lstStyle/>
          <a:p>
            <a:pPr eaLnBrk="1" hangingPunct="1">
              <a:buClrTx/>
              <a:buFont typeface="Wingdings" pitchFamily="2" charset="2"/>
              <a:buChar char="Ø"/>
            </a:pPr>
            <a:r>
              <a:rPr lang="en-US" altLang="ja-JP" sz="2400"/>
              <a:t>Chuỗi găng là Ph</a:t>
            </a:r>
            <a:r>
              <a:rPr lang="vi-VN" altLang="ja-JP" sz="2400"/>
              <a:t>ư</a:t>
            </a:r>
            <a:r>
              <a:rPr lang="en-US" altLang="ja-JP" sz="2400"/>
              <a:t>ơng pháp để làm giảm thời gian thực hiện dự án.</a:t>
            </a:r>
          </a:p>
          <a:p>
            <a:pPr eaLnBrk="1" hangingPunct="1">
              <a:buClrTx/>
              <a:buFont typeface="Wingdings" pitchFamily="2" charset="2"/>
              <a:buNone/>
            </a:pPr>
            <a:endParaRPr lang="en-US" altLang="ja-JP" sz="1200"/>
          </a:p>
          <a:p>
            <a:pPr eaLnBrk="1" hangingPunct="1">
              <a:buClrTx/>
              <a:buFont typeface="Wingdings" pitchFamily="2" charset="2"/>
              <a:buNone/>
            </a:pPr>
            <a:r>
              <a:rPr lang="en-US" altLang="ja-JP"/>
              <a:t>A:</a:t>
            </a:r>
          </a:p>
          <a:p>
            <a:pPr eaLnBrk="1" hangingPunct="1">
              <a:buClrTx/>
              <a:buFont typeface="Wingdings" pitchFamily="2" charset="2"/>
              <a:buNone/>
            </a:pPr>
            <a:r>
              <a:rPr lang="en-US" altLang="ja-JP"/>
              <a:t>B:</a:t>
            </a:r>
          </a:p>
        </p:txBody>
      </p:sp>
      <p:sp>
        <p:nvSpPr>
          <p:cNvPr id="71684" name="Rectangle 5"/>
          <p:cNvSpPr>
            <a:spLocks noChangeArrowheads="1"/>
          </p:cNvSpPr>
          <p:nvPr/>
        </p:nvSpPr>
        <p:spPr bwMode="auto">
          <a:xfrm>
            <a:off x="1447800" y="2209800"/>
            <a:ext cx="2057400" cy="304800"/>
          </a:xfrm>
          <a:prstGeom prst="rect">
            <a:avLst/>
          </a:prstGeom>
          <a:solidFill>
            <a:srgbClr val="FFFF99"/>
          </a:solidFill>
          <a:ln w="9525">
            <a:solidFill>
              <a:schemeClr val="tx1"/>
            </a:solidFill>
            <a:miter lim="800000"/>
            <a:headEnd/>
            <a:tailEnd/>
          </a:ln>
        </p:spPr>
        <p:txBody>
          <a:bodyPr wrap="none" anchor="ctr"/>
          <a:lstStyle/>
          <a:p>
            <a:pPr algn="ctr"/>
            <a:r>
              <a:rPr lang="en-US" altLang="ja-JP"/>
              <a:t>7 Days</a:t>
            </a:r>
          </a:p>
        </p:txBody>
      </p:sp>
      <p:sp>
        <p:nvSpPr>
          <p:cNvPr id="71685" name="Rectangle 6"/>
          <p:cNvSpPr>
            <a:spLocks noChangeArrowheads="1"/>
          </p:cNvSpPr>
          <p:nvPr/>
        </p:nvSpPr>
        <p:spPr bwMode="auto">
          <a:xfrm>
            <a:off x="3505200" y="3352800"/>
            <a:ext cx="3733800" cy="304800"/>
          </a:xfrm>
          <a:prstGeom prst="rect">
            <a:avLst/>
          </a:prstGeom>
          <a:solidFill>
            <a:srgbClr val="FFFF99"/>
          </a:solidFill>
          <a:ln w="9525">
            <a:solidFill>
              <a:schemeClr val="tx1"/>
            </a:solidFill>
            <a:miter lim="800000"/>
            <a:headEnd/>
            <a:tailEnd/>
          </a:ln>
        </p:spPr>
        <p:txBody>
          <a:bodyPr wrap="none" anchor="ctr"/>
          <a:lstStyle/>
          <a:p>
            <a:pPr algn="ctr"/>
            <a:r>
              <a:rPr lang="en-US" altLang="ja-JP"/>
              <a:t>14 Days</a:t>
            </a:r>
          </a:p>
        </p:txBody>
      </p:sp>
      <p:sp>
        <p:nvSpPr>
          <p:cNvPr id="71686" name="Line 7"/>
          <p:cNvSpPr>
            <a:spLocks noChangeShapeType="1"/>
          </p:cNvSpPr>
          <p:nvPr/>
        </p:nvSpPr>
        <p:spPr bwMode="auto">
          <a:xfrm>
            <a:off x="3505200" y="2133600"/>
            <a:ext cx="0" cy="12192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1687" name="Rectangle 8"/>
          <p:cNvSpPr>
            <a:spLocks noChangeArrowheads="1"/>
          </p:cNvSpPr>
          <p:nvPr/>
        </p:nvSpPr>
        <p:spPr bwMode="auto">
          <a:xfrm>
            <a:off x="3124200" y="2209800"/>
            <a:ext cx="381000" cy="304800"/>
          </a:xfrm>
          <a:prstGeom prst="rect">
            <a:avLst/>
          </a:prstGeom>
          <a:solidFill>
            <a:srgbClr val="FFFF00"/>
          </a:solidFill>
          <a:ln w="9525">
            <a:solidFill>
              <a:schemeClr val="tx1"/>
            </a:solidFill>
            <a:miter lim="800000"/>
            <a:headEnd/>
            <a:tailEnd/>
          </a:ln>
        </p:spPr>
        <p:txBody>
          <a:bodyPr wrap="none" anchor="ctr"/>
          <a:lstStyle/>
          <a:p>
            <a:pPr algn="ctr"/>
            <a:endParaRPr lang="en-US" altLang="ja-JP"/>
          </a:p>
        </p:txBody>
      </p:sp>
      <p:sp>
        <p:nvSpPr>
          <p:cNvPr id="71688" name="Rectangle 9"/>
          <p:cNvSpPr>
            <a:spLocks noChangeArrowheads="1"/>
          </p:cNvSpPr>
          <p:nvPr/>
        </p:nvSpPr>
        <p:spPr bwMode="auto">
          <a:xfrm>
            <a:off x="6629400" y="3352800"/>
            <a:ext cx="609600" cy="304800"/>
          </a:xfrm>
          <a:prstGeom prst="rect">
            <a:avLst/>
          </a:prstGeom>
          <a:solidFill>
            <a:srgbClr val="FFFF00"/>
          </a:solidFill>
          <a:ln w="9525">
            <a:solidFill>
              <a:schemeClr val="tx1"/>
            </a:solidFill>
            <a:miter lim="800000"/>
            <a:headEnd/>
            <a:tailEnd/>
          </a:ln>
        </p:spPr>
        <p:txBody>
          <a:bodyPr wrap="none" anchor="ctr"/>
          <a:lstStyle/>
          <a:p>
            <a:pPr algn="ctr"/>
            <a:endParaRPr lang="en-US" altLang="ja-JP"/>
          </a:p>
        </p:txBody>
      </p:sp>
      <p:sp>
        <p:nvSpPr>
          <p:cNvPr id="71689" name="Rectangle 10"/>
          <p:cNvSpPr>
            <a:spLocks noChangeArrowheads="1"/>
          </p:cNvSpPr>
          <p:nvPr/>
        </p:nvSpPr>
        <p:spPr bwMode="auto">
          <a:xfrm>
            <a:off x="1447800" y="2667000"/>
            <a:ext cx="1676400" cy="304800"/>
          </a:xfrm>
          <a:prstGeom prst="rect">
            <a:avLst/>
          </a:prstGeom>
          <a:solidFill>
            <a:srgbClr val="FF6600"/>
          </a:solidFill>
          <a:ln w="9525">
            <a:solidFill>
              <a:schemeClr val="tx1"/>
            </a:solidFill>
            <a:miter lim="800000"/>
            <a:headEnd/>
            <a:tailEnd/>
          </a:ln>
        </p:spPr>
        <p:txBody>
          <a:bodyPr wrap="none" anchor="ctr"/>
          <a:lstStyle/>
          <a:p>
            <a:pPr algn="ctr"/>
            <a:r>
              <a:rPr lang="en-US" altLang="ja-JP"/>
              <a:t>5 Days</a:t>
            </a:r>
          </a:p>
        </p:txBody>
      </p:sp>
      <p:sp>
        <p:nvSpPr>
          <p:cNvPr id="71690" name="Line 11"/>
          <p:cNvSpPr>
            <a:spLocks noChangeShapeType="1"/>
          </p:cNvSpPr>
          <p:nvPr/>
        </p:nvSpPr>
        <p:spPr bwMode="auto">
          <a:xfrm>
            <a:off x="3124200" y="2971800"/>
            <a:ext cx="0" cy="304800"/>
          </a:xfrm>
          <a:prstGeom prst="line">
            <a:avLst/>
          </a:prstGeom>
          <a:noFill/>
          <a:ln w="2857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1691" name="Text Box 12"/>
          <p:cNvSpPr txBox="1">
            <a:spLocks noChangeArrowheads="1"/>
          </p:cNvSpPr>
          <p:nvPr/>
        </p:nvSpPr>
        <p:spPr bwMode="auto">
          <a:xfrm>
            <a:off x="2971800" y="3276600"/>
            <a:ext cx="354013" cy="457200"/>
          </a:xfrm>
          <a:prstGeom prst="rect">
            <a:avLst/>
          </a:prstGeom>
          <a:noFill/>
          <a:ln>
            <a:noFill/>
          </a:ln>
          <a:effectLst>
            <a:prstShdw prst="shdw13" dist="53882" dir="13500000">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r>
              <a:rPr lang="en-US" altLang="ja-JP" sz="2400">
                <a:solidFill>
                  <a:schemeClr val="accent2"/>
                </a:solidFill>
              </a:rPr>
              <a:t>?</a:t>
            </a:r>
          </a:p>
        </p:txBody>
      </p:sp>
      <p:sp>
        <p:nvSpPr>
          <p:cNvPr id="71692" name="Oval 14"/>
          <p:cNvSpPr>
            <a:spLocks noChangeArrowheads="1"/>
          </p:cNvSpPr>
          <p:nvPr/>
        </p:nvSpPr>
        <p:spPr bwMode="auto">
          <a:xfrm>
            <a:off x="2971800" y="2057400"/>
            <a:ext cx="762000" cy="60960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ja-JP" altLang="en-US"/>
          </a:p>
        </p:txBody>
      </p:sp>
      <p:sp>
        <p:nvSpPr>
          <p:cNvPr id="71693" name="Oval 15"/>
          <p:cNvSpPr>
            <a:spLocks noChangeArrowheads="1"/>
          </p:cNvSpPr>
          <p:nvPr/>
        </p:nvSpPr>
        <p:spPr bwMode="auto">
          <a:xfrm>
            <a:off x="6324600" y="3200400"/>
            <a:ext cx="1295400" cy="60960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ja-JP" altLang="en-US"/>
          </a:p>
        </p:txBody>
      </p:sp>
      <p:sp>
        <p:nvSpPr>
          <p:cNvPr id="71694" name="AutoShape 17"/>
          <p:cNvSpPr>
            <a:spLocks noChangeArrowheads="1"/>
          </p:cNvSpPr>
          <p:nvPr/>
        </p:nvSpPr>
        <p:spPr bwMode="auto">
          <a:xfrm>
            <a:off x="4495800" y="2057400"/>
            <a:ext cx="2514600" cy="533400"/>
          </a:xfrm>
          <a:prstGeom prst="wedgeRoundRectCallout">
            <a:avLst>
              <a:gd name="adj1" fmla="val -73296"/>
              <a:gd name="adj2" fmla="val -2380"/>
              <a:gd name="adj3" fmla="val 16667"/>
            </a:avLst>
          </a:prstGeom>
          <a:solidFill>
            <a:srgbClr val="FFFF00"/>
          </a:solidFill>
          <a:ln w="9525">
            <a:solidFill>
              <a:schemeClr val="tx1"/>
            </a:solidFill>
            <a:miter lim="800000"/>
            <a:headEnd/>
            <a:tailEnd/>
          </a:ln>
        </p:spPr>
        <p:txBody>
          <a:bodyPr/>
          <a:lstStyle/>
          <a:p>
            <a:pPr algn="ctr"/>
            <a:endParaRPr lang="ja-JP" altLang="en-US"/>
          </a:p>
        </p:txBody>
      </p:sp>
      <p:sp>
        <p:nvSpPr>
          <p:cNvPr id="71695" name="AutoShape 18"/>
          <p:cNvSpPr>
            <a:spLocks noChangeArrowheads="1"/>
          </p:cNvSpPr>
          <p:nvPr/>
        </p:nvSpPr>
        <p:spPr bwMode="auto">
          <a:xfrm>
            <a:off x="4495800" y="1981200"/>
            <a:ext cx="3124200" cy="609600"/>
          </a:xfrm>
          <a:prstGeom prst="wedgeRoundRectCallout">
            <a:avLst>
              <a:gd name="adj1" fmla="val 35181"/>
              <a:gd name="adj2" fmla="val 120833"/>
              <a:gd name="adj3" fmla="val 16667"/>
            </a:avLst>
          </a:prstGeom>
          <a:solidFill>
            <a:srgbClr val="FFFF00"/>
          </a:solidFill>
          <a:ln w="9525">
            <a:solidFill>
              <a:schemeClr val="tx1"/>
            </a:solidFill>
            <a:miter lim="800000"/>
            <a:headEnd/>
            <a:tailEnd/>
          </a:ln>
        </p:spPr>
        <p:txBody>
          <a:bodyPr anchor="ctr" anchorCtr="1"/>
          <a:lstStyle/>
          <a:p>
            <a:pPr algn="ctr"/>
            <a:r>
              <a:rPr lang="en-US" altLang="ja-JP" sz="2000"/>
              <a:t>Khoảng đệm của</a:t>
            </a:r>
            <a:br>
              <a:rPr lang="en-US" altLang="ja-JP" sz="2000"/>
            </a:br>
            <a:r>
              <a:rPr lang="en-US" altLang="ja-JP" sz="2000"/>
              <a:t>mỗi nhiệm vụ</a:t>
            </a:r>
          </a:p>
        </p:txBody>
      </p:sp>
      <p:sp>
        <p:nvSpPr>
          <p:cNvPr id="71696" name="Rectangle 19"/>
          <p:cNvSpPr>
            <a:spLocks noChangeArrowheads="1"/>
          </p:cNvSpPr>
          <p:nvPr/>
        </p:nvSpPr>
        <p:spPr bwMode="auto">
          <a:xfrm>
            <a:off x="1447800" y="4191000"/>
            <a:ext cx="1676400" cy="304800"/>
          </a:xfrm>
          <a:prstGeom prst="rect">
            <a:avLst/>
          </a:prstGeom>
          <a:solidFill>
            <a:srgbClr val="FFFF99"/>
          </a:solidFill>
          <a:ln w="9525">
            <a:solidFill>
              <a:schemeClr val="tx1"/>
            </a:solidFill>
            <a:miter lim="800000"/>
            <a:headEnd/>
            <a:tailEnd/>
          </a:ln>
        </p:spPr>
        <p:txBody>
          <a:bodyPr wrap="none" anchor="ctr"/>
          <a:lstStyle/>
          <a:p>
            <a:pPr algn="ctr"/>
            <a:r>
              <a:rPr lang="en-US" altLang="ja-JP"/>
              <a:t>5 Days</a:t>
            </a:r>
          </a:p>
        </p:txBody>
      </p:sp>
      <p:sp>
        <p:nvSpPr>
          <p:cNvPr id="71697" name="Rectangle 20"/>
          <p:cNvSpPr>
            <a:spLocks noChangeArrowheads="1"/>
          </p:cNvSpPr>
          <p:nvPr/>
        </p:nvSpPr>
        <p:spPr bwMode="auto">
          <a:xfrm>
            <a:off x="3124200" y="5715000"/>
            <a:ext cx="4114800" cy="304800"/>
          </a:xfrm>
          <a:prstGeom prst="rect">
            <a:avLst/>
          </a:prstGeom>
          <a:solidFill>
            <a:srgbClr val="FFFF99"/>
          </a:solidFill>
          <a:ln w="9525">
            <a:solidFill>
              <a:schemeClr val="tx1"/>
            </a:solidFill>
            <a:miter lim="800000"/>
            <a:headEnd/>
            <a:tailEnd/>
          </a:ln>
        </p:spPr>
        <p:txBody>
          <a:bodyPr wrap="none" anchor="ctr"/>
          <a:lstStyle/>
          <a:p>
            <a:pPr algn="ctr"/>
            <a:r>
              <a:rPr lang="en-US" altLang="ja-JP"/>
              <a:t>10 Days</a:t>
            </a:r>
          </a:p>
        </p:txBody>
      </p:sp>
      <p:sp>
        <p:nvSpPr>
          <p:cNvPr id="71698" name="Line 21"/>
          <p:cNvSpPr>
            <a:spLocks noChangeShapeType="1"/>
          </p:cNvSpPr>
          <p:nvPr/>
        </p:nvSpPr>
        <p:spPr bwMode="auto">
          <a:xfrm>
            <a:off x="3124200" y="4495800"/>
            <a:ext cx="0" cy="12192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1699" name="Rectangle 23"/>
          <p:cNvSpPr>
            <a:spLocks noChangeArrowheads="1"/>
          </p:cNvSpPr>
          <p:nvPr/>
        </p:nvSpPr>
        <p:spPr bwMode="auto">
          <a:xfrm>
            <a:off x="5943600" y="5715000"/>
            <a:ext cx="1295400" cy="304800"/>
          </a:xfrm>
          <a:prstGeom prst="rect">
            <a:avLst/>
          </a:prstGeom>
          <a:solidFill>
            <a:srgbClr val="FF3300"/>
          </a:solidFill>
          <a:ln w="9525">
            <a:solidFill>
              <a:schemeClr val="tx1"/>
            </a:solidFill>
            <a:miter lim="800000"/>
            <a:headEnd/>
            <a:tailEnd/>
          </a:ln>
        </p:spPr>
        <p:txBody>
          <a:bodyPr wrap="none" anchor="ctr"/>
          <a:lstStyle/>
          <a:p>
            <a:pPr algn="ctr"/>
            <a:endParaRPr lang="en-US" altLang="ja-JP"/>
          </a:p>
        </p:txBody>
      </p:sp>
      <p:sp>
        <p:nvSpPr>
          <p:cNvPr id="71700" name="Oval 28"/>
          <p:cNvSpPr>
            <a:spLocks noChangeArrowheads="1"/>
          </p:cNvSpPr>
          <p:nvPr/>
        </p:nvSpPr>
        <p:spPr bwMode="auto">
          <a:xfrm>
            <a:off x="5715000" y="5562600"/>
            <a:ext cx="1905000" cy="60960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ja-JP" altLang="en-US"/>
          </a:p>
        </p:txBody>
      </p:sp>
      <p:sp>
        <p:nvSpPr>
          <p:cNvPr id="71701" name="AutoShape 29"/>
          <p:cNvSpPr>
            <a:spLocks noChangeArrowheads="1"/>
          </p:cNvSpPr>
          <p:nvPr/>
        </p:nvSpPr>
        <p:spPr bwMode="auto">
          <a:xfrm>
            <a:off x="4800600" y="4343400"/>
            <a:ext cx="2514600" cy="533400"/>
          </a:xfrm>
          <a:prstGeom prst="wedgeRoundRectCallout">
            <a:avLst>
              <a:gd name="adj1" fmla="val -78347"/>
              <a:gd name="adj2" fmla="val -35713"/>
              <a:gd name="adj3" fmla="val 16667"/>
            </a:avLst>
          </a:prstGeom>
          <a:solidFill>
            <a:srgbClr val="FFFF00"/>
          </a:solidFill>
          <a:ln w="9525">
            <a:solidFill>
              <a:schemeClr val="tx1"/>
            </a:solidFill>
            <a:miter lim="800000"/>
            <a:headEnd/>
            <a:tailEnd/>
          </a:ln>
        </p:spPr>
        <p:txBody>
          <a:bodyPr/>
          <a:lstStyle/>
          <a:p>
            <a:pPr algn="ctr"/>
            <a:endParaRPr lang="ja-JP" altLang="en-US"/>
          </a:p>
        </p:txBody>
      </p:sp>
      <p:sp>
        <p:nvSpPr>
          <p:cNvPr id="71702" name="AutoShape 30"/>
          <p:cNvSpPr>
            <a:spLocks noChangeArrowheads="1"/>
          </p:cNvSpPr>
          <p:nvPr/>
        </p:nvSpPr>
        <p:spPr bwMode="auto">
          <a:xfrm>
            <a:off x="4800600" y="4267200"/>
            <a:ext cx="2667000" cy="609600"/>
          </a:xfrm>
          <a:prstGeom prst="wedgeRoundRectCallout">
            <a:avLst>
              <a:gd name="adj1" fmla="val 28037"/>
              <a:gd name="adj2" fmla="val 135417"/>
              <a:gd name="adj3" fmla="val 16667"/>
            </a:avLst>
          </a:prstGeom>
          <a:solidFill>
            <a:srgbClr val="FFFF00"/>
          </a:solidFill>
          <a:ln w="9525">
            <a:solidFill>
              <a:schemeClr val="tx1"/>
            </a:solidFill>
            <a:miter lim="800000"/>
            <a:headEnd/>
            <a:tailEnd/>
          </a:ln>
        </p:spPr>
        <p:txBody>
          <a:bodyPr anchor="ctr" anchorCtr="1"/>
          <a:lstStyle/>
          <a:p>
            <a:pPr algn="ctr"/>
            <a:r>
              <a:rPr lang="en-US" altLang="ja-JP" sz="2000"/>
              <a:t>Khoảng đệm của </a:t>
            </a:r>
            <a:br>
              <a:rPr lang="en-US" altLang="ja-JP" sz="2000"/>
            </a:br>
            <a:r>
              <a:rPr lang="en-US" altLang="ja-JP" sz="2000"/>
              <a:t>cả dự án</a:t>
            </a:r>
          </a:p>
        </p:txBody>
      </p:sp>
      <p:sp>
        <p:nvSpPr>
          <p:cNvPr id="71703" name="Rectangle 31"/>
          <p:cNvSpPr>
            <a:spLocks noChangeArrowheads="1"/>
          </p:cNvSpPr>
          <p:nvPr/>
        </p:nvSpPr>
        <p:spPr bwMode="auto">
          <a:xfrm>
            <a:off x="914400" y="4191000"/>
            <a:ext cx="400050" cy="366713"/>
          </a:xfrm>
          <a:prstGeom prst="rect">
            <a:avLst/>
          </a:prstGeom>
          <a:noFill/>
          <a:ln>
            <a:noFill/>
          </a:ln>
          <a:effectLst>
            <a:prstShdw prst="shdw13" dist="53882" dir="13500000">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Bef>
                <a:spcPct val="20000"/>
              </a:spcBef>
              <a:buSzPct val="90000"/>
              <a:buFont typeface="Wingdings" pitchFamily="2" charset="2"/>
              <a:buNone/>
            </a:pPr>
            <a:r>
              <a:rPr lang="en-US" altLang="ja-JP"/>
              <a:t>A:</a:t>
            </a:r>
          </a:p>
        </p:txBody>
      </p:sp>
      <p:pic>
        <p:nvPicPr>
          <p:cNvPr id="71704" name="Picture 24"/>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2303463" y="3235325"/>
            <a:ext cx="966787" cy="966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53882" dir="13500000" algn="ctr" rotWithShape="0">
                    <a:schemeClr val="bg2">
                      <a:alpha val="50000"/>
                    </a:schemeClr>
                  </a:outerShdw>
                </a:effectLst>
              </a14:hiddenEffects>
            </a:ext>
          </a:extLst>
        </p:spPr>
      </p:pic>
    </p:spTree>
    <p:extLst>
      <p:ext uri="{BB962C8B-B14F-4D97-AF65-F5344CB8AC3E}">
        <p14:creationId xmlns:p14="http://schemas.microsoft.com/office/powerpoint/2010/main" val="11674485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14B2D4CA-BFFB-4998-AE96-33E0734015C6}"/>
              </a:ext>
            </a:extLst>
          </p:cNvPr>
          <p:cNvSpPr>
            <a:spLocks noGrp="1"/>
          </p:cNvSpPr>
          <p:nvPr>
            <p:ph type="sldNum" sz="quarter" idx="12"/>
          </p:nvPr>
        </p:nvSpPr>
        <p:spPr/>
        <p:txBody>
          <a:bodyPr/>
          <a:lstStyle/>
          <a:p>
            <a:fld id="{9EA0BE3B-158A-4EDF-80DC-E394A0D1600F}" type="slidenum">
              <a:rPr lang="en-US" smtClean="0"/>
              <a:pPr/>
              <a:t>41</a:t>
            </a:fld>
            <a:endParaRPr lang="en-US" dirty="0"/>
          </a:p>
        </p:txBody>
      </p:sp>
      <p:sp>
        <p:nvSpPr>
          <p:cNvPr id="63490" name="Rectangle 2"/>
          <p:cNvSpPr>
            <a:spLocks noGrp="1" noChangeArrowheads="1"/>
          </p:cNvSpPr>
          <p:nvPr>
            <p:ph type="title"/>
          </p:nvPr>
        </p:nvSpPr>
        <p:spPr/>
        <p:txBody>
          <a:bodyPr/>
          <a:lstStyle/>
          <a:p>
            <a:pPr eaLnBrk="1" hangingPunct="1"/>
            <a:r>
              <a:rPr lang="en-US" altLang="ja-JP" sz="3200" dirty="0" smtClean="0"/>
              <a:t>4.3 </a:t>
            </a:r>
            <a:r>
              <a:rPr lang="en-US" altLang="ja-JP" sz="3200" dirty="0" err="1" smtClean="0"/>
              <a:t>Ước</a:t>
            </a:r>
            <a:r>
              <a:rPr lang="en-US" altLang="ja-JP" sz="3200" dirty="0" smtClean="0"/>
              <a:t> </a:t>
            </a:r>
            <a:r>
              <a:rPr lang="en-US" altLang="ja-JP" sz="3200" dirty="0"/>
              <a:t>l</a:t>
            </a:r>
            <a:r>
              <a:rPr lang="vi-VN" altLang="ja-JP" sz="3200" dirty="0"/>
              <a:t>ư</a:t>
            </a:r>
            <a:r>
              <a:rPr lang="en-US" altLang="ja-JP" sz="3200" dirty="0" err="1"/>
              <a:t>ợng</a:t>
            </a:r>
            <a:endParaRPr lang="en-US" altLang="ja-JP" sz="3200" dirty="0"/>
          </a:p>
        </p:txBody>
      </p:sp>
      <p:sp>
        <p:nvSpPr>
          <p:cNvPr id="63491" name="Rectangle 3"/>
          <p:cNvSpPr>
            <a:spLocks noGrp="1" noChangeArrowheads="1"/>
          </p:cNvSpPr>
          <p:nvPr>
            <p:ph type="body" sz="quarter" idx="13"/>
          </p:nvPr>
        </p:nvSpPr>
        <p:spPr/>
        <p:txBody>
          <a:bodyPr/>
          <a:lstStyle/>
          <a:p>
            <a:pPr eaLnBrk="1" hangingPunct="1">
              <a:buClr>
                <a:schemeClr val="tx1"/>
              </a:buClr>
              <a:buFont typeface="Wingdings" pitchFamily="2" charset="2"/>
              <a:buNone/>
            </a:pPr>
            <a:r>
              <a:rPr lang="en-US" altLang="ja-JP"/>
              <a:t>&lt;Qui trình </a:t>
            </a:r>
            <a:r>
              <a:rPr lang="vi-VN" altLang="ja-JP"/>
              <a:t>ư</a:t>
            </a:r>
            <a:r>
              <a:rPr lang="en-US" altLang="ja-JP"/>
              <a:t>ớc lượng cơ bản&gt;</a:t>
            </a:r>
          </a:p>
        </p:txBody>
      </p:sp>
      <p:sp>
        <p:nvSpPr>
          <p:cNvPr id="63492" name="AutoShape 5"/>
          <p:cNvSpPr>
            <a:spLocks noChangeArrowheads="1"/>
          </p:cNvSpPr>
          <p:nvPr/>
        </p:nvSpPr>
        <p:spPr bwMode="auto">
          <a:xfrm>
            <a:off x="1600200" y="1533525"/>
            <a:ext cx="2952750" cy="503238"/>
          </a:xfrm>
          <a:prstGeom prst="roundRect">
            <a:avLst>
              <a:gd name="adj" fmla="val 16667"/>
            </a:avLst>
          </a:prstGeom>
          <a:solidFill>
            <a:srgbClr val="FFCC99"/>
          </a:solidFill>
          <a:ln w="9525">
            <a:solidFill>
              <a:schemeClr val="tx1"/>
            </a:solidFill>
            <a:round/>
            <a:headEnd/>
            <a:tailEnd/>
          </a:ln>
          <a:effectLst>
            <a:outerShdw dist="107763" dir="18900000" algn="ctr" rotWithShape="0">
              <a:schemeClr val="bg2">
                <a:alpha val="50000"/>
              </a:schemeClr>
            </a:outerShdw>
          </a:effectLst>
        </p:spPr>
        <p:txBody>
          <a:bodyPr wrap="none" anchor="ctr"/>
          <a:lstStyle/>
          <a:p>
            <a:pPr algn="ctr"/>
            <a:r>
              <a:rPr lang="en-US" altLang="ja-JP" sz="2000" b="1"/>
              <a:t>Thu thập yêu cầu</a:t>
            </a:r>
          </a:p>
        </p:txBody>
      </p:sp>
      <p:sp>
        <p:nvSpPr>
          <p:cNvPr id="63493" name="Text Box 6"/>
          <p:cNvSpPr txBox="1">
            <a:spLocks noChangeArrowheads="1"/>
          </p:cNvSpPr>
          <p:nvPr/>
        </p:nvSpPr>
        <p:spPr bwMode="auto">
          <a:xfrm>
            <a:off x="1639889" y="2460625"/>
            <a:ext cx="2851148" cy="400110"/>
          </a:xfrm>
          <a:prstGeom prst="rect">
            <a:avLst/>
          </a:prstGeom>
          <a:solidFill>
            <a:srgbClr val="FFFF66"/>
          </a:solidFill>
          <a:ln w="9525">
            <a:solidFill>
              <a:schemeClr val="tx1"/>
            </a:solidFill>
            <a:miter lim="800000"/>
            <a:headEnd/>
            <a:tailEnd/>
          </a:ln>
          <a:effectLst>
            <a:outerShdw dist="107763" dir="18900000" algn="ctr" rotWithShape="0">
              <a:schemeClr val="bg2">
                <a:alpha val="50000"/>
              </a:schemeClr>
            </a:outerShdw>
          </a:effectLst>
        </p:spPr>
        <p:txBody>
          <a:bodyPr wrap="square">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algn="ctr" eaLnBrk="1" hangingPunct="1">
              <a:spcBef>
                <a:spcPct val="50000"/>
              </a:spcBef>
            </a:pPr>
            <a:r>
              <a:rPr lang="en-US" altLang="ja-JP" sz="2000" b="1"/>
              <a:t>Khối lượng việc</a:t>
            </a:r>
          </a:p>
        </p:txBody>
      </p:sp>
      <p:sp>
        <p:nvSpPr>
          <p:cNvPr id="63494" name="Text Box 7"/>
          <p:cNvSpPr txBox="1">
            <a:spLocks noChangeArrowheads="1"/>
          </p:cNvSpPr>
          <p:nvPr/>
        </p:nvSpPr>
        <p:spPr bwMode="auto">
          <a:xfrm>
            <a:off x="1654177" y="3246438"/>
            <a:ext cx="2851148" cy="406400"/>
          </a:xfrm>
          <a:prstGeom prst="rect">
            <a:avLst/>
          </a:prstGeom>
          <a:solidFill>
            <a:srgbClr val="FFFF66"/>
          </a:solidFill>
          <a:ln w="9525">
            <a:solidFill>
              <a:schemeClr val="tx1"/>
            </a:solidFill>
            <a:miter lim="800000"/>
            <a:headEnd/>
            <a:tailEnd/>
          </a:ln>
          <a:effectLst>
            <a:outerShdw dist="107763" dir="18900000" algn="ctr" rotWithShape="0">
              <a:schemeClr val="bg2">
                <a:alpha val="50000"/>
              </a:schemeClr>
            </a:outerShdw>
          </a:effectLst>
        </p:spPr>
        <p:txBody>
          <a:bodyPr wrap="square">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algn="ctr" eaLnBrk="1" hangingPunct="1">
              <a:spcBef>
                <a:spcPct val="50000"/>
              </a:spcBef>
            </a:pPr>
            <a:r>
              <a:rPr lang="en-US" altLang="ja-JP" sz="2000" b="1"/>
              <a:t>Năng suất</a:t>
            </a:r>
          </a:p>
        </p:txBody>
      </p:sp>
      <p:sp>
        <p:nvSpPr>
          <p:cNvPr id="63495" name="Text Box 8"/>
          <p:cNvSpPr txBox="1">
            <a:spLocks noChangeArrowheads="1"/>
          </p:cNvSpPr>
          <p:nvPr/>
        </p:nvSpPr>
        <p:spPr bwMode="auto">
          <a:xfrm>
            <a:off x="1625602" y="4022725"/>
            <a:ext cx="2851148" cy="406400"/>
          </a:xfrm>
          <a:prstGeom prst="rect">
            <a:avLst/>
          </a:prstGeom>
          <a:solidFill>
            <a:srgbClr val="FFFF66"/>
          </a:solidFill>
          <a:ln w="9525">
            <a:solidFill>
              <a:schemeClr val="tx1"/>
            </a:solidFill>
            <a:miter lim="800000"/>
            <a:headEnd/>
            <a:tailEnd/>
          </a:ln>
          <a:effectLst>
            <a:outerShdw dist="107763" dir="18900000" algn="ctr" rotWithShape="0">
              <a:schemeClr val="bg2">
                <a:alpha val="50000"/>
              </a:schemeClr>
            </a:outerShdw>
          </a:effectLst>
        </p:spPr>
        <p:txBody>
          <a:bodyPr wrap="square">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algn="ctr" eaLnBrk="1" hangingPunct="1">
              <a:spcBef>
                <a:spcPct val="50000"/>
              </a:spcBef>
            </a:pPr>
            <a:r>
              <a:rPr lang="en-US" altLang="ja-JP" sz="2000" b="1"/>
              <a:t>Giờ làm việc</a:t>
            </a:r>
          </a:p>
        </p:txBody>
      </p:sp>
      <p:sp>
        <p:nvSpPr>
          <p:cNvPr id="63496" name="Text Box 9"/>
          <p:cNvSpPr txBox="1">
            <a:spLocks noChangeArrowheads="1"/>
          </p:cNvSpPr>
          <p:nvPr/>
        </p:nvSpPr>
        <p:spPr bwMode="auto">
          <a:xfrm>
            <a:off x="1668464" y="4779963"/>
            <a:ext cx="2851148" cy="400110"/>
          </a:xfrm>
          <a:prstGeom prst="rect">
            <a:avLst/>
          </a:prstGeom>
          <a:solidFill>
            <a:srgbClr val="FFFF66"/>
          </a:solidFill>
          <a:ln w="9525">
            <a:solidFill>
              <a:schemeClr val="tx1"/>
            </a:solidFill>
            <a:miter lim="800000"/>
            <a:headEnd/>
            <a:tailEnd/>
          </a:ln>
          <a:effectLst>
            <a:outerShdw dist="107763" dir="18900000" algn="ctr" rotWithShape="0">
              <a:schemeClr val="bg2">
                <a:alpha val="50000"/>
              </a:schemeClr>
            </a:outerShdw>
          </a:effectLst>
        </p:spPr>
        <p:txBody>
          <a:bodyPr wrap="square">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algn="ctr" eaLnBrk="1" hangingPunct="1">
              <a:spcBef>
                <a:spcPct val="50000"/>
              </a:spcBef>
            </a:pPr>
            <a:r>
              <a:rPr lang="en-US" altLang="ja-JP" sz="2000" b="1"/>
              <a:t>Thời gian thực hiện</a:t>
            </a:r>
          </a:p>
        </p:txBody>
      </p:sp>
      <p:sp>
        <p:nvSpPr>
          <p:cNvPr id="63497" name="Text Box 10"/>
          <p:cNvSpPr txBox="1">
            <a:spLocks noChangeArrowheads="1"/>
          </p:cNvSpPr>
          <p:nvPr/>
        </p:nvSpPr>
        <p:spPr bwMode="auto">
          <a:xfrm>
            <a:off x="1695452" y="5537200"/>
            <a:ext cx="2851148" cy="406400"/>
          </a:xfrm>
          <a:prstGeom prst="rect">
            <a:avLst/>
          </a:prstGeom>
          <a:solidFill>
            <a:srgbClr val="FFFF66"/>
          </a:solidFill>
          <a:ln w="9525">
            <a:solidFill>
              <a:schemeClr val="tx1"/>
            </a:solidFill>
            <a:miter lim="800000"/>
            <a:headEnd/>
            <a:tailEnd/>
          </a:ln>
          <a:effectLst>
            <a:outerShdw dist="107763" dir="18900000" algn="ctr" rotWithShape="0">
              <a:schemeClr val="bg2">
                <a:alpha val="50000"/>
              </a:schemeClr>
            </a:outerShdw>
          </a:effectLst>
        </p:spPr>
        <p:txBody>
          <a:bodyPr wrap="square">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algn="ctr" eaLnBrk="1" hangingPunct="1">
              <a:spcBef>
                <a:spcPct val="50000"/>
              </a:spcBef>
            </a:pPr>
            <a:r>
              <a:rPr lang="en-US" altLang="ja-JP" sz="2000" b="1"/>
              <a:t>Chi phí</a:t>
            </a:r>
          </a:p>
        </p:txBody>
      </p:sp>
      <p:sp>
        <p:nvSpPr>
          <p:cNvPr id="63498" name="AutoShape 11"/>
          <p:cNvSpPr>
            <a:spLocks/>
          </p:cNvSpPr>
          <p:nvPr/>
        </p:nvSpPr>
        <p:spPr bwMode="auto">
          <a:xfrm>
            <a:off x="4505325" y="2460625"/>
            <a:ext cx="504825" cy="3416300"/>
          </a:xfrm>
          <a:prstGeom prst="rightBrace">
            <a:avLst>
              <a:gd name="adj1" fmla="val 56394"/>
              <a:gd name="adj2" fmla="val 50000"/>
            </a:avLst>
          </a:prstGeom>
          <a:noFill/>
          <a:ln w="762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ja-JP" altLang="en-US"/>
          </a:p>
        </p:txBody>
      </p:sp>
      <p:sp>
        <p:nvSpPr>
          <p:cNvPr id="63499" name="AutoShape 12"/>
          <p:cNvSpPr>
            <a:spLocks noChangeArrowheads="1"/>
          </p:cNvSpPr>
          <p:nvPr/>
        </p:nvSpPr>
        <p:spPr bwMode="auto">
          <a:xfrm>
            <a:off x="2706688" y="2100263"/>
            <a:ext cx="792162" cy="288925"/>
          </a:xfrm>
          <a:prstGeom prst="downArrow">
            <a:avLst>
              <a:gd name="adj1" fmla="val 50000"/>
              <a:gd name="adj2" fmla="val 25000"/>
            </a:avLst>
          </a:prstGeom>
          <a:solidFill>
            <a:srgbClr val="FF99CC"/>
          </a:solidFill>
          <a:ln w="9525">
            <a:solidFill>
              <a:schemeClr val="tx1"/>
            </a:solidFill>
            <a:miter lim="800000"/>
            <a:headEnd/>
            <a:tailEnd/>
          </a:ln>
        </p:spPr>
        <p:txBody>
          <a:bodyPr vert="eaVert" wrap="none" anchor="ctr"/>
          <a:lstStyle/>
          <a:p>
            <a:endParaRPr lang="ja-JP" altLang="en-US"/>
          </a:p>
        </p:txBody>
      </p:sp>
      <p:sp>
        <p:nvSpPr>
          <p:cNvPr id="63500" name="AutoShape 13"/>
          <p:cNvSpPr>
            <a:spLocks noChangeArrowheads="1"/>
          </p:cNvSpPr>
          <p:nvPr/>
        </p:nvSpPr>
        <p:spPr bwMode="auto">
          <a:xfrm>
            <a:off x="2706688" y="2892425"/>
            <a:ext cx="792162" cy="288925"/>
          </a:xfrm>
          <a:prstGeom prst="downArrow">
            <a:avLst>
              <a:gd name="adj1" fmla="val 50000"/>
              <a:gd name="adj2" fmla="val 25000"/>
            </a:avLst>
          </a:prstGeom>
          <a:solidFill>
            <a:srgbClr val="FF99CC"/>
          </a:solidFill>
          <a:ln w="9525">
            <a:solidFill>
              <a:schemeClr val="tx1"/>
            </a:solidFill>
            <a:miter lim="800000"/>
            <a:headEnd/>
            <a:tailEnd/>
          </a:ln>
        </p:spPr>
        <p:txBody>
          <a:bodyPr vert="eaVert" wrap="none" anchor="ctr"/>
          <a:lstStyle/>
          <a:p>
            <a:endParaRPr lang="ja-JP" altLang="en-US"/>
          </a:p>
        </p:txBody>
      </p:sp>
      <p:sp>
        <p:nvSpPr>
          <p:cNvPr id="63501" name="AutoShape 14"/>
          <p:cNvSpPr>
            <a:spLocks noChangeArrowheads="1"/>
          </p:cNvSpPr>
          <p:nvPr/>
        </p:nvSpPr>
        <p:spPr bwMode="auto">
          <a:xfrm>
            <a:off x="2706688" y="3684588"/>
            <a:ext cx="792162" cy="288925"/>
          </a:xfrm>
          <a:prstGeom prst="downArrow">
            <a:avLst>
              <a:gd name="adj1" fmla="val 50000"/>
              <a:gd name="adj2" fmla="val 25000"/>
            </a:avLst>
          </a:prstGeom>
          <a:solidFill>
            <a:srgbClr val="FF99CC"/>
          </a:solidFill>
          <a:ln w="9525">
            <a:solidFill>
              <a:schemeClr val="tx1"/>
            </a:solidFill>
            <a:miter lim="800000"/>
            <a:headEnd/>
            <a:tailEnd/>
          </a:ln>
        </p:spPr>
        <p:txBody>
          <a:bodyPr vert="eaVert" wrap="none" anchor="ctr"/>
          <a:lstStyle/>
          <a:p>
            <a:endParaRPr lang="ja-JP" altLang="en-US"/>
          </a:p>
        </p:txBody>
      </p:sp>
      <p:sp>
        <p:nvSpPr>
          <p:cNvPr id="63502" name="AutoShape 15"/>
          <p:cNvSpPr>
            <a:spLocks noChangeArrowheads="1"/>
          </p:cNvSpPr>
          <p:nvPr/>
        </p:nvSpPr>
        <p:spPr bwMode="auto">
          <a:xfrm>
            <a:off x="2724150" y="4471988"/>
            <a:ext cx="792163" cy="288925"/>
          </a:xfrm>
          <a:prstGeom prst="downArrow">
            <a:avLst>
              <a:gd name="adj1" fmla="val 50000"/>
              <a:gd name="adj2" fmla="val 25000"/>
            </a:avLst>
          </a:prstGeom>
          <a:solidFill>
            <a:srgbClr val="FF99CC"/>
          </a:solidFill>
          <a:ln w="9525">
            <a:solidFill>
              <a:schemeClr val="tx1"/>
            </a:solidFill>
            <a:miter lim="800000"/>
            <a:headEnd/>
            <a:tailEnd/>
          </a:ln>
        </p:spPr>
        <p:txBody>
          <a:bodyPr vert="eaVert" wrap="none" anchor="ctr"/>
          <a:lstStyle/>
          <a:p>
            <a:endParaRPr lang="ja-JP" altLang="en-US"/>
          </a:p>
        </p:txBody>
      </p:sp>
      <p:sp>
        <p:nvSpPr>
          <p:cNvPr id="63503" name="AutoShape 16"/>
          <p:cNvSpPr>
            <a:spLocks noChangeArrowheads="1"/>
          </p:cNvSpPr>
          <p:nvPr/>
        </p:nvSpPr>
        <p:spPr bwMode="auto">
          <a:xfrm>
            <a:off x="2736850" y="5224463"/>
            <a:ext cx="792163" cy="288925"/>
          </a:xfrm>
          <a:prstGeom prst="downArrow">
            <a:avLst>
              <a:gd name="adj1" fmla="val 50000"/>
              <a:gd name="adj2" fmla="val 25000"/>
            </a:avLst>
          </a:prstGeom>
          <a:solidFill>
            <a:srgbClr val="FF99CC"/>
          </a:solidFill>
          <a:ln w="9525">
            <a:solidFill>
              <a:schemeClr val="tx1"/>
            </a:solidFill>
            <a:miter lim="800000"/>
            <a:headEnd/>
            <a:tailEnd/>
          </a:ln>
        </p:spPr>
        <p:txBody>
          <a:bodyPr vert="eaVert" wrap="none" anchor="ctr"/>
          <a:lstStyle/>
          <a:p>
            <a:endParaRPr lang="ja-JP" altLang="en-US"/>
          </a:p>
        </p:txBody>
      </p:sp>
      <p:sp>
        <p:nvSpPr>
          <p:cNvPr id="63504" name="Text Box 17"/>
          <p:cNvSpPr txBox="1">
            <a:spLocks noChangeArrowheads="1"/>
          </p:cNvSpPr>
          <p:nvPr/>
        </p:nvSpPr>
        <p:spPr bwMode="auto">
          <a:xfrm>
            <a:off x="4997450" y="1524000"/>
            <a:ext cx="37449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spcBef>
                <a:spcPct val="50000"/>
              </a:spcBef>
            </a:pPr>
            <a:r>
              <a:rPr lang="en-US" altLang="ja-JP" sz="2400" b="1"/>
              <a:t>Phạm vi </a:t>
            </a:r>
            <a:r>
              <a:rPr lang="vi-VN" altLang="ja-JP" sz="2400" b="1"/>
              <a:t>ư</a:t>
            </a:r>
            <a:r>
              <a:rPr lang="en-US" altLang="ja-JP" sz="2400" b="1"/>
              <a:t>ớc l</a:t>
            </a:r>
            <a:r>
              <a:rPr lang="vi-VN" altLang="ja-JP" sz="2400" b="1"/>
              <a:t>ư</a:t>
            </a:r>
            <a:r>
              <a:rPr lang="en-US" altLang="ja-JP" sz="2400" b="1"/>
              <a:t>ợng</a:t>
            </a:r>
          </a:p>
        </p:txBody>
      </p:sp>
      <p:sp>
        <p:nvSpPr>
          <p:cNvPr id="63505" name="AutoShape 18"/>
          <p:cNvSpPr>
            <a:spLocks/>
          </p:cNvSpPr>
          <p:nvPr/>
        </p:nvSpPr>
        <p:spPr bwMode="auto">
          <a:xfrm>
            <a:off x="4732338" y="1549400"/>
            <a:ext cx="144462" cy="431800"/>
          </a:xfrm>
          <a:prstGeom prst="rightBrace">
            <a:avLst>
              <a:gd name="adj1" fmla="val 24909"/>
              <a:gd name="adj2" fmla="val 50000"/>
            </a:avLst>
          </a:prstGeom>
          <a:noFill/>
          <a:ln w="571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ja-JP" altLang="en-US"/>
          </a:p>
        </p:txBody>
      </p:sp>
      <p:sp>
        <p:nvSpPr>
          <p:cNvPr id="63506" name="Text Box 19"/>
          <p:cNvSpPr txBox="1">
            <a:spLocks noChangeArrowheads="1"/>
          </p:cNvSpPr>
          <p:nvPr/>
        </p:nvSpPr>
        <p:spPr bwMode="auto">
          <a:xfrm>
            <a:off x="5297488" y="3757613"/>
            <a:ext cx="237966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spcBef>
                <a:spcPct val="50000"/>
              </a:spcBef>
            </a:pPr>
            <a:r>
              <a:rPr lang="en-US" altLang="ja-JP" sz="2400" b="1"/>
              <a:t>Các mục tiêu cần </a:t>
            </a:r>
            <a:r>
              <a:rPr lang="vi-VN" altLang="ja-JP" sz="2400" b="1"/>
              <a:t>ư</a:t>
            </a:r>
            <a:r>
              <a:rPr lang="en-US" altLang="ja-JP" sz="2400" b="1"/>
              <a:t>ớc lượng</a:t>
            </a:r>
          </a:p>
        </p:txBody>
      </p:sp>
      <p:sp>
        <p:nvSpPr>
          <p:cNvPr id="63507" name="AutoShape 22"/>
          <p:cNvSpPr>
            <a:spLocks noChangeArrowheads="1"/>
          </p:cNvSpPr>
          <p:nvPr/>
        </p:nvSpPr>
        <p:spPr bwMode="auto">
          <a:xfrm rot="10800000">
            <a:off x="1049338" y="1957388"/>
            <a:ext cx="574675" cy="3816350"/>
          </a:xfrm>
          <a:prstGeom prst="curvedLeftArrow">
            <a:avLst>
              <a:gd name="adj1" fmla="val 132818"/>
              <a:gd name="adj2" fmla="val 265635"/>
              <a:gd name="adj3" fmla="val 33333"/>
            </a:avLst>
          </a:prstGeom>
          <a:solidFill>
            <a:schemeClr val="accent1"/>
          </a:solidFill>
          <a:ln w="9525">
            <a:solidFill>
              <a:schemeClr val="tx1"/>
            </a:solidFill>
            <a:miter lim="800000"/>
            <a:headEnd/>
            <a:tailEnd/>
          </a:ln>
        </p:spPr>
        <p:txBody>
          <a:bodyPr wrap="none" anchor="ctr"/>
          <a:lstStyle/>
          <a:p>
            <a:endParaRPr lang="ja-JP"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D58D5082-E222-4D1A-8BA6-3012F1520746}"/>
              </a:ext>
            </a:extLst>
          </p:cNvPr>
          <p:cNvSpPr>
            <a:spLocks noGrp="1"/>
          </p:cNvSpPr>
          <p:nvPr>
            <p:ph type="sldNum" sz="quarter" idx="12"/>
          </p:nvPr>
        </p:nvSpPr>
        <p:spPr/>
        <p:txBody>
          <a:bodyPr/>
          <a:lstStyle/>
          <a:p>
            <a:fld id="{9EA0BE3B-158A-4EDF-80DC-E394A0D1600F}" type="slidenum">
              <a:rPr lang="en-US" smtClean="0"/>
              <a:pPr/>
              <a:t>42</a:t>
            </a:fld>
            <a:endParaRPr lang="en-US" dirty="0"/>
          </a:p>
        </p:txBody>
      </p:sp>
      <p:sp>
        <p:nvSpPr>
          <p:cNvPr id="64514" name="Rectangle 2"/>
          <p:cNvSpPr>
            <a:spLocks noGrp="1" noChangeArrowheads="1"/>
          </p:cNvSpPr>
          <p:nvPr>
            <p:ph type="title"/>
          </p:nvPr>
        </p:nvSpPr>
        <p:spPr/>
        <p:txBody>
          <a:bodyPr/>
          <a:lstStyle/>
          <a:p>
            <a:pPr eaLnBrk="1" hangingPunct="1"/>
            <a:r>
              <a:rPr lang="en-US" altLang="ja-JP" sz="3200"/>
              <a:t>(1) Ước l</a:t>
            </a:r>
            <a:r>
              <a:rPr lang="vi-VN" altLang="ja-JP" sz="3200"/>
              <a:t>ư</a:t>
            </a:r>
            <a:r>
              <a:rPr lang="en-US" altLang="ja-JP" sz="3200"/>
              <a:t>ợng: Khối l</a:t>
            </a:r>
            <a:r>
              <a:rPr lang="vi-VN" altLang="ja-JP" sz="3200"/>
              <a:t>ư</a:t>
            </a:r>
            <a:r>
              <a:rPr lang="en-US" altLang="ja-JP" sz="3200"/>
              <a:t>ợng</a:t>
            </a:r>
          </a:p>
        </p:txBody>
      </p:sp>
      <p:sp>
        <p:nvSpPr>
          <p:cNvPr id="64515" name="Rectangle 3"/>
          <p:cNvSpPr>
            <a:spLocks noGrp="1" noChangeArrowheads="1"/>
          </p:cNvSpPr>
          <p:nvPr>
            <p:ph type="body" sz="quarter" idx="13"/>
          </p:nvPr>
        </p:nvSpPr>
        <p:spPr/>
        <p:txBody>
          <a:bodyPr/>
          <a:lstStyle/>
          <a:p>
            <a:pPr eaLnBrk="1" hangingPunct="1">
              <a:buClr>
                <a:schemeClr val="tx1"/>
              </a:buClr>
              <a:buNone/>
            </a:pPr>
            <a:r>
              <a:rPr lang="en-US" altLang="ja-JP"/>
              <a:t>&lt;Qui trình </a:t>
            </a:r>
            <a:r>
              <a:rPr lang="vi-VN" altLang="ja-JP"/>
              <a:t>ư</a:t>
            </a:r>
            <a:r>
              <a:rPr lang="en-US" altLang="ja-JP"/>
              <a:t>ớc lượng cơ bản&gt;</a:t>
            </a:r>
          </a:p>
        </p:txBody>
      </p:sp>
      <p:sp>
        <p:nvSpPr>
          <p:cNvPr id="64516" name="AutoShape 4"/>
          <p:cNvSpPr>
            <a:spLocks noChangeArrowheads="1"/>
          </p:cNvSpPr>
          <p:nvPr/>
        </p:nvSpPr>
        <p:spPr bwMode="auto">
          <a:xfrm>
            <a:off x="1350743" y="1533525"/>
            <a:ext cx="2952750" cy="503238"/>
          </a:xfrm>
          <a:prstGeom prst="roundRect">
            <a:avLst>
              <a:gd name="adj" fmla="val 16667"/>
            </a:avLst>
          </a:prstGeom>
          <a:solidFill>
            <a:srgbClr val="FFCC99"/>
          </a:solidFill>
          <a:ln w="9525">
            <a:solidFill>
              <a:schemeClr val="tx1"/>
            </a:solidFill>
            <a:round/>
            <a:headEnd/>
            <a:tailEnd/>
          </a:ln>
          <a:effectLst>
            <a:outerShdw dist="107763" dir="18900000" algn="ctr" rotWithShape="0">
              <a:schemeClr val="bg2">
                <a:alpha val="50000"/>
              </a:schemeClr>
            </a:outerShdw>
          </a:effectLst>
        </p:spPr>
        <p:txBody>
          <a:bodyPr wrap="none" anchor="ctr"/>
          <a:lstStyle/>
          <a:p>
            <a:pPr algn="ctr"/>
            <a:r>
              <a:rPr lang="en-US" altLang="ja-JP" sz="2000" b="1"/>
              <a:t>Thu thập yêu cầu</a:t>
            </a:r>
          </a:p>
        </p:txBody>
      </p:sp>
      <p:sp>
        <p:nvSpPr>
          <p:cNvPr id="64517" name="Text Box 5"/>
          <p:cNvSpPr txBox="1">
            <a:spLocks noChangeArrowheads="1"/>
          </p:cNvSpPr>
          <p:nvPr/>
        </p:nvSpPr>
        <p:spPr bwMode="auto">
          <a:xfrm>
            <a:off x="1690468" y="2460625"/>
            <a:ext cx="2251076" cy="400110"/>
          </a:xfrm>
          <a:prstGeom prst="rect">
            <a:avLst/>
          </a:prstGeom>
          <a:solidFill>
            <a:srgbClr val="FFFF66"/>
          </a:solidFill>
          <a:ln w="9525">
            <a:solidFill>
              <a:schemeClr val="tx1"/>
            </a:solidFill>
            <a:miter lim="800000"/>
            <a:headEnd/>
            <a:tailEnd/>
          </a:ln>
          <a:effectLst>
            <a:outerShdw dist="107763" dir="18900000" algn="ctr" rotWithShape="0">
              <a:schemeClr val="bg2">
                <a:alpha val="50000"/>
              </a:schemeClr>
            </a:outerShdw>
          </a:effectLst>
        </p:spPr>
        <p:txBody>
          <a:bodyPr wrap="square">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algn="ctr" eaLnBrk="1" hangingPunct="1">
              <a:spcBef>
                <a:spcPct val="50000"/>
              </a:spcBef>
            </a:pPr>
            <a:r>
              <a:rPr lang="en-US" altLang="ja-JP" sz="2000" b="1"/>
              <a:t>Khối l</a:t>
            </a:r>
            <a:r>
              <a:rPr lang="vi-VN" altLang="ja-JP" sz="2000" b="1"/>
              <a:t>ư</a:t>
            </a:r>
            <a:r>
              <a:rPr lang="en-US" altLang="ja-JP" sz="2000" b="1"/>
              <a:t>ợng việc </a:t>
            </a:r>
          </a:p>
        </p:txBody>
      </p:sp>
      <p:sp>
        <p:nvSpPr>
          <p:cNvPr id="64518" name="AutoShape 11"/>
          <p:cNvSpPr>
            <a:spLocks noChangeArrowheads="1"/>
          </p:cNvSpPr>
          <p:nvPr/>
        </p:nvSpPr>
        <p:spPr bwMode="auto">
          <a:xfrm>
            <a:off x="2457231" y="2100263"/>
            <a:ext cx="792162" cy="288925"/>
          </a:xfrm>
          <a:prstGeom prst="downArrow">
            <a:avLst>
              <a:gd name="adj1" fmla="val 50000"/>
              <a:gd name="adj2" fmla="val 25000"/>
            </a:avLst>
          </a:prstGeom>
          <a:solidFill>
            <a:srgbClr val="FF99CC"/>
          </a:solidFill>
          <a:ln w="9525">
            <a:solidFill>
              <a:schemeClr val="tx1"/>
            </a:solidFill>
            <a:miter lim="800000"/>
            <a:headEnd/>
            <a:tailEnd/>
          </a:ln>
        </p:spPr>
        <p:txBody>
          <a:bodyPr vert="eaVert" wrap="none" anchor="ctr"/>
          <a:lstStyle/>
          <a:p>
            <a:endParaRPr lang="ja-JP" altLang="en-US"/>
          </a:p>
        </p:txBody>
      </p:sp>
      <p:sp>
        <p:nvSpPr>
          <p:cNvPr id="64519" name="Text Box 16"/>
          <p:cNvSpPr txBox="1">
            <a:spLocks noChangeArrowheads="1"/>
          </p:cNvSpPr>
          <p:nvPr/>
        </p:nvSpPr>
        <p:spPr bwMode="auto">
          <a:xfrm>
            <a:off x="4747993" y="1524000"/>
            <a:ext cx="37449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spcBef>
                <a:spcPct val="50000"/>
              </a:spcBef>
            </a:pPr>
            <a:r>
              <a:rPr lang="en-US" altLang="ja-JP" sz="2400" b="1"/>
              <a:t>Phạm vi </a:t>
            </a:r>
            <a:r>
              <a:rPr lang="vi-VN" altLang="ja-JP" sz="2400" b="1"/>
              <a:t>ư</a:t>
            </a:r>
            <a:r>
              <a:rPr lang="en-US" altLang="ja-JP" sz="2400" b="1"/>
              <a:t>ớc l</a:t>
            </a:r>
            <a:r>
              <a:rPr lang="vi-VN" altLang="ja-JP" sz="2400" b="1"/>
              <a:t>ư</a:t>
            </a:r>
            <a:r>
              <a:rPr lang="en-US" altLang="ja-JP" sz="2400" b="1"/>
              <a:t>ợng</a:t>
            </a:r>
          </a:p>
        </p:txBody>
      </p:sp>
      <p:sp>
        <p:nvSpPr>
          <p:cNvPr id="64520" name="AutoShape 17"/>
          <p:cNvSpPr>
            <a:spLocks/>
          </p:cNvSpPr>
          <p:nvPr/>
        </p:nvSpPr>
        <p:spPr bwMode="auto">
          <a:xfrm>
            <a:off x="4460656" y="1597025"/>
            <a:ext cx="144462" cy="431800"/>
          </a:xfrm>
          <a:prstGeom prst="rightBrace">
            <a:avLst>
              <a:gd name="adj1" fmla="val 24909"/>
              <a:gd name="adj2" fmla="val 50000"/>
            </a:avLst>
          </a:prstGeom>
          <a:noFill/>
          <a:ln w="571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ja-JP" altLang="en-US"/>
          </a:p>
        </p:txBody>
      </p:sp>
      <p:sp>
        <p:nvSpPr>
          <p:cNvPr id="64521" name="Text Box 21"/>
          <p:cNvSpPr txBox="1">
            <a:spLocks noChangeArrowheads="1"/>
          </p:cNvSpPr>
          <p:nvPr/>
        </p:nvSpPr>
        <p:spPr bwMode="auto">
          <a:xfrm>
            <a:off x="609600" y="3189744"/>
            <a:ext cx="7356501"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r>
              <a:rPr lang="en-US" altLang="ja-JP" sz="2400"/>
              <a:t>&lt; Các đơn vị đo phổ biến &gt;</a:t>
            </a:r>
          </a:p>
          <a:p>
            <a:pPr marL="342900" indent="-342900" eaLnBrk="1" hangingPunct="1">
              <a:buFont typeface="Arial" panose="020B0604020202020204" pitchFamily="34" charset="0"/>
              <a:buChar char="•"/>
            </a:pPr>
            <a:r>
              <a:rPr lang="en-US" altLang="ja-JP" sz="2400"/>
              <a:t>Số l</a:t>
            </a:r>
            <a:r>
              <a:rPr lang="vi-VN" altLang="ja-JP" sz="2400"/>
              <a:t>ư</a:t>
            </a:r>
            <a:r>
              <a:rPr lang="en-US" altLang="ja-JP" sz="2400"/>
              <a:t>ợng yêu cầu</a:t>
            </a:r>
          </a:p>
          <a:p>
            <a:pPr marL="342900" indent="-342900" eaLnBrk="1" hangingPunct="1">
              <a:buFont typeface="Arial" panose="020B0604020202020204" pitchFamily="34" charset="0"/>
              <a:buChar char="•"/>
            </a:pPr>
            <a:r>
              <a:rPr lang="en-US" altLang="ja-JP" sz="2400"/>
              <a:t>Số l</a:t>
            </a:r>
            <a:r>
              <a:rPr lang="vi-VN" altLang="ja-JP" sz="2400"/>
              <a:t>ư</a:t>
            </a:r>
            <a:r>
              <a:rPr lang="en-US" altLang="ja-JP" sz="2400"/>
              <a:t>ợng dòng lệnh (LOC: Lines of code, KLOC) </a:t>
            </a:r>
          </a:p>
          <a:p>
            <a:pPr marL="342900" indent="-342900" eaLnBrk="1" hangingPunct="1">
              <a:buFont typeface="Arial" panose="020B0604020202020204" pitchFamily="34" charset="0"/>
              <a:buChar char="•"/>
            </a:pPr>
            <a:r>
              <a:rPr lang="en-US" altLang="ja-JP" sz="2400"/>
              <a:t>Điểm chức năng (FP: Function point)</a:t>
            </a:r>
          </a:p>
          <a:p>
            <a:pPr marL="342900" indent="-342900" eaLnBrk="1" hangingPunct="1">
              <a:buFont typeface="Arial" panose="020B0604020202020204" pitchFamily="34" charset="0"/>
              <a:buChar char="•"/>
            </a:pPr>
            <a:r>
              <a:rPr lang="en-US" altLang="ja-JP" sz="2400"/>
              <a:t>Số l</a:t>
            </a:r>
            <a:r>
              <a:rPr lang="vi-VN" altLang="ja-JP" sz="2400"/>
              <a:t>ư</a:t>
            </a:r>
            <a:r>
              <a:rPr lang="en-US" altLang="ja-JP" sz="2400"/>
              <a:t>ợng trang</a:t>
            </a:r>
          </a:p>
          <a:p>
            <a:pPr marL="342900" indent="-342900" eaLnBrk="1" hangingPunct="1">
              <a:buFont typeface="Arial" panose="020B0604020202020204" pitchFamily="34" charset="0"/>
              <a:buChar char="•"/>
            </a:pPr>
            <a:r>
              <a:rPr lang="en-US" altLang="ja-JP" sz="2400"/>
              <a:t>Số l</a:t>
            </a:r>
            <a:r>
              <a:rPr lang="vi-VN" altLang="ja-JP" sz="2400"/>
              <a:t>ư</a:t>
            </a:r>
            <a:r>
              <a:rPr lang="en-US" altLang="ja-JP" sz="2400"/>
              <a:t>ợng vào ra I/O</a:t>
            </a:r>
          </a:p>
          <a:p>
            <a:pPr marL="342900" indent="-342900" eaLnBrk="1" hangingPunct="1">
              <a:buFont typeface="Arial" panose="020B0604020202020204" pitchFamily="34" charset="0"/>
              <a:buChar char="•"/>
            </a:pPr>
            <a:r>
              <a:rPr lang="en-US" altLang="ja-JP" sz="2400"/>
              <a:t>Số l</a:t>
            </a:r>
            <a:r>
              <a:rPr lang="vi-VN" altLang="ja-JP" sz="2400"/>
              <a:t>ư</a:t>
            </a:r>
            <a:r>
              <a:rPr lang="en-US" altLang="ja-JP" sz="2400"/>
              <a:t>ợng giao diện/interface</a:t>
            </a:r>
          </a:p>
        </p:txBody>
      </p:sp>
      <p:pic>
        <p:nvPicPr>
          <p:cNvPr id="2050" name="Picture 2" descr="Image result for metric code">
            <a:extLst>
              <a:ext uri="{FF2B5EF4-FFF2-40B4-BE49-F238E27FC236}">
                <a16:creationId xmlns:a16="http://schemas.microsoft.com/office/drawing/2014/main" xmlns="" id="{0FACB99C-52E0-420A-AA5E-1C37A93A5F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13143" y="4659931"/>
            <a:ext cx="3570183" cy="166466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5D59F620-9EBD-4BB4-B89E-0A7FEB897CD9}"/>
              </a:ext>
            </a:extLst>
          </p:cNvPr>
          <p:cNvSpPr>
            <a:spLocks noGrp="1"/>
          </p:cNvSpPr>
          <p:nvPr>
            <p:ph type="sldNum" sz="quarter" idx="12"/>
          </p:nvPr>
        </p:nvSpPr>
        <p:spPr/>
        <p:txBody>
          <a:bodyPr/>
          <a:lstStyle/>
          <a:p>
            <a:fld id="{9EA0BE3B-158A-4EDF-80DC-E394A0D1600F}" type="slidenum">
              <a:rPr lang="en-US" smtClean="0"/>
              <a:pPr/>
              <a:t>43</a:t>
            </a:fld>
            <a:endParaRPr lang="en-US" dirty="0"/>
          </a:p>
        </p:txBody>
      </p:sp>
      <p:sp>
        <p:nvSpPr>
          <p:cNvPr id="65538" name="Rectangle 2"/>
          <p:cNvSpPr>
            <a:spLocks noGrp="1" noChangeArrowheads="1"/>
          </p:cNvSpPr>
          <p:nvPr>
            <p:ph type="title"/>
          </p:nvPr>
        </p:nvSpPr>
        <p:spPr/>
        <p:txBody>
          <a:bodyPr/>
          <a:lstStyle/>
          <a:p>
            <a:pPr eaLnBrk="1" hangingPunct="1"/>
            <a:r>
              <a:rPr lang="en-US" altLang="ja-JP" sz="3200"/>
              <a:t>(2) Ước l</a:t>
            </a:r>
            <a:r>
              <a:rPr lang="vi-VN" altLang="ja-JP" sz="3200"/>
              <a:t>ư</a:t>
            </a:r>
            <a:r>
              <a:rPr lang="en-US" altLang="ja-JP" sz="3200"/>
              <a:t>ợng: Năng suất</a:t>
            </a:r>
          </a:p>
        </p:txBody>
      </p:sp>
      <p:sp>
        <p:nvSpPr>
          <p:cNvPr id="65539" name="Rectangle 3"/>
          <p:cNvSpPr>
            <a:spLocks noGrp="1" noChangeArrowheads="1"/>
          </p:cNvSpPr>
          <p:nvPr>
            <p:ph type="body" sz="quarter" idx="13"/>
          </p:nvPr>
        </p:nvSpPr>
        <p:spPr/>
        <p:txBody>
          <a:bodyPr/>
          <a:lstStyle/>
          <a:p>
            <a:pPr eaLnBrk="1" hangingPunct="1">
              <a:buClr>
                <a:schemeClr val="tx1"/>
              </a:buClr>
              <a:buFont typeface="Wingdings" pitchFamily="2" charset="2"/>
              <a:buChar char="Ø"/>
            </a:pPr>
            <a:r>
              <a:rPr lang="en-US" altLang="ja-JP"/>
              <a:t>Làm thế nào để tính đ</a:t>
            </a:r>
            <a:r>
              <a:rPr lang="vi-VN" altLang="ja-JP"/>
              <a:t>ư</a:t>
            </a:r>
            <a:r>
              <a:rPr lang="en-US" altLang="ja-JP"/>
              <a:t>ợc năng suất?</a:t>
            </a:r>
          </a:p>
          <a:p>
            <a:pPr lvl="1" eaLnBrk="1" hangingPunct="1">
              <a:buClr>
                <a:schemeClr val="tx1"/>
              </a:buClr>
              <a:buFont typeface="Wingdings" pitchFamily="2" charset="2"/>
              <a:buChar char="Ø"/>
            </a:pPr>
            <a:endParaRPr lang="en-US" altLang="ja-JP"/>
          </a:p>
          <a:p>
            <a:pPr lvl="1" eaLnBrk="1" hangingPunct="1">
              <a:buClr>
                <a:schemeClr val="tx1"/>
              </a:buClr>
              <a:buFont typeface="Wingdings" pitchFamily="2" charset="2"/>
              <a:buChar char="Ø"/>
            </a:pPr>
            <a:endParaRPr lang="en-US" altLang="ja-JP"/>
          </a:p>
          <a:p>
            <a:pPr lvl="1" eaLnBrk="1" hangingPunct="1">
              <a:buClr>
                <a:schemeClr val="tx1"/>
              </a:buClr>
              <a:buFont typeface="Wingdings" pitchFamily="2" charset="2"/>
              <a:buChar char="Ø"/>
            </a:pPr>
            <a:endParaRPr lang="en-US" altLang="ja-JP"/>
          </a:p>
          <a:p>
            <a:pPr lvl="1" eaLnBrk="1" hangingPunct="1">
              <a:buClr>
                <a:schemeClr val="tx1"/>
              </a:buClr>
              <a:buFont typeface="Wingdings" pitchFamily="2" charset="2"/>
              <a:buChar char="Ø"/>
            </a:pPr>
            <a:endParaRPr lang="en-US" altLang="ja-JP"/>
          </a:p>
          <a:p>
            <a:pPr lvl="1" eaLnBrk="1" hangingPunct="1">
              <a:buClr>
                <a:schemeClr val="tx1"/>
              </a:buClr>
              <a:buFont typeface="Wingdings" pitchFamily="2" charset="2"/>
              <a:buChar char="Ø"/>
            </a:pPr>
            <a:r>
              <a:rPr lang="en-US" altLang="ja-JP"/>
              <a:t>Năng suất là l</a:t>
            </a:r>
            <a:r>
              <a:rPr lang="vi-VN" altLang="ja-JP"/>
              <a:t>ư</a:t>
            </a:r>
            <a:r>
              <a:rPr lang="en-US" altLang="ja-JP"/>
              <a:t>ợng việc làm xong trong mỗi đ</a:t>
            </a:r>
            <a:r>
              <a:rPr lang="vi-VN" altLang="ja-JP"/>
              <a:t>ơ</a:t>
            </a:r>
            <a:r>
              <a:rPr lang="en-US" altLang="ja-JP"/>
              <a:t>n vị thời gian ngày/giờ/tháng.</a:t>
            </a:r>
          </a:p>
          <a:p>
            <a:pPr lvl="1" eaLnBrk="1" hangingPunct="1">
              <a:buClr>
                <a:schemeClr val="tx1"/>
              </a:buClr>
              <a:buFont typeface="Wingdings" pitchFamily="2" charset="2"/>
              <a:buChar char="Ø"/>
            </a:pPr>
            <a:r>
              <a:rPr lang="en-US" altLang="ja-JP"/>
              <a:t>Để có thông tin năng suất, phải dùng </a:t>
            </a:r>
            <a:r>
              <a:rPr lang="en-US" altLang="ja-JP" u="sng">
                <a:solidFill>
                  <a:srgbClr val="FF0000"/>
                </a:solidFill>
              </a:rPr>
              <a:t>dữ liệu quá khứ đã thu thập</a:t>
            </a:r>
            <a:r>
              <a:rPr lang="en-US" altLang="ja-JP"/>
              <a:t>.</a:t>
            </a:r>
          </a:p>
          <a:p>
            <a:pPr lvl="1" eaLnBrk="1" hangingPunct="1">
              <a:buClr>
                <a:schemeClr val="tx1"/>
              </a:buClr>
              <a:buFont typeface="Wingdings" pitchFamily="2" charset="2"/>
              <a:buChar char="Ø"/>
            </a:pPr>
            <a:r>
              <a:rPr lang="en-US" altLang="ja-JP"/>
              <a:t>Khoảng 30 bộ dữ liệu quá khứ sẽ cho khả năng ước l</a:t>
            </a:r>
            <a:r>
              <a:rPr lang="vi-VN" altLang="ja-JP"/>
              <a:t>ư</a:t>
            </a:r>
            <a:r>
              <a:rPr lang="en-US" altLang="ja-JP"/>
              <a:t>ợng tốt. (Phải tỉnh chỉnh lại tùy theo khả năng của từng thành viên)</a:t>
            </a:r>
          </a:p>
        </p:txBody>
      </p:sp>
      <p:sp>
        <p:nvSpPr>
          <p:cNvPr id="65540" name="Text Box 5"/>
          <p:cNvSpPr txBox="1">
            <a:spLocks noChangeArrowheads="1"/>
          </p:cNvSpPr>
          <p:nvPr/>
        </p:nvSpPr>
        <p:spPr bwMode="auto">
          <a:xfrm>
            <a:off x="4537075" y="1574800"/>
            <a:ext cx="2320926" cy="400110"/>
          </a:xfrm>
          <a:prstGeom prst="rect">
            <a:avLst/>
          </a:prstGeom>
          <a:solidFill>
            <a:srgbClr val="FFFF66"/>
          </a:solidFill>
          <a:ln w="9525">
            <a:solidFill>
              <a:schemeClr val="tx1"/>
            </a:solidFill>
            <a:miter lim="800000"/>
            <a:headEnd/>
            <a:tailEnd/>
          </a:ln>
          <a:effectLst>
            <a:outerShdw dist="107763" dir="18900000" algn="ctr" rotWithShape="0">
              <a:schemeClr val="bg2">
                <a:alpha val="50000"/>
              </a:schemeClr>
            </a:outerShdw>
          </a:effectLst>
        </p:spPr>
        <p:txBody>
          <a:bodyPr wrap="square">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algn="ctr" eaLnBrk="1" hangingPunct="1">
              <a:spcBef>
                <a:spcPct val="50000"/>
              </a:spcBef>
            </a:pPr>
            <a:r>
              <a:rPr lang="en-US" altLang="ja-JP" sz="2000" b="1"/>
              <a:t>Khối l</a:t>
            </a:r>
            <a:r>
              <a:rPr lang="vi-VN" altLang="ja-JP" sz="2000" b="1"/>
              <a:t>ư</a:t>
            </a:r>
            <a:r>
              <a:rPr lang="en-US" altLang="ja-JP" sz="2000" b="1"/>
              <a:t>ợng việc</a:t>
            </a:r>
          </a:p>
        </p:txBody>
      </p:sp>
      <p:sp>
        <p:nvSpPr>
          <p:cNvPr id="65541" name="Text Box 6"/>
          <p:cNvSpPr txBox="1">
            <a:spLocks noChangeArrowheads="1"/>
          </p:cNvSpPr>
          <p:nvPr/>
        </p:nvSpPr>
        <p:spPr bwMode="auto">
          <a:xfrm>
            <a:off x="1828800" y="1955800"/>
            <a:ext cx="2016125" cy="406400"/>
          </a:xfrm>
          <a:prstGeom prst="rect">
            <a:avLst/>
          </a:prstGeom>
          <a:solidFill>
            <a:srgbClr val="FFFF66"/>
          </a:solidFill>
          <a:ln w="9525">
            <a:solidFill>
              <a:schemeClr val="tx1"/>
            </a:solidFill>
            <a:miter lim="800000"/>
            <a:headEnd/>
            <a:tailEnd/>
          </a:ln>
          <a:effectLst>
            <a:outerShdw dist="107763" dir="18900000" algn="ctr" rotWithShape="0">
              <a:schemeClr val="bg2">
                <a:alpha val="50000"/>
              </a:schemeClr>
            </a:outerShdw>
          </a:effectLst>
        </p:spPr>
        <p:txBody>
          <a:bodyPr>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algn="ctr" eaLnBrk="1" hangingPunct="1">
              <a:spcBef>
                <a:spcPct val="50000"/>
              </a:spcBef>
            </a:pPr>
            <a:r>
              <a:rPr lang="en-US" altLang="ja-JP" sz="2000" b="1"/>
              <a:t>Năng suất</a:t>
            </a:r>
          </a:p>
        </p:txBody>
      </p:sp>
      <p:sp>
        <p:nvSpPr>
          <p:cNvPr id="65542" name="Text Box 7"/>
          <p:cNvSpPr txBox="1">
            <a:spLocks noChangeArrowheads="1"/>
          </p:cNvSpPr>
          <p:nvPr/>
        </p:nvSpPr>
        <p:spPr bwMode="auto">
          <a:xfrm>
            <a:off x="4537075" y="2413000"/>
            <a:ext cx="2320926" cy="406400"/>
          </a:xfrm>
          <a:prstGeom prst="rect">
            <a:avLst/>
          </a:prstGeom>
          <a:solidFill>
            <a:srgbClr val="FFFF66"/>
          </a:solidFill>
          <a:ln w="9525">
            <a:solidFill>
              <a:schemeClr val="tx1"/>
            </a:solidFill>
            <a:miter lim="800000"/>
            <a:headEnd/>
            <a:tailEnd/>
          </a:ln>
          <a:effectLst>
            <a:outerShdw dist="107763" dir="18900000" algn="ctr" rotWithShape="0">
              <a:schemeClr val="bg2">
                <a:alpha val="50000"/>
              </a:schemeClr>
            </a:outerShdw>
          </a:effectLst>
        </p:spPr>
        <p:txBody>
          <a:bodyPr wrap="square">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algn="ctr" eaLnBrk="1" hangingPunct="1">
              <a:spcBef>
                <a:spcPct val="50000"/>
              </a:spcBef>
            </a:pPr>
            <a:r>
              <a:rPr lang="en-US" altLang="ja-JP" sz="2000" b="1"/>
              <a:t>Giờ làm việc</a:t>
            </a:r>
          </a:p>
        </p:txBody>
      </p:sp>
      <p:sp>
        <p:nvSpPr>
          <p:cNvPr id="65543" name="Text Box 20"/>
          <p:cNvSpPr txBox="1">
            <a:spLocks noChangeArrowheads="1"/>
          </p:cNvSpPr>
          <p:nvPr/>
        </p:nvSpPr>
        <p:spPr bwMode="auto">
          <a:xfrm>
            <a:off x="3962400" y="1900238"/>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r>
              <a:rPr lang="ja-JP" altLang="en-US" sz="2400" b="1"/>
              <a:t>＝</a:t>
            </a:r>
          </a:p>
        </p:txBody>
      </p:sp>
      <p:sp>
        <p:nvSpPr>
          <p:cNvPr id="65544" name="Line 21"/>
          <p:cNvSpPr>
            <a:spLocks noChangeShapeType="1"/>
          </p:cNvSpPr>
          <p:nvPr/>
        </p:nvSpPr>
        <p:spPr bwMode="auto">
          <a:xfrm>
            <a:off x="4495800" y="2146300"/>
            <a:ext cx="25146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EEA5FB8F-11B3-420D-9856-37336AB63F28}"/>
              </a:ext>
            </a:extLst>
          </p:cNvPr>
          <p:cNvSpPr>
            <a:spLocks noGrp="1"/>
          </p:cNvSpPr>
          <p:nvPr>
            <p:ph type="sldNum" sz="quarter" idx="12"/>
          </p:nvPr>
        </p:nvSpPr>
        <p:spPr/>
        <p:txBody>
          <a:bodyPr/>
          <a:lstStyle/>
          <a:p>
            <a:fld id="{9EA0BE3B-158A-4EDF-80DC-E394A0D1600F}" type="slidenum">
              <a:rPr lang="en-US" smtClean="0"/>
              <a:pPr/>
              <a:t>44</a:t>
            </a:fld>
            <a:endParaRPr lang="en-US" dirty="0"/>
          </a:p>
        </p:txBody>
      </p:sp>
      <p:sp>
        <p:nvSpPr>
          <p:cNvPr id="66562" name="Rectangle 2"/>
          <p:cNvSpPr>
            <a:spLocks noGrp="1" noChangeArrowheads="1"/>
          </p:cNvSpPr>
          <p:nvPr>
            <p:ph type="title"/>
          </p:nvPr>
        </p:nvSpPr>
        <p:spPr/>
        <p:txBody>
          <a:bodyPr/>
          <a:lstStyle/>
          <a:p>
            <a:pPr eaLnBrk="1" hangingPunct="1"/>
            <a:r>
              <a:rPr lang="en-US" altLang="ja-JP" sz="3200"/>
              <a:t>(3) Ước l</a:t>
            </a:r>
            <a:r>
              <a:rPr lang="vi-VN" altLang="ja-JP" sz="3200"/>
              <a:t>ư</a:t>
            </a:r>
            <a:r>
              <a:rPr lang="en-US" altLang="ja-JP" sz="3200"/>
              <a:t>ợng: Giờ làm việc</a:t>
            </a:r>
          </a:p>
        </p:txBody>
      </p:sp>
      <p:sp>
        <p:nvSpPr>
          <p:cNvPr id="66563" name="Rectangle 3"/>
          <p:cNvSpPr>
            <a:spLocks noGrp="1" noChangeArrowheads="1"/>
          </p:cNvSpPr>
          <p:nvPr>
            <p:ph type="body" sz="quarter" idx="13"/>
          </p:nvPr>
        </p:nvSpPr>
        <p:spPr/>
        <p:txBody>
          <a:bodyPr/>
          <a:lstStyle/>
          <a:p>
            <a:pPr eaLnBrk="1" hangingPunct="1">
              <a:buClr>
                <a:schemeClr val="tx1"/>
              </a:buClr>
              <a:buFont typeface="Wingdings" pitchFamily="2" charset="2"/>
              <a:buChar char="Ø"/>
            </a:pPr>
            <a:r>
              <a:rPr lang="en-US" altLang="ja-JP" sz="2400"/>
              <a:t>Sau khi đã có khối l</a:t>
            </a:r>
            <a:r>
              <a:rPr lang="vi-VN" altLang="ja-JP" sz="2400"/>
              <a:t>ư</a:t>
            </a:r>
            <a:r>
              <a:rPr lang="en-US" altLang="ja-JP" sz="2400"/>
              <a:t>ợng việc và năng suất lao động, dễ tính đ</a:t>
            </a:r>
            <a:r>
              <a:rPr lang="vi-VN" altLang="ja-JP" sz="2400"/>
              <a:t>ư</a:t>
            </a:r>
            <a:r>
              <a:rPr lang="en-US" altLang="ja-JP" sz="2400"/>
              <a:t>ợc thời gian cần có để thực hiện. </a:t>
            </a:r>
          </a:p>
          <a:p>
            <a:pPr eaLnBrk="1" hangingPunct="1">
              <a:buClr>
                <a:schemeClr val="tx1"/>
              </a:buClr>
              <a:buFont typeface="Wingdings" pitchFamily="2" charset="2"/>
              <a:buChar char="Ø"/>
            </a:pPr>
            <a:endParaRPr lang="en-US" altLang="ja-JP" sz="2400"/>
          </a:p>
          <a:p>
            <a:pPr eaLnBrk="1" hangingPunct="1">
              <a:buClr>
                <a:schemeClr val="tx1"/>
              </a:buClr>
              <a:buFont typeface="Wingdings" pitchFamily="2" charset="2"/>
              <a:buChar char="Ø"/>
            </a:pPr>
            <a:endParaRPr lang="en-US" altLang="ja-JP" sz="2400"/>
          </a:p>
          <a:p>
            <a:pPr eaLnBrk="1" hangingPunct="1">
              <a:buClr>
                <a:schemeClr val="tx1"/>
              </a:buClr>
              <a:buFont typeface="Wingdings" pitchFamily="2" charset="2"/>
              <a:buChar char="Ø"/>
            </a:pPr>
            <a:endParaRPr lang="en-US" altLang="ja-JP" sz="2400"/>
          </a:p>
          <a:p>
            <a:pPr eaLnBrk="1" hangingPunct="1">
              <a:buClr>
                <a:schemeClr val="tx1"/>
              </a:buClr>
              <a:buFont typeface="Wingdings" pitchFamily="2" charset="2"/>
              <a:buChar char="Ø"/>
            </a:pPr>
            <a:endParaRPr lang="en-US" altLang="ja-JP" sz="2400"/>
          </a:p>
          <a:p>
            <a:pPr eaLnBrk="1" hangingPunct="1">
              <a:buClr>
                <a:schemeClr val="tx1"/>
              </a:buClr>
              <a:buFont typeface="Wingdings" pitchFamily="2" charset="2"/>
              <a:buChar char="Ø"/>
            </a:pPr>
            <a:endParaRPr lang="en-US" altLang="ja-JP" sz="2400"/>
          </a:p>
          <a:p>
            <a:pPr eaLnBrk="1" hangingPunct="1">
              <a:buClr>
                <a:schemeClr val="tx1"/>
              </a:buClr>
              <a:buFont typeface="Wingdings" pitchFamily="2" charset="2"/>
              <a:buChar char="Ø"/>
            </a:pPr>
            <a:endParaRPr lang="en-US" altLang="ja-JP" sz="2400"/>
          </a:p>
          <a:p>
            <a:pPr eaLnBrk="1" hangingPunct="1">
              <a:buClr>
                <a:schemeClr val="tx1"/>
              </a:buClr>
              <a:buFont typeface="Wingdings" pitchFamily="2" charset="2"/>
              <a:buChar char="Ø"/>
            </a:pPr>
            <a:r>
              <a:rPr lang="en-US" altLang="ja-JP" sz="2400"/>
              <a:t>Trong phát triển hệ thống, th</a:t>
            </a:r>
            <a:r>
              <a:rPr lang="vi-VN" altLang="ja-JP" sz="2400"/>
              <a:t>ư</a:t>
            </a:r>
            <a:r>
              <a:rPr lang="en-US" altLang="ja-JP" sz="2400"/>
              <a:t>ớc đo năng suất và giờ làm phải bao gồm cả phát triển + quản lý + xây dựng hạ tầng</a:t>
            </a:r>
          </a:p>
          <a:p>
            <a:pPr eaLnBrk="1" hangingPunct="1">
              <a:buClr>
                <a:schemeClr val="tx1"/>
              </a:buClr>
              <a:buFont typeface="Wingdings" pitchFamily="2" charset="2"/>
              <a:buChar char="Ø"/>
            </a:pPr>
            <a:endParaRPr lang="en-US" altLang="ja-JP" sz="2400"/>
          </a:p>
          <a:p>
            <a:pPr eaLnBrk="1" hangingPunct="1">
              <a:buClr>
                <a:schemeClr val="tx1"/>
              </a:buClr>
              <a:buFont typeface="Wingdings" pitchFamily="2" charset="2"/>
              <a:buChar char="Ø"/>
            </a:pPr>
            <a:endParaRPr lang="en-US" altLang="ja-JP" sz="2400"/>
          </a:p>
        </p:txBody>
      </p:sp>
      <p:sp>
        <p:nvSpPr>
          <p:cNvPr id="9" name="Text Box 5">
            <a:extLst>
              <a:ext uri="{FF2B5EF4-FFF2-40B4-BE49-F238E27FC236}">
                <a16:creationId xmlns:a16="http://schemas.microsoft.com/office/drawing/2014/main" xmlns="" id="{804EF1D8-D4C9-485C-BF8F-5C56A38E4D57}"/>
              </a:ext>
            </a:extLst>
          </p:cNvPr>
          <p:cNvSpPr txBox="1">
            <a:spLocks noChangeArrowheads="1"/>
          </p:cNvSpPr>
          <p:nvPr/>
        </p:nvSpPr>
        <p:spPr bwMode="auto">
          <a:xfrm>
            <a:off x="4460875" y="3086100"/>
            <a:ext cx="2320926" cy="400110"/>
          </a:xfrm>
          <a:prstGeom prst="rect">
            <a:avLst/>
          </a:prstGeom>
          <a:solidFill>
            <a:srgbClr val="FFFF66"/>
          </a:solidFill>
          <a:ln w="9525">
            <a:solidFill>
              <a:schemeClr val="tx1"/>
            </a:solidFill>
            <a:miter lim="800000"/>
            <a:headEnd/>
            <a:tailEnd/>
          </a:ln>
          <a:effectLst>
            <a:outerShdw dist="107763" dir="18900000" algn="ctr" rotWithShape="0">
              <a:schemeClr val="bg2">
                <a:alpha val="50000"/>
              </a:schemeClr>
            </a:outerShdw>
          </a:effectLst>
        </p:spPr>
        <p:txBody>
          <a:bodyPr wrap="square">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algn="ctr" eaLnBrk="1" hangingPunct="1">
              <a:spcBef>
                <a:spcPct val="50000"/>
              </a:spcBef>
            </a:pPr>
            <a:r>
              <a:rPr lang="en-US" altLang="ja-JP" sz="2000" b="1"/>
              <a:t>Khối l</a:t>
            </a:r>
            <a:r>
              <a:rPr lang="vi-VN" altLang="ja-JP" sz="2000" b="1"/>
              <a:t>ư</a:t>
            </a:r>
            <a:r>
              <a:rPr lang="en-US" altLang="ja-JP" sz="2000" b="1"/>
              <a:t>ợng việc</a:t>
            </a:r>
          </a:p>
        </p:txBody>
      </p:sp>
      <p:sp>
        <p:nvSpPr>
          <p:cNvPr id="10" name="Text Box 6">
            <a:extLst>
              <a:ext uri="{FF2B5EF4-FFF2-40B4-BE49-F238E27FC236}">
                <a16:creationId xmlns:a16="http://schemas.microsoft.com/office/drawing/2014/main" xmlns="" id="{33B17963-E66D-4BB8-B370-D3B1DA530BC2}"/>
              </a:ext>
            </a:extLst>
          </p:cNvPr>
          <p:cNvSpPr txBox="1">
            <a:spLocks noChangeArrowheads="1"/>
          </p:cNvSpPr>
          <p:nvPr/>
        </p:nvSpPr>
        <p:spPr bwMode="auto">
          <a:xfrm>
            <a:off x="1752600" y="3467100"/>
            <a:ext cx="2016125" cy="406400"/>
          </a:xfrm>
          <a:prstGeom prst="rect">
            <a:avLst/>
          </a:prstGeom>
          <a:solidFill>
            <a:srgbClr val="FFFF66"/>
          </a:solidFill>
          <a:ln w="9525">
            <a:solidFill>
              <a:schemeClr val="tx1"/>
            </a:solidFill>
            <a:miter lim="800000"/>
            <a:headEnd/>
            <a:tailEnd/>
          </a:ln>
          <a:effectLst>
            <a:outerShdw dist="107763" dir="18900000" algn="ctr" rotWithShape="0">
              <a:schemeClr val="bg2">
                <a:alpha val="50000"/>
              </a:schemeClr>
            </a:outerShdw>
          </a:effectLst>
        </p:spPr>
        <p:txBody>
          <a:bodyPr>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algn="ctr" eaLnBrk="1" hangingPunct="1">
              <a:spcBef>
                <a:spcPct val="50000"/>
              </a:spcBef>
            </a:pPr>
            <a:r>
              <a:rPr lang="en-US" altLang="ja-JP" sz="2000" b="1"/>
              <a:t>Năng suất</a:t>
            </a:r>
          </a:p>
        </p:txBody>
      </p:sp>
      <p:sp>
        <p:nvSpPr>
          <p:cNvPr id="11" name="Text Box 7">
            <a:extLst>
              <a:ext uri="{FF2B5EF4-FFF2-40B4-BE49-F238E27FC236}">
                <a16:creationId xmlns:a16="http://schemas.microsoft.com/office/drawing/2014/main" xmlns="" id="{660CA3EF-22EC-43B0-B7C2-AA6BDA86AF55}"/>
              </a:ext>
            </a:extLst>
          </p:cNvPr>
          <p:cNvSpPr txBox="1">
            <a:spLocks noChangeArrowheads="1"/>
          </p:cNvSpPr>
          <p:nvPr/>
        </p:nvSpPr>
        <p:spPr bwMode="auto">
          <a:xfrm>
            <a:off x="4460875" y="3924300"/>
            <a:ext cx="2320926" cy="406400"/>
          </a:xfrm>
          <a:prstGeom prst="rect">
            <a:avLst/>
          </a:prstGeom>
          <a:solidFill>
            <a:srgbClr val="FFFF66"/>
          </a:solidFill>
          <a:ln w="9525">
            <a:solidFill>
              <a:schemeClr val="tx1"/>
            </a:solidFill>
            <a:miter lim="800000"/>
            <a:headEnd/>
            <a:tailEnd/>
          </a:ln>
          <a:effectLst>
            <a:outerShdw dist="107763" dir="18900000" algn="ctr" rotWithShape="0">
              <a:schemeClr val="bg2">
                <a:alpha val="50000"/>
              </a:schemeClr>
            </a:outerShdw>
          </a:effectLst>
        </p:spPr>
        <p:txBody>
          <a:bodyPr wrap="square">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algn="ctr" eaLnBrk="1" hangingPunct="1">
              <a:spcBef>
                <a:spcPct val="50000"/>
              </a:spcBef>
            </a:pPr>
            <a:r>
              <a:rPr lang="en-US" altLang="ja-JP" sz="2000" b="1"/>
              <a:t>Giờ làm việc</a:t>
            </a:r>
          </a:p>
        </p:txBody>
      </p:sp>
      <p:sp>
        <p:nvSpPr>
          <p:cNvPr id="12" name="Text Box 20">
            <a:extLst>
              <a:ext uri="{FF2B5EF4-FFF2-40B4-BE49-F238E27FC236}">
                <a16:creationId xmlns:a16="http://schemas.microsoft.com/office/drawing/2014/main" xmlns="" id="{923E3E2C-F030-4465-B1A9-8B6A0FC01ED6}"/>
              </a:ext>
            </a:extLst>
          </p:cNvPr>
          <p:cNvSpPr txBox="1">
            <a:spLocks noChangeArrowheads="1"/>
          </p:cNvSpPr>
          <p:nvPr/>
        </p:nvSpPr>
        <p:spPr bwMode="auto">
          <a:xfrm>
            <a:off x="3886200" y="3411538"/>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r>
              <a:rPr lang="ja-JP" altLang="en-US" sz="2400" b="1"/>
              <a:t>＝</a:t>
            </a:r>
          </a:p>
        </p:txBody>
      </p:sp>
      <p:sp>
        <p:nvSpPr>
          <p:cNvPr id="13" name="Line 21">
            <a:extLst>
              <a:ext uri="{FF2B5EF4-FFF2-40B4-BE49-F238E27FC236}">
                <a16:creationId xmlns:a16="http://schemas.microsoft.com/office/drawing/2014/main" xmlns="" id="{B9022990-0353-4814-BBCC-3AF73F5E1890}"/>
              </a:ext>
            </a:extLst>
          </p:cNvPr>
          <p:cNvSpPr>
            <a:spLocks noChangeShapeType="1"/>
          </p:cNvSpPr>
          <p:nvPr/>
        </p:nvSpPr>
        <p:spPr bwMode="auto">
          <a:xfrm>
            <a:off x="4419600" y="3657600"/>
            <a:ext cx="25146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AD1D46AA-3702-49CA-80C7-9B4BFCCB32AA}"/>
              </a:ext>
            </a:extLst>
          </p:cNvPr>
          <p:cNvSpPr>
            <a:spLocks noGrp="1"/>
          </p:cNvSpPr>
          <p:nvPr>
            <p:ph type="sldNum" sz="quarter" idx="12"/>
          </p:nvPr>
        </p:nvSpPr>
        <p:spPr/>
        <p:txBody>
          <a:bodyPr/>
          <a:lstStyle/>
          <a:p>
            <a:fld id="{9EA0BE3B-158A-4EDF-80DC-E394A0D1600F}" type="slidenum">
              <a:rPr lang="en-US" smtClean="0"/>
              <a:pPr/>
              <a:t>45</a:t>
            </a:fld>
            <a:endParaRPr lang="en-US" dirty="0"/>
          </a:p>
        </p:txBody>
      </p:sp>
      <p:sp>
        <p:nvSpPr>
          <p:cNvPr id="67586" name="Rectangle 2"/>
          <p:cNvSpPr>
            <a:spLocks noGrp="1" noChangeArrowheads="1"/>
          </p:cNvSpPr>
          <p:nvPr>
            <p:ph type="title"/>
          </p:nvPr>
        </p:nvSpPr>
        <p:spPr/>
        <p:txBody>
          <a:bodyPr/>
          <a:lstStyle/>
          <a:p>
            <a:pPr eaLnBrk="1" hangingPunct="1"/>
            <a:r>
              <a:rPr lang="en-US" altLang="ja-JP" sz="3200"/>
              <a:t>(4) Ước l</a:t>
            </a:r>
            <a:r>
              <a:rPr lang="vi-VN" altLang="ja-JP" sz="3200"/>
              <a:t>ư</a:t>
            </a:r>
            <a:r>
              <a:rPr lang="en-US" altLang="ja-JP" sz="3200"/>
              <a:t>ợng: Thời gian thực hiện</a:t>
            </a:r>
          </a:p>
        </p:txBody>
      </p:sp>
      <p:sp>
        <p:nvSpPr>
          <p:cNvPr id="67587" name="Rectangle 3"/>
          <p:cNvSpPr>
            <a:spLocks noGrp="1" noChangeArrowheads="1"/>
          </p:cNvSpPr>
          <p:nvPr>
            <p:ph type="body" sz="quarter" idx="13"/>
          </p:nvPr>
        </p:nvSpPr>
        <p:spPr/>
        <p:txBody>
          <a:bodyPr/>
          <a:lstStyle/>
          <a:p>
            <a:pPr eaLnBrk="1" hangingPunct="1">
              <a:buClr>
                <a:schemeClr val="tx1"/>
              </a:buClr>
              <a:buNone/>
            </a:pPr>
            <a:r>
              <a:rPr lang="en-US" altLang="ja-JP"/>
              <a:t>&lt;Qui trình </a:t>
            </a:r>
            <a:r>
              <a:rPr lang="vi-VN" altLang="ja-JP"/>
              <a:t>ư</a:t>
            </a:r>
            <a:r>
              <a:rPr lang="en-US" altLang="ja-JP"/>
              <a:t>ớc lượng cơ bản&gt;</a:t>
            </a:r>
          </a:p>
        </p:txBody>
      </p:sp>
      <p:sp>
        <p:nvSpPr>
          <p:cNvPr id="67588" name="Text Box 5"/>
          <p:cNvSpPr txBox="1">
            <a:spLocks noChangeArrowheads="1"/>
          </p:cNvSpPr>
          <p:nvPr/>
        </p:nvSpPr>
        <p:spPr bwMode="auto">
          <a:xfrm>
            <a:off x="4891088" y="3022600"/>
            <a:ext cx="2016125" cy="400110"/>
          </a:xfrm>
          <a:prstGeom prst="rect">
            <a:avLst/>
          </a:prstGeom>
          <a:solidFill>
            <a:srgbClr val="FFFF66"/>
          </a:solidFill>
          <a:ln w="9525">
            <a:solidFill>
              <a:schemeClr val="tx1"/>
            </a:solidFill>
            <a:miter lim="800000"/>
            <a:headEnd/>
            <a:tailEnd/>
          </a:ln>
          <a:effectLst>
            <a:outerShdw dist="107763" dir="18900000" algn="ctr" rotWithShape="0">
              <a:schemeClr val="bg2">
                <a:alpha val="50000"/>
              </a:schemeClr>
            </a:outerShdw>
          </a:effectLst>
        </p:spPr>
        <p:txBody>
          <a:bodyPr>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algn="ctr" eaLnBrk="1" hangingPunct="1">
              <a:spcBef>
                <a:spcPct val="50000"/>
              </a:spcBef>
            </a:pPr>
            <a:r>
              <a:rPr lang="en-US" altLang="ja-JP" sz="2000" b="1"/>
              <a:t>Số nhân sự</a:t>
            </a:r>
          </a:p>
        </p:txBody>
      </p:sp>
      <p:sp>
        <p:nvSpPr>
          <p:cNvPr id="67589" name="Text Box 6"/>
          <p:cNvSpPr txBox="1">
            <a:spLocks noChangeArrowheads="1"/>
          </p:cNvSpPr>
          <p:nvPr/>
        </p:nvSpPr>
        <p:spPr bwMode="auto">
          <a:xfrm>
            <a:off x="1177926" y="2590800"/>
            <a:ext cx="2860674" cy="400110"/>
          </a:xfrm>
          <a:prstGeom prst="rect">
            <a:avLst/>
          </a:prstGeom>
          <a:solidFill>
            <a:srgbClr val="FFFF66"/>
          </a:solidFill>
          <a:ln w="9525">
            <a:solidFill>
              <a:schemeClr val="tx1"/>
            </a:solidFill>
            <a:miter lim="800000"/>
            <a:headEnd/>
            <a:tailEnd/>
          </a:ln>
          <a:effectLst>
            <a:outerShdw dist="107763" dir="18900000" algn="ctr" rotWithShape="0">
              <a:schemeClr val="bg2">
                <a:alpha val="50000"/>
              </a:schemeClr>
            </a:outerShdw>
          </a:effectLst>
        </p:spPr>
        <p:txBody>
          <a:bodyPr wrap="square">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algn="ctr" eaLnBrk="1" hangingPunct="1">
              <a:spcBef>
                <a:spcPct val="50000"/>
              </a:spcBef>
            </a:pPr>
            <a:r>
              <a:rPr lang="en-US" altLang="ja-JP" sz="2000" b="1"/>
              <a:t>Thời gian thực hiện</a:t>
            </a:r>
          </a:p>
        </p:txBody>
      </p:sp>
      <p:sp>
        <p:nvSpPr>
          <p:cNvPr id="67590" name="Text Box 7"/>
          <p:cNvSpPr txBox="1">
            <a:spLocks noChangeArrowheads="1"/>
          </p:cNvSpPr>
          <p:nvPr/>
        </p:nvSpPr>
        <p:spPr bwMode="auto">
          <a:xfrm>
            <a:off x="4191000" y="2535238"/>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r>
              <a:rPr lang="ja-JP" altLang="en-US" sz="2400" b="1"/>
              <a:t>＝</a:t>
            </a:r>
          </a:p>
        </p:txBody>
      </p:sp>
      <p:sp>
        <p:nvSpPr>
          <p:cNvPr id="67591" name="Line 8"/>
          <p:cNvSpPr>
            <a:spLocks noChangeShapeType="1"/>
          </p:cNvSpPr>
          <p:nvPr/>
        </p:nvSpPr>
        <p:spPr bwMode="auto">
          <a:xfrm>
            <a:off x="4724400" y="2781300"/>
            <a:ext cx="25146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592" name="Text Box 9"/>
          <p:cNvSpPr txBox="1">
            <a:spLocks noChangeArrowheads="1"/>
          </p:cNvSpPr>
          <p:nvPr/>
        </p:nvSpPr>
        <p:spPr bwMode="auto">
          <a:xfrm>
            <a:off x="4876800" y="2133600"/>
            <a:ext cx="2016125" cy="406400"/>
          </a:xfrm>
          <a:prstGeom prst="rect">
            <a:avLst/>
          </a:prstGeom>
          <a:solidFill>
            <a:srgbClr val="FFFF66"/>
          </a:solidFill>
          <a:ln w="9525">
            <a:solidFill>
              <a:schemeClr val="tx1"/>
            </a:solidFill>
            <a:miter lim="800000"/>
            <a:headEnd/>
            <a:tailEnd/>
          </a:ln>
          <a:effectLst>
            <a:outerShdw dist="107763" dir="18900000" algn="ctr" rotWithShape="0">
              <a:schemeClr val="bg2">
                <a:alpha val="50000"/>
              </a:schemeClr>
            </a:outerShdw>
          </a:effectLst>
        </p:spPr>
        <p:txBody>
          <a:bodyPr>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algn="ctr" eaLnBrk="1" hangingPunct="1">
              <a:spcBef>
                <a:spcPct val="50000"/>
              </a:spcBef>
            </a:pPr>
            <a:r>
              <a:rPr lang="en-US" altLang="ja-JP" sz="2000" b="1"/>
              <a:t>Giờ làm việc</a:t>
            </a:r>
          </a:p>
        </p:txBody>
      </p:sp>
      <p:sp>
        <p:nvSpPr>
          <p:cNvPr id="67593" name="Rectangle 10"/>
          <p:cNvSpPr>
            <a:spLocks noChangeArrowheads="1"/>
          </p:cNvSpPr>
          <p:nvPr/>
        </p:nvSpPr>
        <p:spPr bwMode="auto">
          <a:xfrm>
            <a:off x="762000" y="4114800"/>
            <a:ext cx="7924800"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spcBef>
                <a:spcPct val="20000"/>
              </a:spcBef>
              <a:buSzPct val="90000"/>
              <a:buFont typeface="Wingdings" pitchFamily="2" charset="2"/>
              <a:buChar char="Ø"/>
            </a:pPr>
            <a:r>
              <a:rPr lang="en-US" altLang="ja-JP" sz="2400" b="1"/>
              <a:t>Ước l</a:t>
            </a:r>
            <a:r>
              <a:rPr lang="vi-VN" altLang="ja-JP" sz="2400" b="1"/>
              <a:t>ư</a:t>
            </a:r>
            <a:r>
              <a:rPr lang="en-US" altLang="ja-JP" sz="2400" b="1"/>
              <a:t>ợng thời gian thực hiện các hoạt động </a:t>
            </a:r>
            <a:r>
              <a:rPr lang="en-US" altLang="ja-JP" sz="2400"/>
              <a:t>là quá trình </a:t>
            </a:r>
            <a:r>
              <a:rPr lang="vi-VN" altLang="ja-JP" sz="2400"/>
              <a:t>ư</a:t>
            </a:r>
            <a:r>
              <a:rPr lang="en-US" altLang="ja-JP" sz="2400"/>
              <a:t>ớc tính xấp xỉ l</a:t>
            </a:r>
            <a:r>
              <a:rPr lang="vi-VN" altLang="ja-JP" sz="2400"/>
              <a:t>ư</a:t>
            </a:r>
            <a:r>
              <a:rPr lang="en-US" altLang="ja-JP" sz="2400"/>
              <a:t>ợng thời gian của từng hoạt động riêng lẻ dựa trên các tài nguyên đã </a:t>
            </a:r>
            <a:r>
              <a:rPr lang="vi-VN" altLang="ja-JP" sz="2400"/>
              <a:t>ư</a:t>
            </a:r>
            <a:r>
              <a:rPr lang="en-US" altLang="ja-JP" sz="2400"/>
              <a:t>ớc lượng tr</a:t>
            </a:r>
            <a:r>
              <a:rPr lang="vi-VN" altLang="ja-JP" sz="2400"/>
              <a:t>ư</a:t>
            </a:r>
            <a:r>
              <a:rPr lang="en-US" altLang="ja-JP" sz="2400"/>
              <a:t>ớc đó.</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D368DCD2-FC91-4680-9AA2-0CE4AA460048}"/>
              </a:ext>
            </a:extLst>
          </p:cNvPr>
          <p:cNvSpPr>
            <a:spLocks noGrp="1"/>
          </p:cNvSpPr>
          <p:nvPr>
            <p:ph type="sldNum" sz="quarter" idx="12"/>
          </p:nvPr>
        </p:nvSpPr>
        <p:spPr/>
        <p:txBody>
          <a:bodyPr/>
          <a:lstStyle/>
          <a:p>
            <a:fld id="{9EA0BE3B-158A-4EDF-80DC-E394A0D1600F}" type="slidenum">
              <a:rPr lang="en-US" smtClean="0"/>
              <a:pPr/>
              <a:t>46</a:t>
            </a:fld>
            <a:endParaRPr lang="en-US" dirty="0"/>
          </a:p>
        </p:txBody>
      </p:sp>
      <p:sp>
        <p:nvSpPr>
          <p:cNvPr id="73730" name="Rectangle 2"/>
          <p:cNvSpPr>
            <a:spLocks noGrp="1" noChangeArrowheads="1"/>
          </p:cNvSpPr>
          <p:nvPr>
            <p:ph type="title"/>
          </p:nvPr>
        </p:nvSpPr>
        <p:spPr/>
        <p:txBody>
          <a:bodyPr/>
          <a:lstStyle/>
          <a:p>
            <a:pPr eaLnBrk="1" hangingPunct="1"/>
            <a:r>
              <a:rPr lang="en-US" altLang="ja-JP" sz="3200" dirty="0" err="1" smtClean="0"/>
              <a:t>Ước</a:t>
            </a:r>
            <a:r>
              <a:rPr lang="en-US" altLang="ja-JP" sz="3200" dirty="0" smtClean="0"/>
              <a:t> </a:t>
            </a:r>
            <a:r>
              <a:rPr lang="en-US" altLang="ja-JP" sz="3200" dirty="0"/>
              <a:t>l</a:t>
            </a:r>
            <a:r>
              <a:rPr lang="vi-VN" altLang="ja-JP" sz="3200" dirty="0"/>
              <a:t>ư</a:t>
            </a:r>
            <a:r>
              <a:rPr lang="en-US" altLang="ja-JP" sz="3200" dirty="0" err="1"/>
              <a:t>ợng</a:t>
            </a:r>
            <a:r>
              <a:rPr lang="en-US" altLang="ja-JP" sz="3200" dirty="0"/>
              <a:t> </a:t>
            </a:r>
            <a:r>
              <a:rPr lang="en-US" altLang="ja-JP" sz="3200" dirty="0" err="1"/>
              <a:t>nguồn</a:t>
            </a:r>
            <a:r>
              <a:rPr lang="en-US" altLang="ja-JP" sz="3200" dirty="0"/>
              <a:t> </a:t>
            </a:r>
            <a:r>
              <a:rPr lang="en-US" altLang="ja-JP" sz="3200" dirty="0" err="1"/>
              <a:t>lực</a:t>
            </a:r>
            <a:r>
              <a:rPr lang="en-US" altLang="ja-JP" sz="3200" dirty="0"/>
              <a:t> </a:t>
            </a:r>
            <a:r>
              <a:rPr lang="en-US" altLang="ja-JP" sz="3200" dirty="0" err="1"/>
              <a:t>cho</a:t>
            </a:r>
            <a:r>
              <a:rPr lang="en-US" altLang="ja-JP" sz="3200" dirty="0"/>
              <a:t> các </a:t>
            </a:r>
            <a:r>
              <a:rPr lang="en-US" altLang="ja-JP" sz="3200" dirty="0" err="1"/>
              <a:t>hoạt</a:t>
            </a:r>
            <a:r>
              <a:rPr lang="en-US" altLang="ja-JP" sz="3200" dirty="0"/>
              <a:t> </a:t>
            </a:r>
            <a:r>
              <a:rPr lang="en-US" altLang="ja-JP" sz="3200" dirty="0" err="1"/>
              <a:t>động</a:t>
            </a:r>
            <a:endParaRPr lang="en-US" altLang="ja-JP" sz="3200" dirty="0"/>
          </a:p>
        </p:txBody>
      </p:sp>
      <p:sp>
        <p:nvSpPr>
          <p:cNvPr id="73731" name="Rectangle 3"/>
          <p:cNvSpPr>
            <a:spLocks noGrp="1" noChangeArrowheads="1"/>
          </p:cNvSpPr>
          <p:nvPr>
            <p:ph type="body" sz="quarter" idx="13"/>
          </p:nvPr>
        </p:nvSpPr>
        <p:spPr>
          <a:xfrm>
            <a:off x="234950" y="762000"/>
            <a:ext cx="8674100" cy="5132832"/>
          </a:xfrm>
        </p:spPr>
        <p:txBody>
          <a:bodyPr/>
          <a:lstStyle/>
          <a:p>
            <a:pPr eaLnBrk="1" hangingPunct="1">
              <a:buClrTx/>
              <a:buFont typeface="Wingdings" pitchFamily="2" charset="2"/>
              <a:buChar char="Ø"/>
            </a:pPr>
            <a:r>
              <a:rPr lang="en-US" altLang="ja-JP" sz="2000"/>
              <a:t>Ước tính các dạng và số l</a:t>
            </a:r>
            <a:r>
              <a:rPr lang="vi-VN" altLang="ja-JP" sz="2000"/>
              <a:t>ư</a:t>
            </a:r>
            <a:r>
              <a:rPr lang="en-US" altLang="ja-JP" sz="2000"/>
              <a:t>ợng tài nguyên về vật t</a:t>
            </a:r>
            <a:r>
              <a:rPr lang="vi-VN" altLang="ja-JP" sz="2000"/>
              <a:t>ư</a:t>
            </a:r>
            <a:r>
              <a:rPr lang="en-US" altLang="ja-JP" sz="2000"/>
              <a:t>, con ng</a:t>
            </a:r>
            <a:r>
              <a:rPr lang="vi-VN" altLang="ja-JP" sz="2000"/>
              <a:t>ư</a:t>
            </a:r>
            <a:r>
              <a:rPr lang="en-US" altLang="ja-JP" sz="2000"/>
              <a:t>ời, thiết bị.. cho dự án</a:t>
            </a:r>
          </a:p>
          <a:p>
            <a:pPr eaLnBrk="1" hangingPunct="1">
              <a:buClrTx/>
              <a:buFont typeface="Wingdings" pitchFamily="2" charset="2"/>
              <a:buChar char="Ø"/>
            </a:pPr>
            <a:r>
              <a:rPr lang="en-US" altLang="ja-JP" sz="2000" i="1"/>
              <a:t>Gợi ý: nhân sự, phần cứng, phần mềm, vận chuyển, đi lại, t</a:t>
            </a:r>
            <a:r>
              <a:rPr lang="vi-VN" altLang="ja-JP" sz="2000" i="1"/>
              <a:t>ư</a:t>
            </a:r>
            <a:r>
              <a:rPr lang="en-US" altLang="ja-JP" sz="2000" i="1"/>
              <a:t> vấn, phụ tùng, điện n</a:t>
            </a:r>
            <a:r>
              <a:rPr lang="vi-VN" altLang="ja-JP" sz="2000" i="1"/>
              <a:t>ư</a:t>
            </a:r>
            <a:r>
              <a:rPr lang="en-US" altLang="ja-JP" sz="2000" i="1"/>
              <a:t>ớc, văn phòng,</a:t>
            </a:r>
          </a:p>
        </p:txBody>
      </p:sp>
      <p:sp>
        <p:nvSpPr>
          <p:cNvPr id="73732" name="AutoShape 4"/>
          <p:cNvSpPr>
            <a:spLocks noChangeArrowheads="1"/>
          </p:cNvSpPr>
          <p:nvPr/>
        </p:nvSpPr>
        <p:spPr bwMode="auto">
          <a:xfrm>
            <a:off x="914400" y="2465832"/>
            <a:ext cx="2057400" cy="3962400"/>
          </a:xfrm>
          <a:prstGeom prst="roundRect">
            <a:avLst>
              <a:gd name="adj" fmla="val 12346"/>
            </a:avLst>
          </a:prstGeom>
          <a:solidFill>
            <a:srgbClr val="CCFFFF">
              <a:alpha val="30196"/>
            </a:srgbClr>
          </a:solidFill>
          <a:ln w="9525">
            <a:solidFill>
              <a:schemeClr val="tx1"/>
            </a:solidFill>
            <a:round/>
            <a:headEnd/>
            <a:tailEnd/>
          </a:ln>
        </p:spPr>
        <p:txBody>
          <a:bodyPr wrap="none" anchorCtr="1"/>
          <a:lstStyle/>
          <a:p>
            <a:pPr algn="ctr"/>
            <a:endParaRPr lang="en-US" altLang="ja-JP" sz="1050" b="1"/>
          </a:p>
          <a:p>
            <a:pPr algn="ctr"/>
            <a:r>
              <a:rPr lang="en-US" altLang="ja-JP" b="1"/>
              <a:t>Đầu vào</a:t>
            </a:r>
          </a:p>
        </p:txBody>
      </p:sp>
      <p:sp>
        <p:nvSpPr>
          <p:cNvPr id="73733" name="AutoShape 7"/>
          <p:cNvSpPr>
            <a:spLocks noChangeArrowheads="1"/>
          </p:cNvSpPr>
          <p:nvPr/>
        </p:nvSpPr>
        <p:spPr bwMode="auto">
          <a:xfrm>
            <a:off x="3657600" y="2465832"/>
            <a:ext cx="2209800" cy="3352800"/>
          </a:xfrm>
          <a:prstGeom prst="roundRect">
            <a:avLst>
              <a:gd name="adj" fmla="val 9770"/>
            </a:avLst>
          </a:prstGeom>
          <a:solidFill>
            <a:srgbClr val="CCFF99">
              <a:alpha val="30196"/>
            </a:srgbClr>
          </a:solidFill>
          <a:ln w="9525">
            <a:solidFill>
              <a:schemeClr val="tx1"/>
            </a:solidFill>
            <a:round/>
            <a:headEnd/>
            <a:tailEnd/>
          </a:ln>
        </p:spPr>
        <p:txBody>
          <a:bodyPr wrap="none" anchorCtr="1"/>
          <a:lstStyle/>
          <a:p>
            <a:pPr algn="ctr"/>
            <a:r>
              <a:rPr lang="en-US" altLang="ja-JP" sz="2000"/>
              <a:t>Tools </a:t>
            </a:r>
          </a:p>
          <a:p>
            <a:pPr algn="ctr"/>
            <a:r>
              <a:rPr lang="en-US" altLang="ja-JP" sz="2000"/>
              <a:t>&amp; Technique</a:t>
            </a:r>
          </a:p>
        </p:txBody>
      </p:sp>
      <p:sp>
        <p:nvSpPr>
          <p:cNvPr id="73734" name="AutoShape 8"/>
          <p:cNvSpPr>
            <a:spLocks noChangeArrowheads="1"/>
          </p:cNvSpPr>
          <p:nvPr/>
        </p:nvSpPr>
        <p:spPr bwMode="auto">
          <a:xfrm>
            <a:off x="6400800" y="2465832"/>
            <a:ext cx="2057400" cy="3505200"/>
          </a:xfrm>
          <a:prstGeom prst="roundRect">
            <a:avLst>
              <a:gd name="adj" fmla="val 11729"/>
            </a:avLst>
          </a:prstGeom>
          <a:solidFill>
            <a:srgbClr val="FFCCFF">
              <a:alpha val="30196"/>
            </a:srgbClr>
          </a:solidFill>
          <a:ln w="9525">
            <a:solidFill>
              <a:schemeClr val="tx1"/>
            </a:solidFill>
            <a:round/>
            <a:headEnd/>
            <a:tailEnd/>
          </a:ln>
        </p:spPr>
        <p:txBody>
          <a:bodyPr wrap="none" anchorCtr="1"/>
          <a:lstStyle/>
          <a:p>
            <a:pPr algn="ctr"/>
            <a:endParaRPr lang="en-US" altLang="ja-JP" sz="1200" b="1"/>
          </a:p>
          <a:p>
            <a:pPr algn="ctr"/>
            <a:r>
              <a:rPr lang="en-US" altLang="ja-JP" b="1"/>
              <a:t>Đầu ra</a:t>
            </a:r>
          </a:p>
        </p:txBody>
      </p:sp>
      <p:sp>
        <p:nvSpPr>
          <p:cNvPr id="73735" name="Line 9"/>
          <p:cNvSpPr>
            <a:spLocks noChangeShapeType="1"/>
          </p:cNvSpPr>
          <p:nvPr/>
        </p:nvSpPr>
        <p:spPr bwMode="auto">
          <a:xfrm>
            <a:off x="914400" y="3227832"/>
            <a:ext cx="2057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36" name="Line 10"/>
          <p:cNvSpPr>
            <a:spLocks noChangeShapeType="1"/>
          </p:cNvSpPr>
          <p:nvPr/>
        </p:nvSpPr>
        <p:spPr bwMode="auto">
          <a:xfrm>
            <a:off x="3657600" y="3227832"/>
            <a:ext cx="2209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37" name="Line 11"/>
          <p:cNvSpPr>
            <a:spLocks noChangeShapeType="1"/>
          </p:cNvSpPr>
          <p:nvPr/>
        </p:nvSpPr>
        <p:spPr bwMode="auto">
          <a:xfrm>
            <a:off x="6400800" y="3227832"/>
            <a:ext cx="2057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38" name="AutoShape 12"/>
          <p:cNvSpPr>
            <a:spLocks noChangeArrowheads="1"/>
          </p:cNvSpPr>
          <p:nvPr/>
        </p:nvSpPr>
        <p:spPr bwMode="auto">
          <a:xfrm>
            <a:off x="2971800" y="3989832"/>
            <a:ext cx="762000" cy="533400"/>
          </a:xfrm>
          <a:prstGeom prst="rightArrow">
            <a:avLst>
              <a:gd name="adj1" fmla="val 50000"/>
              <a:gd name="adj2" fmla="val 35714"/>
            </a:avLst>
          </a:prstGeom>
          <a:solidFill>
            <a:schemeClr val="accent1"/>
          </a:solidFill>
          <a:ln w="9525">
            <a:solidFill>
              <a:schemeClr val="tx1"/>
            </a:solidFill>
            <a:miter lim="800000"/>
            <a:headEnd/>
            <a:tailEnd/>
          </a:ln>
          <a:effectLst>
            <a:prstShdw prst="shdw13" dist="53882" dir="13500000">
              <a:schemeClr val="bg2">
                <a:alpha val="50000"/>
              </a:schemeClr>
            </a:prstShdw>
          </a:effectLst>
        </p:spPr>
        <p:txBody>
          <a:bodyPr wrap="none" anchor="ctr"/>
          <a:lstStyle/>
          <a:p>
            <a:endParaRPr lang="ja-JP" altLang="en-US"/>
          </a:p>
        </p:txBody>
      </p:sp>
      <p:sp>
        <p:nvSpPr>
          <p:cNvPr id="73739" name="Text Box 14"/>
          <p:cNvSpPr txBox="1">
            <a:spLocks noChangeArrowheads="1"/>
          </p:cNvSpPr>
          <p:nvPr/>
        </p:nvSpPr>
        <p:spPr bwMode="auto">
          <a:xfrm>
            <a:off x="914400" y="3264345"/>
            <a:ext cx="2209799" cy="2585323"/>
          </a:xfrm>
          <a:prstGeom prst="rect">
            <a:avLst/>
          </a:prstGeom>
          <a:noFill/>
          <a:ln>
            <a:noFill/>
          </a:ln>
          <a:effectLst>
            <a:prstShdw prst="shdw13" dist="53882" dir="13500000">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buFont typeface="Times New Roman" pitchFamily="18" charset="0"/>
              <a:buAutoNum type="arabicPeriod"/>
            </a:pPr>
            <a:r>
              <a:rPr lang="en-US" altLang="ja-JP"/>
              <a:t>Các hoạt động</a:t>
            </a:r>
          </a:p>
          <a:p>
            <a:pPr eaLnBrk="1" hangingPunct="1">
              <a:buFont typeface="Times New Roman" pitchFamily="18" charset="0"/>
              <a:buAutoNum type="arabicPeriod"/>
            </a:pPr>
            <a:r>
              <a:rPr lang="en-US" altLang="ja-JP"/>
              <a:t>Đặc tính của các hoạt động</a:t>
            </a:r>
          </a:p>
          <a:p>
            <a:pPr eaLnBrk="1" hangingPunct="1">
              <a:buFont typeface="Times New Roman" pitchFamily="18" charset="0"/>
              <a:buAutoNum type="arabicPeriod"/>
            </a:pPr>
            <a:r>
              <a:rPr lang="en-US" altLang="ja-JP"/>
              <a:t>Lịch trình sử dụng nguồn lực</a:t>
            </a:r>
          </a:p>
          <a:p>
            <a:pPr eaLnBrk="1" hangingPunct="1">
              <a:buFont typeface="Times New Roman" pitchFamily="18" charset="0"/>
              <a:buAutoNum type="arabicPeriod"/>
            </a:pPr>
            <a:r>
              <a:rPr lang="en-US" altLang="ja-JP"/>
              <a:t>Môi tr</a:t>
            </a:r>
            <a:r>
              <a:rPr lang="vi-VN" altLang="ja-JP"/>
              <a:t>ư</a:t>
            </a:r>
            <a:r>
              <a:rPr lang="en-US" altLang="ja-JP"/>
              <a:t>ờng doanh nghiệp</a:t>
            </a:r>
          </a:p>
          <a:p>
            <a:pPr eaLnBrk="1" hangingPunct="1">
              <a:buFont typeface="Times New Roman" pitchFamily="18" charset="0"/>
              <a:buAutoNum type="arabicPeriod"/>
            </a:pPr>
            <a:r>
              <a:rPr lang="en-US" altLang="ja-JP"/>
              <a:t>Tài sản quy trình tổ chức</a:t>
            </a:r>
          </a:p>
        </p:txBody>
      </p:sp>
      <p:sp>
        <p:nvSpPr>
          <p:cNvPr id="73740" name="Text Box 15"/>
          <p:cNvSpPr txBox="1">
            <a:spLocks noChangeArrowheads="1"/>
          </p:cNvSpPr>
          <p:nvPr/>
        </p:nvSpPr>
        <p:spPr bwMode="auto">
          <a:xfrm>
            <a:off x="3733800" y="3304032"/>
            <a:ext cx="2101850" cy="2289175"/>
          </a:xfrm>
          <a:prstGeom prst="rect">
            <a:avLst/>
          </a:prstGeom>
          <a:noFill/>
          <a:ln>
            <a:noFill/>
          </a:ln>
          <a:effectLst>
            <a:prstShdw prst="shdw13" dist="53882" dir="13500000">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buFont typeface="Times New Roman" pitchFamily="18" charset="0"/>
              <a:buAutoNum type="arabicPeriod"/>
            </a:pPr>
            <a:r>
              <a:rPr lang="en-US" altLang="ja-JP"/>
              <a:t>Expert </a:t>
            </a:r>
            <a:br>
              <a:rPr lang="en-US" altLang="ja-JP"/>
            </a:br>
            <a:r>
              <a:rPr lang="en-US" altLang="ja-JP"/>
              <a:t>Judgment</a:t>
            </a:r>
          </a:p>
          <a:p>
            <a:pPr eaLnBrk="1" hangingPunct="1">
              <a:buFont typeface="Times New Roman" pitchFamily="18" charset="0"/>
              <a:buAutoNum type="arabicPeriod"/>
            </a:pPr>
            <a:r>
              <a:rPr lang="en-US" altLang="ja-JP"/>
              <a:t>Alternatives</a:t>
            </a:r>
            <a:br>
              <a:rPr lang="en-US" altLang="ja-JP"/>
            </a:br>
            <a:r>
              <a:rPr lang="en-US" altLang="ja-JP"/>
              <a:t>Analysis</a:t>
            </a:r>
          </a:p>
          <a:p>
            <a:pPr eaLnBrk="1" hangingPunct="1">
              <a:buFont typeface="Times New Roman" pitchFamily="18" charset="0"/>
              <a:buAutoNum type="arabicPeriod"/>
            </a:pPr>
            <a:r>
              <a:rPr lang="en-US" altLang="ja-JP"/>
              <a:t>Published </a:t>
            </a:r>
            <a:br>
              <a:rPr lang="en-US" altLang="ja-JP"/>
            </a:br>
            <a:r>
              <a:rPr lang="en-US" altLang="ja-JP"/>
              <a:t>Estimating data</a:t>
            </a:r>
          </a:p>
          <a:p>
            <a:pPr eaLnBrk="1" hangingPunct="1">
              <a:buFont typeface="Times New Roman" pitchFamily="18" charset="0"/>
              <a:buAutoNum type="arabicPeriod"/>
            </a:pPr>
            <a:r>
              <a:rPr lang="en-US" altLang="ja-JP"/>
              <a:t>Bottom-Up</a:t>
            </a:r>
            <a:br>
              <a:rPr lang="en-US" altLang="ja-JP"/>
            </a:br>
            <a:r>
              <a:rPr lang="en-US" altLang="ja-JP"/>
              <a:t>Estimating</a:t>
            </a:r>
          </a:p>
        </p:txBody>
      </p:sp>
      <p:sp>
        <p:nvSpPr>
          <p:cNvPr id="73741" name="Text Box 16"/>
          <p:cNvSpPr txBox="1">
            <a:spLocks noChangeArrowheads="1"/>
          </p:cNvSpPr>
          <p:nvPr/>
        </p:nvSpPr>
        <p:spPr bwMode="auto">
          <a:xfrm>
            <a:off x="6553200" y="3304032"/>
            <a:ext cx="1905000" cy="2031325"/>
          </a:xfrm>
          <a:prstGeom prst="rect">
            <a:avLst/>
          </a:prstGeom>
          <a:noFill/>
          <a:ln>
            <a:noFill/>
          </a:ln>
          <a:effectLst>
            <a:prstShdw prst="shdw13" dist="53882" dir="13500000">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buFont typeface="Times New Roman" pitchFamily="18" charset="0"/>
              <a:buAutoNum type="arabicPeriod"/>
            </a:pPr>
            <a:r>
              <a:rPr lang="en-US" altLang="ja-JP"/>
              <a:t>Yêu cầu nguồn lực</a:t>
            </a:r>
          </a:p>
          <a:p>
            <a:pPr eaLnBrk="1" hangingPunct="1">
              <a:buFont typeface="Times New Roman" pitchFamily="18" charset="0"/>
              <a:buAutoNum type="arabicPeriod"/>
            </a:pPr>
            <a:r>
              <a:rPr lang="en-US" altLang="ja-JP"/>
              <a:t>Cấu trúc chi tiết các nguồn lực</a:t>
            </a:r>
          </a:p>
          <a:p>
            <a:pPr eaLnBrk="1" hangingPunct="1">
              <a:buFont typeface="Times New Roman" pitchFamily="18" charset="0"/>
              <a:buAutoNum type="arabicPeriod"/>
            </a:pPr>
            <a:r>
              <a:rPr lang="en-US" altLang="ja-JP"/>
              <a:t>Cập nhật tài liệu dự án</a:t>
            </a:r>
          </a:p>
        </p:txBody>
      </p:sp>
      <p:sp>
        <p:nvSpPr>
          <p:cNvPr id="73742" name="AutoShape 13"/>
          <p:cNvSpPr>
            <a:spLocks noChangeArrowheads="1"/>
          </p:cNvSpPr>
          <p:nvPr/>
        </p:nvSpPr>
        <p:spPr bwMode="auto">
          <a:xfrm>
            <a:off x="5715000" y="3989832"/>
            <a:ext cx="762000" cy="533400"/>
          </a:xfrm>
          <a:prstGeom prst="rightArrow">
            <a:avLst>
              <a:gd name="adj1" fmla="val 50000"/>
              <a:gd name="adj2" fmla="val 35714"/>
            </a:avLst>
          </a:prstGeom>
          <a:solidFill>
            <a:schemeClr val="accent1"/>
          </a:solidFill>
          <a:ln w="9525">
            <a:solidFill>
              <a:schemeClr val="tx1"/>
            </a:solidFill>
            <a:miter lim="800000"/>
            <a:headEnd/>
            <a:tailEnd/>
          </a:ln>
          <a:effectLst>
            <a:prstShdw prst="shdw13" dist="53882" dir="13500000">
              <a:schemeClr val="bg2">
                <a:alpha val="50000"/>
              </a:schemeClr>
            </a:prstShdw>
          </a:effectLst>
        </p:spPr>
        <p:txBody>
          <a:bodyPr wrap="none" anchor="ctr"/>
          <a:lstStyle/>
          <a:p>
            <a:endParaRPr lang="ja-JP"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a:extLst>
              <a:ext uri="{FF2B5EF4-FFF2-40B4-BE49-F238E27FC236}">
                <a16:creationId xmlns:a16="http://schemas.microsoft.com/office/drawing/2014/main" xmlns="" id="{7F0A8ACA-AC75-4A7E-A001-21197D102183}"/>
              </a:ext>
            </a:extLst>
          </p:cNvPr>
          <p:cNvGraphicFramePr>
            <a:graphicFrameLocks noChangeAspect="1"/>
          </p:cNvGraphicFramePr>
          <p:nvPr>
            <p:extLst>
              <p:ext uri="{D42A27DB-BD31-4B8C-83A1-F6EECF244321}">
                <p14:modId xmlns:p14="http://schemas.microsoft.com/office/powerpoint/2010/main" val="2504206618"/>
              </p:ext>
            </p:extLst>
          </p:nvPr>
        </p:nvGraphicFramePr>
        <p:xfrm>
          <a:off x="0" y="457200"/>
          <a:ext cx="9105900" cy="3095625"/>
        </p:xfrm>
        <a:graphic>
          <a:graphicData uri="http://schemas.openxmlformats.org/presentationml/2006/ole">
            <mc:AlternateContent xmlns:mc="http://schemas.openxmlformats.org/markup-compatibility/2006">
              <mc:Choice xmlns:v="urn:schemas-microsoft-com:vml" Requires="v">
                <p:oleObj spid="_x0000_s2067" name="Worksheet" r:id="rId4" imgW="9106023" imgH="3095461" progId="Excel.Sheet.12">
                  <p:embed/>
                </p:oleObj>
              </mc:Choice>
              <mc:Fallback>
                <p:oleObj name="Worksheet" r:id="rId4" imgW="9106023" imgH="3095461" progId="Excel.Sheet.12">
                  <p:embed/>
                  <p:pic>
                    <p:nvPicPr>
                      <p:cNvPr id="6" name="Object 5">
                        <a:extLst>
                          <a:ext uri="{FF2B5EF4-FFF2-40B4-BE49-F238E27FC236}">
                            <a16:creationId xmlns:a16="http://schemas.microsoft.com/office/drawing/2014/main" xmlns="" id="{7F0A8ACA-AC75-4A7E-A001-21197D102183}"/>
                          </a:ext>
                        </a:extLst>
                      </p:cNvPr>
                      <p:cNvPicPr/>
                      <p:nvPr/>
                    </p:nvPicPr>
                    <p:blipFill>
                      <a:blip r:embed="rId5"/>
                      <a:stretch>
                        <a:fillRect/>
                      </a:stretch>
                    </p:blipFill>
                    <p:spPr>
                      <a:xfrm>
                        <a:off x="0" y="457200"/>
                        <a:ext cx="9105900" cy="3095625"/>
                      </a:xfrm>
                      <a:prstGeom prst="rect">
                        <a:avLst/>
                      </a:prstGeom>
                      <a:solidFill>
                        <a:srgbClr val="FFFF99"/>
                      </a:solidFill>
                    </p:spPr>
                  </p:pic>
                </p:oleObj>
              </mc:Fallback>
            </mc:AlternateContent>
          </a:graphicData>
        </a:graphic>
      </p:graphicFrame>
      <p:pic>
        <p:nvPicPr>
          <p:cNvPr id="7" name="Picture 6">
            <a:extLst>
              <a:ext uri="{FF2B5EF4-FFF2-40B4-BE49-F238E27FC236}">
                <a16:creationId xmlns:a16="http://schemas.microsoft.com/office/drawing/2014/main" xmlns="" id="{6B40BB7A-4551-49C8-A297-59D024997E02}"/>
              </a:ext>
            </a:extLst>
          </p:cNvPr>
          <p:cNvPicPr>
            <a:picLocks noChangeAspect="1"/>
          </p:cNvPicPr>
          <p:nvPr/>
        </p:nvPicPr>
        <p:blipFill>
          <a:blip r:embed="rId6"/>
          <a:stretch>
            <a:fillRect/>
          </a:stretch>
        </p:blipFill>
        <p:spPr>
          <a:xfrm>
            <a:off x="83087" y="3816526"/>
            <a:ext cx="4031713" cy="3034439"/>
          </a:xfrm>
          <a:prstGeom prst="rect">
            <a:avLst/>
          </a:prstGeom>
        </p:spPr>
      </p:pic>
      <p:pic>
        <p:nvPicPr>
          <p:cNvPr id="8" name="Picture 7">
            <a:extLst>
              <a:ext uri="{FF2B5EF4-FFF2-40B4-BE49-F238E27FC236}">
                <a16:creationId xmlns:a16="http://schemas.microsoft.com/office/drawing/2014/main" xmlns="" id="{760CE742-55D6-4F5B-8E23-D364322F0D48}"/>
              </a:ext>
            </a:extLst>
          </p:cNvPr>
          <p:cNvPicPr>
            <a:picLocks noChangeAspect="1"/>
          </p:cNvPicPr>
          <p:nvPr/>
        </p:nvPicPr>
        <p:blipFill>
          <a:blip r:embed="rId7"/>
          <a:stretch>
            <a:fillRect/>
          </a:stretch>
        </p:blipFill>
        <p:spPr>
          <a:xfrm>
            <a:off x="4253253" y="4410075"/>
            <a:ext cx="4821728" cy="1990725"/>
          </a:xfrm>
          <a:prstGeom prst="rect">
            <a:avLst/>
          </a:prstGeom>
        </p:spPr>
      </p:pic>
      <p:sp>
        <p:nvSpPr>
          <p:cNvPr id="4" name="Slide Number Placeholder 3">
            <a:extLst>
              <a:ext uri="{FF2B5EF4-FFF2-40B4-BE49-F238E27FC236}">
                <a16:creationId xmlns:a16="http://schemas.microsoft.com/office/drawing/2014/main" xmlns="" id="{6C0C80AD-A64D-45ED-BF07-E9427AFBFBBE}"/>
              </a:ext>
            </a:extLst>
          </p:cNvPr>
          <p:cNvSpPr>
            <a:spLocks noGrp="1"/>
          </p:cNvSpPr>
          <p:nvPr>
            <p:ph type="sldNum" sz="quarter" idx="12"/>
          </p:nvPr>
        </p:nvSpPr>
        <p:spPr/>
        <p:txBody>
          <a:bodyPr/>
          <a:lstStyle/>
          <a:p>
            <a:fld id="{9EA0BE3B-158A-4EDF-80DC-E394A0D1600F}" type="slidenum">
              <a:rPr lang="en-US" smtClean="0"/>
              <a:pPr/>
              <a:t>47</a:t>
            </a:fld>
            <a:endParaRPr lang="en-US" dirty="0"/>
          </a:p>
        </p:txBody>
      </p:sp>
      <p:sp>
        <p:nvSpPr>
          <p:cNvPr id="2" name="Title 1">
            <a:extLst>
              <a:ext uri="{FF2B5EF4-FFF2-40B4-BE49-F238E27FC236}">
                <a16:creationId xmlns:a16="http://schemas.microsoft.com/office/drawing/2014/main" xmlns="" id="{40952AA4-FD72-4D4B-BA21-ECD522507C79}"/>
              </a:ext>
            </a:extLst>
          </p:cNvPr>
          <p:cNvSpPr>
            <a:spLocks noGrp="1"/>
          </p:cNvSpPr>
          <p:nvPr>
            <p:ph type="title"/>
          </p:nvPr>
        </p:nvSpPr>
        <p:spPr>
          <a:xfrm>
            <a:off x="235077" y="78613"/>
            <a:ext cx="8673846" cy="378587"/>
          </a:xfrm>
        </p:spPr>
        <p:txBody>
          <a:bodyPr/>
          <a:lstStyle/>
          <a:p>
            <a:r>
              <a:rPr lang="en-US"/>
              <a:t>Ví dụ về bảng thống kê đặc trưng các dự án cũ</a:t>
            </a:r>
          </a:p>
        </p:txBody>
      </p:sp>
      <p:sp>
        <p:nvSpPr>
          <p:cNvPr id="3" name="Text Placeholder 2">
            <a:extLst>
              <a:ext uri="{FF2B5EF4-FFF2-40B4-BE49-F238E27FC236}">
                <a16:creationId xmlns:a16="http://schemas.microsoft.com/office/drawing/2014/main" xmlns="" id="{63BFE0A6-BDAF-4AD8-9B45-7DF9381C6742}"/>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120824337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xmlns="" id="{E034E443-E7FD-4B23-B659-D6CD1486CD60}"/>
              </a:ext>
            </a:extLst>
          </p:cNvPr>
          <p:cNvSpPr>
            <a:spLocks noGrp="1"/>
          </p:cNvSpPr>
          <p:nvPr>
            <p:ph type="sldNum" sz="quarter" idx="12"/>
          </p:nvPr>
        </p:nvSpPr>
        <p:spPr/>
        <p:txBody>
          <a:bodyPr/>
          <a:lstStyle/>
          <a:p>
            <a:fld id="{9EA0BE3B-158A-4EDF-80DC-E394A0D1600F}" type="slidenum">
              <a:rPr lang="en-US" smtClean="0"/>
              <a:pPr/>
              <a:t>48</a:t>
            </a:fld>
            <a:endParaRPr lang="en-US" dirty="0"/>
          </a:p>
        </p:txBody>
      </p:sp>
      <p:sp>
        <p:nvSpPr>
          <p:cNvPr id="68610" name="Rectangle 2"/>
          <p:cNvSpPr>
            <a:spLocks noGrp="1" noChangeArrowheads="1"/>
          </p:cNvSpPr>
          <p:nvPr>
            <p:ph type="title"/>
          </p:nvPr>
        </p:nvSpPr>
        <p:spPr/>
        <p:txBody>
          <a:bodyPr/>
          <a:lstStyle/>
          <a:p>
            <a:pPr eaLnBrk="1" hangingPunct="1"/>
            <a:r>
              <a:rPr lang="en-US" altLang="ja-JP" sz="3200" dirty="0"/>
              <a:t>(5) </a:t>
            </a:r>
            <a:r>
              <a:rPr lang="en-US" altLang="ja-JP" sz="3200" dirty="0" err="1"/>
              <a:t>Ước</a:t>
            </a:r>
            <a:r>
              <a:rPr lang="en-US" altLang="ja-JP" sz="3200" dirty="0"/>
              <a:t> l</a:t>
            </a:r>
            <a:r>
              <a:rPr lang="vi-VN" altLang="ja-JP" sz="3200" dirty="0"/>
              <a:t>ư</a:t>
            </a:r>
            <a:r>
              <a:rPr lang="en-US" altLang="ja-JP" sz="3200" dirty="0" err="1"/>
              <a:t>ợng</a:t>
            </a:r>
            <a:r>
              <a:rPr lang="en-US" altLang="ja-JP" sz="3200" dirty="0"/>
              <a:t> </a:t>
            </a:r>
            <a:r>
              <a:rPr lang="en-US" altLang="ja-JP" sz="3200" dirty="0" smtClean="0"/>
              <a:t>– Estimation Framework</a:t>
            </a:r>
            <a:endParaRPr lang="en-US" altLang="ja-JP" sz="3200" dirty="0"/>
          </a:p>
        </p:txBody>
      </p:sp>
      <p:graphicFrame>
        <p:nvGraphicFramePr>
          <p:cNvPr id="62504" name="Group 40"/>
          <p:cNvGraphicFramePr>
            <a:graphicFrameLocks noGrp="1"/>
          </p:cNvGraphicFramePr>
          <p:nvPr>
            <p:extLst>
              <p:ext uri="{D42A27DB-BD31-4B8C-83A1-F6EECF244321}">
                <p14:modId xmlns:p14="http://schemas.microsoft.com/office/powerpoint/2010/main" val="921761138"/>
              </p:ext>
            </p:extLst>
          </p:nvPr>
        </p:nvGraphicFramePr>
        <p:xfrm>
          <a:off x="381000" y="1066800"/>
          <a:ext cx="8208963" cy="4978402"/>
        </p:xfrm>
        <a:graphic>
          <a:graphicData uri="http://schemas.openxmlformats.org/drawingml/2006/table">
            <a:tbl>
              <a:tblPr/>
              <a:tblGrid>
                <a:gridCol w="1800225">
                  <a:extLst>
                    <a:ext uri="{9D8B030D-6E8A-4147-A177-3AD203B41FA5}">
                      <a16:colId xmlns:a16="http://schemas.microsoft.com/office/drawing/2014/main" xmlns="" val="20000"/>
                    </a:ext>
                  </a:extLst>
                </a:gridCol>
                <a:gridCol w="1470025">
                  <a:extLst>
                    <a:ext uri="{9D8B030D-6E8A-4147-A177-3AD203B41FA5}">
                      <a16:colId xmlns:a16="http://schemas.microsoft.com/office/drawing/2014/main" xmlns="" val="20001"/>
                    </a:ext>
                  </a:extLst>
                </a:gridCol>
                <a:gridCol w="533400">
                  <a:extLst>
                    <a:ext uri="{9D8B030D-6E8A-4147-A177-3AD203B41FA5}">
                      <a16:colId xmlns:a16="http://schemas.microsoft.com/office/drawing/2014/main" xmlns="" val="20002"/>
                    </a:ext>
                  </a:extLst>
                </a:gridCol>
                <a:gridCol w="2209800">
                  <a:extLst>
                    <a:ext uri="{9D8B030D-6E8A-4147-A177-3AD203B41FA5}">
                      <a16:colId xmlns:a16="http://schemas.microsoft.com/office/drawing/2014/main" xmlns="" val="20003"/>
                    </a:ext>
                  </a:extLst>
                </a:gridCol>
                <a:gridCol w="2195513">
                  <a:extLst>
                    <a:ext uri="{9D8B030D-6E8A-4147-A177-3AD203B41FA5}">
                      <a16:colId xmlns:a16="http://schemas.microsoft.com/office/drawing/2014/main" xmlns="" val="20004"/>
                    </a:ext>
                  </a:extLst>
                </a:gridCol>
              </a:tblGrid>
              <a:tr h="822944">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1" lang="ja-JP" altLang="en-US" sz="1600" b="0" i="0" u="none" strike="noStrike" cap="none" normalizeH="0" baseline="0">
                          <a:ln>
                            <a:noFill/>
                          </a:ln>
                          <a:solidFill>
                            <a:schemeClr val="tx1"/>
                          </a:solidFill>
                          <a:effectLst/>
                          <a:latin typeface="Arial" charset="0"/>
                          <a:ea typeface="ＭＳ Ｐゴシック" pitchFamily="50" charset="-128"/>
                        </a:rPr>
                        <a:t>　　　      </a:t>
                      </a:r>
                      <a:r>
                        <a:rPr kumimoji="1" lang="en-US" altLang="ja-JP" sz="1600" b="1" i="0" u="none" strike="noStrike" cap="none" normalizeH="0" baseline="0">
                          <a:ln>
                            <a:noFill/>
                          </a:ln>
                          <a:solidFill>
                            <a:schemeClr val="tx1"/>
                          </a:solidFill>
                          <a:effectLst/>
                          <a:latin typeface="ＭＳ Ｐゴシック" pitchFamily="50" charset="-128"/>
                          <a:ea typeface="ＭＳ Ｐゴシック" pitchFamily="50" charset="-128"/>
                        </a:rPr>
                        <a:t>Giai đoạn</a:t>
                      </a:r>
                      <a:r>
                        <a:rPr kumimoji="1" lang="ja-JP" altLang="en-US" sz="1600" b="1" i="0" u="none" strike="noStrike" cap="none" normalizeH="0" baseline="0">
                          <a:ln>
                            <a:noFill/>
                          </a:ln>
                          <a:solidFill>
                            <a:schemeClr val="tx1"/>
                          </a:solidFill>
                          <a:effectLst/>
                          <a:latin typeface="Arial" charset="0"/>
                          <a:ea typeface="ＭＳ Ｐゴシック" pitchFamily="50" charset="-128"/>
                        </a:rPr>
                        <a:t>　</a:t>
                      </a: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99CC"/>
                    </a:solidFill>
                  </a:tcPr>
                </a:tc>
                <a:tc grid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1" lang="en-US" altLang="ja-JP" sz="2400" b="0" i="0" u="none" strike="noStrike" cap="none" normalizeH="0" baseline="0">
                          <a:ln>
                            <a:noFill/>
                          </a:ln>
                          <a:solidFill>
                            <a:schemeClr val="tx1"/>
                          </a:solidFill>
                          <a:effectLst/>
                          <a:latin typeface="Arial" charset="0"/>
                          <a:ea typeface="ＭＳ Ｐゴシック" pitchFamily="50" charset="-128"/>
                        </a:rPr>
                        <a:t>Business Talks</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hMerge="1">
                  <a:txBody>
                    <a:bodyPr/>
                    <a:lstStyle/>
                    <a:p>
                      <a:endParaRPr 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1" lang="en-US" altLang="ja-JP" sz="2400" b="0" i="0" u="none" strike="noStrike" cap="none" normalizeH="0" baseline="0">
                          <a:ln>
                            <a:noFill/>
                          </a:ln>
                          <a:solidFill>
                            <a:schemeClr val="tx1"/>
                          </a:solidFill>
                          <a:effectLst/>
                          <a:latin typeface="Arial" charset="0"/>
                          <a:ea typeface="ＭＳ Ｐゴシック" pitchFamily="50" charset="-128"/>
                        </a:rPr>
                        <a:t>Collect Requirement</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1" lang="en-US" altLang="ja-JP" sz="2400" b="0" i="0" u="none" strike="noStrike" cap="none" normalizeH="0" baseline="0">
                          <a:ln>
                            <a:noFill/>
                          </a:ln>
                          <a:solidFill>
                            <a:schemeClr val="tx1"/>
                          </a:solidFill>
                          <a:effectLst/>
                          <a:latin typeface="Arial" charset="0"/>
                          <a:ea typeface="ＭＳ Ｐゴシック" pitchFamily="50" charset="-128"/>
                        </a:rPr>
                        <a:t>System Design</a:t>
                      </a: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xmlns="" val="10000"/>
                  </a:ext>
                </a:extLst>
              </a:tr>
              <a:tr h="1744402">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1" lang="en-US" altLang="ja-JP" sz="2400" b="0" i="0" u="none" strike="noStrike" cap="none" normalizeH="0" baseline="0">
                          <a:ln>
                            <a:noFill/>
                          </a:ln>
                          <a:solidFill>
                            <a:schemeClr val="tx1"/>
                          </a:solidFill>
                          <a:effectLst/>
                          <a:latin typeface="Arial" charset="0"/>
                          <a:ea typeface="ＭＳ Ｐゴシック" pitchFamily="50" charset="-128"/>
                        </a:rPr>
                        <a:t>Kiểu </a:t>
                      </a:r>
                      <a:br>
                        <a:rPr kumimoji="1" lang="en-US" altLang="ja-JP" sz="2400" b="0" i="0" u="none" strike="noStrike" cap="none" normalizeH="0" baseline="0">
                          <a:ln>
                            <a:noFill/>
                          </a:ln>
                          <a:solidFill>
                            <a:schemeClr val="tx1"/>
                          </a:solidFill>
                          <a:effectLst/>
                          <a:latin typeface="Arial" charset="0"/>
                          <a:ea typeface="ＭＳ Ｐゴシック" pitchFamily="50" charset="-128"/>
                        </a:rPr>
                      </a:br>
                      <a:r>
                        <a:rPr kumimoji="1" lang="vi-VN" altLang="ja-JP" sz="2400" b="0" i="0" u="none" strike="noStrike" cap="none" normalizeH="0" baseline="0">
                          <a:ln>
                            <a:noFill/>
                          </a:ln>
                          <a:solidFill>
                            <a:schemeClr val="tx1"/>
                          </a:solidFill>
                          <a:effectLst/>
                          <a:latin typeface="Arial" charset="0"/>
                          <a:ea typeface="ＭＳ Ｐゴシック" pitchFamily="50" charset="-128"/>
                        </a:rPr>
                        <a:t>ư</a:t>
                      </a:r>
                      <a:r>
                        <a:rPr kumimoji="1" lang="en-US" altLang="ja-JP" sz="2400" b="0" i="0" u="none" strike="noStrike" cap="none" normalizeH="0" baseline="0">
                          <a:ln>
                            <a:noFill/>
                          </a:ln>
                          <a:solidFill>
                            <a:schemeClr val="tx1"/>
                          </a:solidFill>
                          <a:effectLst/>
                          <a:latin typeface="Arial" charset="0"/>
                          <a:ea typeface="ＭＳ Ｐゴシック" pitchFamily="50" charset="-128"/>
                        </a:rPr>
                        <a:t>ớc l</a:t>
                      </a:r>
                      <a:r>
                        <a:rPr kumimoji="1" lang="vi-VN" altLang="ja-JP" sz="2400" b="0" i="0" u="none" strike="noStrike" cap="none" normalizeH="0" baseline="0">
                          <a:ln>
                            <a:noFill/>
                          </a:ln>
                          <a:solidFill>
                            <a:schemeClr val="tx1"/>
                          </a:solidFill>
                          <a:effectLst/>
                          <a:latin typeface="Arial" charset="0"/>
                          <a:ea typeface="ＭＳ Ｐゴシック" pitchFamily="50" charset="-128"/>
                        </a:rPr>
                        <a:t>ư</a:t>
                      </a:r>
                      <a:r>
                        <a:rPr kumimoji="1" lang="en-US" altLang="ja-JP" sz="2400" b="0" i="0" u="none" strike="noStrike" cap="none" normalizeH="0" baseline="0">
                          <a:ln>
                            <a:noFill/>
                          </a:ln>
                          <a:solidFill>
                            <a:schemeClr val="tx1"/>
                          </a:solidFill>
                          <a:effectLst/>
                          <a:latin typeface="Arial" charset="0"/>
                          <a:ea typeface="ＭＳ Ｐゴシック" pitchFamily="50" charset="-128"/>
                        </a:rPr>
                        <a:t>ợng</a:t>
                      </a:r>
                      <a:endParaRPr kumimoji="1" lang="en-US" altLang="ja-JP" sz="1800" b="1" i="0" u="none" strike="noStrike" cap="none" normalizeH="0" baseline="0">
                        <a:ln>
                          <a:noFill/>
                        </a:ln>
                        <a:solidFill>
                          <a:schemeClr val="tx1"/>
                        </a:solidFill>
                        <a:effectLst/>
                        <a:latin typeface="Arial" charset="0"/>
                        <a:ea typeface="ＭＳ Ｐゴシック" pitchFamily="50" charset="-128"/>
                      </a:endParaRP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9966"/>
                    </a:solidFill>
                  </a:tcPr>
                </a:tc>
                <a:tc grid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1" lang="en-US" altLang="ja-JP" sz="1800" b="0" i="0" u="none" strike="noStrike" cap="none" normalizeH="0" baseline="0">
                          <a:ln>
                            <a:noFill/>
                          </a:ln>
                          <a:solidFill>
                            <a:schemeClr val="tx1"/>
                          </a:solidFill>
                          <a:effectLst/>
                          <a:latin typeface="Arial" charset="0"/>
                          <a:ea typeface="ＭＳ Ｐゴシック" pitchFamily="50" charset="-128"/>
                        </a:rPr>
                        <a:t>Order-of-magnitude estimate</a:t>
                      </a:r>
                      <a:br>
                        <a:rPr kumimoji="1" lang="en-US" altLang="ja-JP" sz="1800" b="0" i="0" u="none" strike="noStrike" cap="none" normalizeH="0" baseline="0">
                          <a:ln>
                            <a:noFill/>
                          </a:ln>
                          <a:solidFill>
                            <a:schemeClr val="tx1"/>
                          </a:solidFill>
                          <a:effectLst/>
                          <a:latin typeface="Arial" charset="0"/>
                          <a:ea typeface="ＭＳ Ｐゴシック" pitchFamily="50" charset="-128"/>
                        </a:rPr>
                      </a:br>
                      <a:r>
                        <a:rPr kumimoji="1" lang="vi-VN" altLang="ja-JP" sz="1800" b="1" i="0" u="none" strike="noStrike" cap="none" normalizeH="0" baseline="0">
                          <a:ln>
                            <a:noFill/>
                          </a:ln>
                          <a:solidFill>
                            <a:schemeClr val="tx1"/>
                          </a:solidFill>
                          <a:effectLst/>
                          <a:latin typeface="Arial" charset="0"/>
                          <a:ea typeface="ＭＳ Ｐゴシック" pitchFamily="50" charset="-128"/>
                        </a:rPr>
                        <a:t>Ư</a:t>
                      </a:r>
                      <a:r>
                        <a:rPr kumimoji="1" lang="en-US" altLang="ja-JP" sz="1800" b="1" i="0" u="none" strike="noStrike" cap="none" normalizeH="0" baseline="0">
                          <a:ln>
                            <a:noFill/>
                          </a:ln>
                          <a:solidFill>
                            <a:schemeClr val="tx1"/>
                          </a:solidFill>
                          <a:effectLst/>
                          <a:latin typeface="Arial" charset="0"/>
                          <a:ea typeface="ＭＳ Ｐゴシック" pitchFamily="50" charset="-128"/>
                        </a:rPr>
                        <a:t>ớc l</a:t>
                      </a:r>
                      <a:r>
                        <a:rPr kumimoji="1" lang="vi-VN" altLang="ja-JP" sz="1800" b="1" i="0" u="none" strike="noStrike" cap="none" normalizeH="0" baseline="0">
                          <a:ln>
                            <a:noFill/>
                          </a:ln>
                          <a:solidFill>
                            <a:schemeClr val="tx1"/>
                          </a:solidFill>
                          <a:effectLst/>
                          <a:latin typeface="Arial" charset="0"/>
                          <a:ea typeface="ＭＳ Ｐゴシック" pitchFamily="50" charset="-128"/>
                        </a:rPr>
                        <a:t>ư</a:t>
                      </a:r>
                      <a:r>
                        <a:rPr kumimoji="1" lang="en-US" altLang="ja-JP" sz="1800" b="1" i="0" u="none" strike="noStrike" cap="none" normalizeH="0" baseline="0">
                          <a:ln>
                            <a:noFill/>
                          </a:ln>
                          <a:solidFill>
                            <a:schemeClr val="tx1"/>
                          </a:solidFill>
                          <a:effectLst/>
                          <a:latin typeface="Arial" charset="0"/>
                          <a:ea typeface="ＭＳ Ｐゴシック" pitchFamily="50" charset="-128"/>
                        </a:rPr>
                        <a:t>ợng thô</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hMerge="1">
                  <a:txBody>
                    <a:bodyPr/>
                    <a:lstStyle/>
                    <a:p>
                      <a:endParaRPr 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1" lang="en-US" altLang="ja-JP" sz="1800" b="0" i="0" u="none" strike="noStrike" cap="none" normalizeH="0" baseline="0">
                          <a:ln>
                            <a:noFill/>
                          </a:ln>
                          <a:solidFill>
                            <a:schemeClr val="tx1"/>
                          </a:solidFill>
                          <a:effectLst/>
                          <a:latin typeface="Arial" charset="0"/>
                          <a:ea typeface="ＭＳ Ｐゴシック" pitchFamily="50" charset="-128"/>
                        </a:rPr>
                        <a:t>Preliminary estimate</a:t>
                      </a:r>
                      <a:br>
                        <a:rPr kumimoji="1" lang="en-US" altLang="ja-JP" sz="1800" b="0" i="0" u="none" strike="noStrike" cap="none" normalizeH="0" baseline="0">
                          <a:ln>
                            <a:noFill/>
                          </a:ln>
                          <a:solidFill>
                            <a:schemeClr val="tx1"/>
                          </a:solidFill>
                          <a:effectLst/>
                          <a:latin typeface="Arial" charset="0"/>
                          <a:ea typeface="ＭＳ Ｐゴシック" pitchFamily="50" charset="-128"/>
                        </a:rPr>
                      </a:br>
                      <a:r>
                        <a:rPr kumimoji="1" lang="en-US" altLang="ja-JP" sz="1800" b="1" i="0" u="none" strike="noStrike" cap="none" normalizeH="0" baseline="0">
                          <a:ln>
                            <a:noFill/>
                          </a:ln>
                          <a:solidFill>
                            <a:schemeClr val="tx1"/>
                          </a:solidFill>
                          <a:effectLst/>
                          <a:latin typeface="Arial" charset="0"/>
                          <a:ea typeface="ＭＳ Ｐゴシック" pitchFamily="50" charset="-128"/>
                        </a:rPr>
                        <a:t/>
                      </a:r>
                      <a:br>
                        <a:rPr kumimoji="1" lang="en-US" altLang="ja-JP" sz="1800" b="1" i="0" u="none" strike="noStrike" cap="none" normalizeH="0" baseline="0">
                          <a:ln>
                            <a:noFill/>
                          </a:ln>
                          <a:solidFill>
                            <a:schemeClr val="tx1"/>
                          </a:solidFill>
                          <a:effectLst/>
                          <a:latin typeface="Arial" charset="0"/>
                          <a:ea typeface="ＭＳ Ｐゴシック" pitchFamily="50" charset="-128"/>
                        </a:rPr>
                      </a:br>
                      <a:r>
                        <a:rPr kumimoji="1" lang="vi-VN" altLang="ja-JP" sz="1800" b="1" i="0" u="none" strike="noStrike" cap="none" normalizeH="0" baseline="0">
                          <a:ln>
                            <a:noFill/>
                          </a:ln>
                          <a:solidFill>
                            <a:schemeClr val="tx1"/>
                          </a:solidFill>
                          <a:effectLst/>
                          <a:latin typeface="Arial" charset="0"/>
                          <a:ea typeface="ＭＳ Ｐゴシック" pitchFamily="50" charset="-128"/>
                        </a:rPr>
                        <a:t>Ư</a:t>
                      </a:r>
                      <a:r>
                        <a:rPr kumimoji="1" lang="en-US" altLang="ja-JP" sz="1800" b="1" i="0" u="none" strike="noStrike" cap="none" normalizeH="0" baseline="0">
                          <a:ln>
                            <a:noFill/>
                          </a:ln>
                          <a:solidFill>
                            <a:schemeClr val="tx1"/>
                          </a:solidFill>
                          <a:effectLst/>
                          <a:latin typeface="Arial" charset="0"/>
                          <a:ea typeface="ＭＳ Ｐゴシック" pitchFamily="50" charset="-128"/>
                        </a:rPr>
                        <a:t>ớc l</a:t>
                      </a:r>
                      <a:r>
                        <a:rPr kumimoji="1" lang="vi-VN" altLang="ja-JP" sz="1800" b="1" i="0" u="none" strike="noStrike" cap="none" normalizeH="0" baseline="0">
                          <a:ln>
                            <a:noFill/>
                          </a:ln>
                          <a:solidFill>
                            <a:schemeClr val="tx1"/>
                          </a:solidFill>
                          <a:effectLst/>
                          <a:latin typeface="Arial" charset="0"/>
                          <a:ea typeface="ＭＳ Ｐゴシック" pitchFamily="50" charset="-128"/>
                        </a:rPr>
                        <a:t>ư</a:t>
                      </a:r>
                      <a:r>
                        <a:rPr kumimoji="1" lang="en-US" altLang="ja-JP" sz="1800" b="1" i="0" u="none" strike="noStrike" cap="none" normalizeH="0" baseline="0">
                          <a:ln>
                            <a:noFill/>
                          </a:ln>
                          <a:solidFill>
                            <a:schemeClr val="tx1"/>
                          </a:solidFill>
                          <a:effectLst/>
                          <a:latin typeface="Arial" charset="0"/>
                          <a:ea typeface="ＭＳ Ｐゴシック" pitchFamily="50" charset="-128"/>
                        </a:rPr>
                        <a:t>ợng s</a:t>
                      </a:r>
                      <a:r>
                        <a:rPr kumimoji="1" lang="vi-VN" altLang="ja-JP" sz="1800" b="1" i="0" u="none" strike="noStrike" cap="none" normalizeH="0" baseline="0">
                          <a:ln>
                            <a:noFill/>
                          </a:ln>
                          <a:solidFill>
                            <a:schemeClr val="tx1"/>
                          </a:solidFill>
                          <a:effectLst/>
                          <a:latin typeface="Arial" charset="0"/>
                          <a:ea typeface="ＭＳ Ｐゴシック" pitchFamily="50" charset="-128"/>
                        </a:rPr>
                        <a:t>ơ</a:t>
                      </a:r>
                      <a:r>
                        <a:rPr kumimoji="1" lang="en-US" altLang="ja-JP" sz="1800" b="1" i="0" u="none" strike="noStrike" cap="none" normalizeH="0" baseline="0">
                          <a:ln>
                            <a:noFill/>
                          </a:ln>
                          <a:solidFill>
                            <a:schemeClr val="tx1"/>
                          </a:solidFill>
                          <a:effectLst/>
                          <a:latin typeface="Arial" charset="0"/>
                          <a:ea typeface="ＭＳ Ｐゴシック" pitchFamily="50" charset="-128"/>
                        </a:rPr>
                        <a:t> bộ</a:t>
                      </a:r>
                      <a:endParaRPr kumimoji="1" lang="en-US" altLang="ja-JP" sz="1800" b="0" i="0" u="none" strike="noStrike" cap="none" normalizeH="0" baseline="0">
                        <a:ln>
                          <a:noFill/>
                        </a:ln>
                        <a:solidFill>
                          <a:schemeClr val="tx1"/>
                        </a:solidFill>
                        <a:effectLst/>
                        <a:latin typeface="Arial" charset="0"/>
                        <a:ea typeface="ＭＳ Ｐゴシック" pitchFamily="50" charset="-128"/>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1" lang="en-US" altLang="ja-JP" sz="1800" b="0" i="0" u="none" strike="noStrike" cap="none" normalizeH="0" baseline="0">
                          <a:ln>
                            <a:noFill/>
                          </a:ln>
                          <a:solidFill>
                            <a:schemeClr val="tx1"/>
                          </a:solidFill>
                          <a:effectLst/>
                          <a:latin typeface="Arial" charset="0"/>
                          <a:ea typeface="ＭＳ Ｐゴシック" pitchFamily="50" charset="-128"/>
                        </a:rPr>
                        <a:t>Definitive </a:t>
                      </a:r>
                    </a:p>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1" lang="en-US" altLang="ja-JP" sz="1800" b="0" i="0" u="none" strike="noStrike" cap="none" normalizeH="0" baseline="0">
                          <a:ln>
                            <a:noFill/>
                          </a:ln>
                          <a:solidFill>
                            <a:schemeClr val="tx1"/>
                          </a:solidFill>
                          <a:effectLst/>
                          <a:latin typeface="Arial" charset="0"/>
                          <a:ea typeface="ＭＳ Ｐゴシック" pitchFamily="50" charset="-128"/>
                        </a:rPr>
                        <a:t>Estimate</a:t>
                      </a:r>
                      <a:br>
                        <a:rPr kumimoji="1" lang="en-US" altLang="ja-JP" sz="1800" b="0" i="0" u="none" strike="noStrike" cap="none" normalizeH="0" baseline="0">
                          <a:ln>
                            <a:noFill/>
                          </a:ln>
                          <a:solidFill>
                            <a:schemeClr val="tx1"/>
                          </a:solidFill>
                          <a:effectLst/>
                          <a:latin typeface="Arial" charset="0"/>
                          <a:ea typeface="ＭＳ Ｐゴシック" pitchFamily="50" charset="-128"/>
                        </a:rPr>
                      </a:br>
                      <a:r>
                        <a:rPr kumimoji="1" lang="en-US" altLang="ja-JP" sz="1200" b="1" i="0" u="none" strike="noStrike" cap="none" normalizeH="0" baseline="0">
                          <a:ln>
                            <a:noFill/>
                          </a:ln>
                          <a:solidFill>
                            <a:schemeClr val="tx1"/>
                          </a:solidFill>
                          <a:effectLst/>
                          <a:latin typeface="Arial" charset="0"/>
                          <a:ea typeface="ＭＳ Ｐゴシック" pitchFamily="50" charset="-128"/>
                        </a:rPr>
                        <a:t/>
                      </a:r>
                      <a:br>
                        <a:rPr kumimoji="1" lang="en-US" altLang="ja-JP" sz="1200" b="1" i="0" u="none" strike="noStrike" cap="none" normalizeH="0" baseline="0">
                          <a:ln>
                            <a:noFill/>
                          </a:ln>
                          <a:solidFill>
                            <a:schemeClr val="tx1"/>
                          </a:solidFill>
                          <a:effectLst/>
                          <a:latin typeface="Arial" charset="0"/>
                          <a:ea typeface="ＭＳ Ｐゴシック" pitchFamily="50" charset="-128"/>
                        </a:rPr>
                      </a:br>
                      <a:r>
                        <a:rPr kumimoji="1" lang="vi-VN" altLang="ja-JP" sz="1800" b="1" i="0" u="none" strike="noStrike" cap="none" normalizeH="0" baseline="0">
                          <a:ln>
                            <a:noFill/>
                          </a:ln>
                          <a:solidFill>
                            <a:schemeClr val="tx1"/>
                          </a:solidFill>
                          <a:effectLst/>
                          <a:latin typeface="Arial" charset="0"/>
                          <a:ea typeface="ＭＳ Ｐゴシック" pitchFamily="50" charset="-128"/>
                        </a:rPr>
                        <a:t>Ư</a:t>
                      </a:r>
                      <a:r>
                        <a:rPr kumimoji="1" lang="en-US" altLang="ja-JP" sz="1800" b="1" i="0" u="none" strike="noStrike" cap="none" normalizeH="0" baseline="0">
                          <a:ln>
                            <a:noFill/>
                          </a:ln>
                          <a:solidFill>
                            <a:schemeClr val="tx1"/>
                          </a:solidFill>
                          <a:effectLst/>
                          <a:latin typeface="Arial" charset="0"/>
                          <a:ea typeface="ＭＳ Ｐゴシック" pitchFamily="50" charset="-128"/>
                        </a:rPr>
                        <a:t>ớc l</a:t>
                      </a:r>
                      <a:r>
                        <a:rPr kumimoji="1" lang="vi-VN" altLang="ja-JP" sz="1800" b="1" i="0" u="none" strike="noStrike" cap="none" normalizeH="0" baseline="0">
                          <a:ln>
                            <a:noFill/>
                          </a:ln>
                          <a:solidFill>
                            <a:schemeClr val="tx1"/>
                          </a:solidFill>
                          <a:effectLst/>
                          <a:latin typeface="Arial" charset="0"/>
                          <a:ea typeface="ＭＳ Ｐゴシック" pitchFamily="50" charset="-128"/>
                        </a:rPr>
                        <a:t>ư</a:t>
                      </a:r>
                      <a:r>
                        <a:rPr kumimoji="1" lang="en-US" altLang="ja-JP" sz="1800" b="1" i="0" u="none" strike="noStrike" cap="none" normalizeH="0" baseline="0">
                          <a:ln>
                            <a:noFill/>
                          </a:ln>
                          <a:solidFill>
                            <a:schemeClr val="tx1"/>
                          </a:solidFill>
                          <a:effectLst/>
                          <a:latin typeface="Arial" charset="0"/>
                          <a:ea typeface="ＭＳ Ｐゴシック" pitchFamily="50" charset="-128"/>
                        </a:rPr>
                        <a:t>ợng chặt</a:t>
                      </a:r>
                      <a:endParaRPr kumimoji="1" lang="en-US" altLang="ja-JP" sz="2400" b="0" i="0" u="none" strike="noStrike" cap="none" normalizeH="0" baseline="0">
                        <a:ln>
                          <a:noFill/>
                        </a:ln>
                        <a:solidFill>
                          <a:schemeClr val="tx1"/>
                        </a:solidFill>
                        <a:effectLst/>
                        <a:latin typeface="Arial" charset="0"/>
                        <a:ea typeface="ＭＳ Ｐゴシック" pitchFamily="50" charset="-128"/>
                      </a:endParaRP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xmlns="" val="10001"/>
                  </a:ext>
                </a:extLst>
              </a:tr>
              <a:tr h="2411054">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1" lang="en-US" altLang="ja-JP" sz="1600" b="0" i="0" u="none" strike="noStrike" cap="none" normalizeH="0" baseline="0">
                        <a:ln>
                          <a:noFill/>
                        </a:ln>
                        <a:solidFill>
                          <a:schemeClr val="tx1"/>
                        </a:solidFill>
                        <a:effectLst/>
                        <a:latin typeface="Arial" charset="0"/>
                        <a:ea typeface="ＭＳ Ｐゴシック" pitchFamily="50" charset="-128"/>
                      </a:endParaRPr>
                    </a:p>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1" lang="en-US" altLang="ja-JP" sz="2400" b="0" i="0" u="none" strike="noStrike" cap="none" normalizeH="0" baseline="0">
                          <a:ln>
                            <a:noFill/>
                          </a:ln>
                          <a:solidFill>
                            <a:schemeClr val="tx1"/>
                          </a:solidFill>
                          <a:effectLst/>
                          <a:latin typeface="Arial" charset="0"/>
                          <a:ea typeface="ＭＳ Ｐゴシック" pitchFamily="50" charset="-128"/>
                        </a:rPr>
                        <a:t>Công cụ và kỹ thuật </a:t>
                      </a:r>
                      <a:r>
                        <a:rPr kumimoji="1" lang="vi-VN" altLang="ja-JP" sz="2400" b="0" i="0" u="none" strike="noStrike" cap="none" normalizeH="0" baseline="0">
                          <a:ln>
                            <a:noFill/>
                          </a:ln>
                          <a:solidFill>
                            <a:schemeClr val="tx1"/>
                          </a:solidFill>
                          <a:effectLst/>
                          <a:latin typeface="Arial" charset="0"/>
                          <a:ea typeface="ＭＳ Ｐゴシック" pitchFamily="50" charset="-128"/>
                        </a:rPr>
                        <a:t>ư</a:t>
                      </a:r>
                      <a:r>
                        <a:rPr kumimoji="1" lang="en-US" altLang="ja-JP" sz="2400" b="0" i="0" u="none" strike="noStrike" cap="none" normalizeH="0" baseline="0">
                          <a:ln>
                            <a:noFill/>
                          </a:ln>
                          <a:solidFill>
                            <a:schemeClr val="tx1"/>
                          </a:solidFill>
                          <a:effectLst/>
                          <a:latin typeface="Arial" charset="0"/>
                          <a:ea typeface="ＭＳ Ｐゴシック" pitchFamily="50" charset="-128"/>
                        </a:rPr>
                        <a:t>ớc l</a:t>
                      </a:r>
                      <a:r>
                        <a:rPr kumimoji="1" lang="vi-VN" altLang="ja-JP" sz="2400" b="0" i="0" u="none" strike="noStrike" cap="none" normalizeH="0" baseline="0">
                          <a:ln>
                            <a:noFill/>
                          </a:ln>
                          <a:solidFill>
                            <a:schemeClr val="tx1"/>
                          </a:solidFill>
                          <a:effectLst/>
                          <a:latin typeface="Arial" charset="0"/>
                          <a:ea typeface="ＭＳ Ｐゴシック" pitchFamily="50" charset="-128"/>
                        </a:rPr>
                        <a:t>ư</a:t>
                      </a:r>
                      <a:r>
                        <a:rPr kumimoji="1" lang="en-US" altLang="ja-JP" sz="2400" b="0" i="0" u="none" strike="noStrike" cap="none" normalizeH="0" baseline="0">
                          <a:ln>
                            <a:noFill/>
                          </a:ln>
                          <a:solidFill>
                            <a:schemeClr val="tx1"/>
                          </a:solidFill>
                          <a:effectLst/>
                          <a:latin typeface="Arial" charset="0"/>
                          <a:ea typeface="ＭＳ Ｐゴシック" pitchFamily="50" charset="-128"/>
                        </a:rPr>
                        <a:t>ợng</a:t>
                      </a: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9966"/>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1" lang="ja-JP" altLang="ja-JP" sz="2400" b="0" i="0" u="none" strike="noStrike" cap="none" normalizeH="0" baseline="0">
                        <a:ln>
                          <a:noFill/>
                        </a:ln>
                        <a:solidFill>
                          <a:schemeClr val="tx1"/>
                        </a:solidFill>
                        <a:effectLst/>
                        <a:latin typeface="Arial" charset="0"/>
                        <a:ea typeface="ＭＳ Ｐゴシック" pitchFamily="50" charset="-128"/>
                      </a:endParaRPr>
                    </a:p>
                  </a:txBody>
                  <a:tcPr marT="45713" marB="45713"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1" lang="ja-JP" altLang="ja-JP" sz="2400" b="0" i="0" u="none" strike="noStrike" cap="none" normalizeH="0" baseline="0">
                        <a:ln>
                          <a:noFill/>
                        </a:ln>
                        <a:solidFill>
                          <a:schemeClr val="tx1"/>
                        </a:solidFill>
                        <a:effectLst/>
                        <a:latin typeface="Arial" charset="0"/>
                        <a:ea typeface="ＭＳ Ｐゴシック" pitchFamily="50" charset="-128"/>
                      </a:endParaRPr>
                    </a:p>
                  </a:txBody>
                  <a:tcPr marT="45713" marB="45713"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1" lang="ja-JP" altLang="ja-JP" sz="2400" b="0" i="0" u="none" strike="noStrike" cap="none" normalizeH="0" baseline="0">
                        <a:ln>
                          <a:noFill/>
                        </a:ln>
                        <a:solidFill>
                          <a:schemeClr val="tx1"/>
                        </a:solidFill>
                        <a:effectLst/>
                        <a:latin typeface="Arial" charset="0"/>
                        <a:ea typeface="ＭＳ Ｐゴシック" pitchFamily="50" charset="-128"/>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1" lang="ja-JP" altLang="ja-JP" sz="2400" b="0" i="0" u="none" strike="noStrike" cap="none" normalizeH="0" baseline="0">
                        <a:ln>
                          <a:noFill/>
                        </a:ln>
                        <a:solidFill>
                          <a:schemeClr val="tx1"/>
                        </a:solidFill>
                        <a:effectLst/>
                        <a:latin typeface="Arial" charset="0"/>
                        <a:ea typeface="ＭＳ Ｐゴシック" pitchFamily="50" charset="-128"/>
                      </a:endParaRP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xmlns="" val="10002"/>
                  </a:ext>
                </a:extLst>
              </a:tr>
            </a:tbl>
          </a:graphicData>
        </a:graphic>
      </p:graphicFrame>
      <p:sp>
        <p:nvSpPr>
          <p:cNvPr id="68634" name="Line 47"/>
          <p:cNvSpPr>
            <a:spLocks noChangeShapeType="1"/>
          </p:cNvSpPr>
          <p:nvPr/>
        </p:nvSpPr>
        <p:spPr bwMode="auto">
          <a:xfrm>
            <a:off x="387350" y="1082675"/>
            <a:ext cx="1800225" cy="7207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28784" name="AutoShape 48"/>
          <p:cNvSpPr>
            <a:spLocks noChangeArrowheads="1"/>
          </p:cNvSpPr>
          <p:nvPr/>
        </p:nvSpPr>
        <p:spPr bwMode="auto">
          <a:xfrm>
            <a:off x="2332038" y="3849688"/>
            <a:ext cx="2879725" cy="504825"/>
          </a:xfrm>
          <a:prstGeom prst="homePlate">
            <a:avLst>
              <a:gd name="adj" fmla="val 142610"/>
            </a:avLst>
          </a:prstGeom>
          <a:gradFill rotWithShape="1">
            <a:gsLst>
              <a:gs pos="0">
                <a:schemeClr val="accent1">
                  <a:gamma/>
                  <a:shade val="46275"/>
                  <a:invGamma/>
                </a:schemeClr>
              </a:gs>
              <a:gs pos="50000">
                <a:schemeClr val="accent1"/>
              </a:gs>
              <a:gs pos="100000">
                <a:schemeClr val="accent1">
                  <a:gamma/>
                  <a:shade val="46275"/>
                  <a:invGamma/>
                </a:schemeClr>
              </a:gs>
            </a:gsLst>
            <a:lin ang="5400000" scaled="1"/>
          </a:gradFill>
          <a:ln w="9525" algn="ctr">
            <a:solidFill>
              <a:schemeClr val="tx1"/>
            </a:solidFill>
            <a:miter lim="800000"/>
            <a:headEnd/>
            <a:tailEnd/>
          </a:ln>
          <a:effectLst/>
        </p:spPr>
        <p:txBody>
          <a:bodyPr wrap="none" anchor="ctr"/>
          <a:lstStyle/>
          <a:p>
            <a:pPr algn="ctr">
              <a:defRPr/>
            </a:pPr>
            <a:r>
              <a:rPr lang="en-US" altLang="ja-JP"/>
              <a:t>Top-Down Estimating</a:t>
            </a:r>
          </a:p>
        </p:txBody>
      </p:sp>
      <p:sp>
        <p:nvSpPr>
          <p:cNvPr id="628785" name="AutoShape 49"/>
          <p:cNvSpPr>
            <a:spLocks noChangeArrowheads="1"/>
          </p:cNvSpPr>
          <p:nvPr/>
        </p:nvSpPr>
        <p:spPr bwMode="auto">
          <a:xfrm>
            <a:off x="4059238" y="4497388"/>
            <a:ext cx="2881312" cy="504825"/>
          </a:xfrm>
          <a:prstGeom prst="homePlate">
            <a:avLst>
              <a:gd name="adj" fmla="val 142689"/>
            </a:avLst>
          </a:prstGeom>
          <a:gradFill rotWithShape="1">
            <a:gsLst>
              <a:gs pos="0">
                <a:schemeClr val="accent1">
                  <a:gamma/>
                  <a:shade val="46275"/>
                  <a:invGamma/>
                </a:schemeClr>
              </a:gs>
              <a:gs pos="50000">
                <a:schemeClr val="accent1"/>
              </a:gs>
              <a:gs pos="100000">
                <a:schemeClr val="accent1">
                  <a:gamma/>
                  <a:shade val="46275"/>
                  <a:invGamma/>
                </a:schemeClr>
              </a:gs>
            </a:gsLst>
            <a:lin ang="5400000" scaled="1"/>
          </a:gradFill>
          <a:ln w="9525" algn="ctr">
            <a:solidFill>
              <a:schemeClr val="tx1"/>
            </a:solidFill>
            <a:miter lim="800000"/>
            <a:headEnd/>
            <a:tailEnd/>
          </a:ln>
          <a:effectLst/>
        </p:spPr>
        <p:txBody>
          <a:bodyPr wrap="none" anchor="ctr"/>
          <a:lstStyle/>
          <a:p>
            <a:pPr algn="ctr">
              <a:defRPr/>
            </a:pPr>
            <a:r>
              <a:rPr lang="en-US" altLang="ja-JP"/>
              <a:t>Parametric Estimating</a:t>
            </a:r>
          </a:p>
        </p:txBody>
      </p:sp>
      <p:sp>
        <p:nvSpPr>
          <p:cNvPr id="628786" name="AutoShape 50"/>
          <p:cNvSpPr>
            <a:spLocks noChangeArrowheads="1"/>
          </p:cNvSpPr>
          <p:nvPr/>
        </p:nvSpPr>
        <p:spPr bwMode="auto">
          <a:xfrm>
            <a:off x="5867400" y="5108575"/>
            <a:ext cx="2676525" cy="504825"/>
          </a:xfrm>
          <a:prstGeom prst="homePlate">
            <a:avLst>
              <a:gd name="adj" fmla="val 132547"/>
            </a:avLst>
          </a:prstGeom>
          <a:gradFill rotWithShape="1">
            <a:gsLst>
              <a:gs pos="0">
                <a:schemeClr val="accent1">
                  <a:gamma/>
                  <a:shade val="46275"/>
                  <a:invGamma/>
                </a:schemeClr>
              </a:gs>
              <a:gs pos="50000">
                <a:schemeClr val="accent1"/>
              </a:gs>
              <a:gs pos="100000">
                <a:schemeClr val="accent1">
                  <a:gamma/>
                  <a:shade val="46275"/>
                  <a:invGamma/>
                </a:schemeClr>
              </a:gs>
            </a:gsLst>
            <a:lin ang="5400000" scaled="1"/>
          </a:gradFill>
          <a:ln w="9525" algn="ctr">
            <a:solidFill>
              <a:schemeClr val="tx1"/>
            </a:solidFill>
            <a:miter lim="800000"/>
            <a:headEnd/>
            <a:tailEnd/>
          </a:ln>
          <a:effectLst/>
        </p:spPr>
        <p:txBody>
          <a:bodyPr wrap="none" anchor="ctr"/>
          <a:lstStyle/>
          <a:p>
            <a:pPr algn="ctr">
              <a:defRPr/>
            </a:pPr>
            <a:r>
              <a:rPr lang="en-US" altLang="ja-JP"/>
              <a:t>Bottom-Up Estimating</a:t>
            </a:r>
          </a:p>
        </p:txBody>
      </p:sp>
      <p:sp>
        <p:nvSpPr>
          <p:cNvPr id="68638" name="Text Box 52"/>
          <p:cNvSpPr txBox="1">
            <a:spLocks noChangeArrowheads="1"/>
          </p:cNvSpPr>
          <p:nvPr/>
        </p:nvSpPr>
        <p:spPr bwMode="auto">
          <a:xfrm>
            <a:off x="457200" y="3159125"/>
            <a:ext cx="151288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algn="ctr" eaLnBrk="1" hangingPunct="1">
              <a:spcBef>
                <a:spcPct val="50000"/>
              </a:spcBef>
            </a:pPr>
            <a:r>
              <a:rPr lang="en-US" altLang="ja-JP" sz="1600" b="1">
                <a:latin typeface="Tahoma" panose="020B0604030504040204" pitchFamily="34" charset="0"/>
                <a:ea typeface="Tahoma" panose="020B0604030504040204" pitchFamily="34" charset="0"/>
                <a:cs typeface="Tahoma" panose="020B0604030504040204" pitchFamily="34" charset="0"/>
              </a:rPr>
              <a:t>Độ chính xác </a:t>
            </a:r>
          </a:p>
        </p:txBody>
      </p:sp>
      <p:sp>
        <p:nvSpPr>
          <p:cNvPr id="68639" name="Text Box 58"/>
          <p:cNvSpPr txBox="1">
            <a:spLocks noChangeArrowheads="1"/>
          </p:cNvSpPr>
          <p:nvPr/>
        </p:nvSpPr>
        <p:spPr bwMode="auto">
          <a:xfrm>
            <a:off x="381000" y="1512888"/>
            <a:ext cx="132440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r>
              <a:rPr lang="en-US" altLang="ja-JP"/>
              <a:t>Ước lượng</a:t>
            </a:r>
          </a:p>
        </p:txBody>
      </p:sp>
      <p:sp>
        <p:nvSpPr>
          <p:cNvPr id="68640" name="Text Box 100"/>
          <p:cNvSpPr txBox="1">
            <a:spLocks noChangeArrowheads="1"/>
          </p:cNvSpPr>
          <p:nvPr/>
        </p:nvSpPr>
        <p:spPr bwMode="auto">
          <a:xfrm>
            <a:off x="2362200" y="3189288"/>
            <a:ext cx="1606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r>
              <a:rPr lang="ja-JP" altLang="en-US"/>
              <a:t>－</a:t>
            </a:r>
            <a:r>
              <a:rPr lang="en-US" altLang="ja-JP"/>
              <a:t>30</a:t>
            </a:r>
            <a:r>
              <a:rPr lang="ja-JP" altLang="en-US"/>
              <a:t>～＋</a:t>
            </a:r>
            <a:r>
              <a:rPr lang="en-US" altLang="ja-JP"/>
              <a:t>50</a:t>
            </a:r>
            <a:r>
              <a:rPr lang="ja-JP" altLang="en-US"/>
              <a:t>％</a:t>
            </a:r>
          </a:p>
        </p:txBody>
      </p:sp>
      <p:sp>
        <p:nvSpPr>
          <p:cNvPr id="68641" name="Line 103"/>
          <p:cNvSpPr>
            <a:spLocks noChangeShapeType="1"/>
          </p:cNvSpPr>
          <p:nvPr/>
        </p:nvSpPr>
        <p:spPr bwMode="auto">
          <a:xfrm>
            <a:off x="381000" y="3098800"/>
            <a:ext cx="81915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68642" name="Text Box 104"/>
          <p:cNvSpPr txBox="1">
            <a:spLocks noChangeArrowheads="1"/>
          </p:cNvSpPr>
          <p:nvPr/>
        </p:nvSpPr>
        <p:spPr bwMode="auto">
          <a:xfrm>
            <a:off x="4489450" y="3189288"/>
            <a:ext cx="1606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r>
              <a:rPr lang="ja-JP" altLang="en-US"/>
              <a:t>－</a:t>
            </a:r>
            <a:r>
              <a:rPr lang="en-US" altLang="ja-JP"/>
              <a:t>15</a:t>
            </a:r>
            <a:r>
              <a:rPr lang="ja-JP" altLang="en-US"/>
              <a:t>～＋</a:t>
            </a:r>
            <a:r>
              <a:rPr lang="en-US" altLang="ja-JP"/>
              <a:t>30</a:t>
            </a:r>
            <a:r>
              <a:rPr lang="ja-JP" altLang="en-US"/>
              <a:t>％</a:t>
            </a:r>
          </a:p>
        </p:txBody>
      </p:sp>
      <p:sp>
        <p:nvSpPr>
          <p:cNvPr id="68643" name="Text Box 105"/>
          <p:cNvSpPr txBox="1">
            <a:spLocks noChangeArrowheads="1"/>
          </p:cNvSpPr>
          <p:nvPr/>
        </p:nvSpPr>
        <p:spPr bwMode="auto">
          <a:xfrm>
            <a:off x="6673850" y="3189288"/>
            <a:ext cx="1479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r>
              <a:rPr lang="ja-JP" altLang="en-US"/>
              <a:t>－</a:t>
            </a:r>
            <a:r>
              <a:rPr lang="en-US" altLang="ja-JP"/>
              <a:t>5</a:t>
            </a:r>
            <a:r>
              <a:rPr lang="ja-JP" altLang="en-US"/>
              <a:t>～＋</a:t>
            </a:r>
            <a:r>
              <a:rPr lang="en-US" altLang="ja-JP"/>
              <a:t>15</a:t>
            </a:r>
            <a:r>
              <a:rPr lang="ja-JP" altLang="en-US"/>
              <a:t>％</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4"/>
          <p:cNvSpPr>
            <a:spLocks noChangeArrowheads="1"/>
          </p:cNvSpPr>
          <p:nvPr/>
        </p:nvSpPr>
        <p:spPr bwMode="auto">
          <a:xfrm>
            <a:off x="1454150" y="3322638"/>
            <a:ext cx="515938"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ja-JP" sz="1200">
                <a:solidFill>
                  <a:srgbClr val="000000"/>
                </a:solidFill>
                <a:latin typeface="ＭＳ Ｐゴシック" pitchFamily="50" charset="-128"/>
              </a:rPr>
              <a:t>Process</a:t>
            </a:r>
            <a:endParaRPr lang="en-US" altLang="ja-JP" sz="2400">
              <a:latin typeface="ＭＳ Ｐゴシック" pitchFamily="50" charset="-128"/>
            </a:endParaRPr>
          </a:p>
        </p:txBody>
      </p:sp>
      <p:sp>
        <p:nvSpPr>
          <p:cNvPr id="72707" name="Rectangle 5"/>
          <p:cNvSpPr>
            <a:spLocks noChangeArrowheads="1"/>
          </p:cNvSpPr>
          <p:nvPr/>
        </p:nvSpPr>
        <p:spPr bwMode="auto">
          <a:xfrm>
            <a:off x="3114675" y="1544638"/>
            <a:ext cx="762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ja-JP" sz="1200">
                <a:solidFill>
                  <a:srgbClr val="000000"/>
                </a:solidFill>
                <a:latin typeface="ＭＳ Ｐゴシック" pitchFamily="50" charset="-128"/>
              </a:rPr>
              <a:t>4</a:t>
            </a:r>
            <a:endParaRPr lang="en-US" altLang="ja-JP" sz="2400">
              <a:latin typeface="ＭＳ Ｐゴシック" pitchFamily="50" charset="-128"/>
            </a:endParaRPr>
          </a:p>
        </p:txBody>
      </p:sp>
      <p:sp>
        <p:nvSpPr>
          <p:cNvPr id="72708" name="Rectangle 6"/>
          <p:cNvSpPr>
            <a:spLocks noChangeArrowheads="1"/>
          </p:cNvSpPr>
          <p:nvPr/>
        </p:nvSpPr>
        <p:spPr bwMode="auto">
          <a:xfrm>
            <a:off x="3733800" y="1544638"/>
            <a:ext cx="762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ja-JP" sz="1200">
                <a:solidFill>
                  <a:srgbClr val="000000"/>
                </a:solidFill>
                <a:latin typeface="ＭＳ Ｐゴシック" pitchFamily="50" charset="-128"/>
              </a:rPr>
              <a:t>5</a:t>
            </a:r>
            <a:endParaRPr lang="en-US" altLang="ja-JP" sz="2400">
              <a:latin typeface="ＭＳ Ｐゴシック" pitchFamily="50" charset="-128"/>
            </a:endParaRPr>
          </a:p>
        </p:txBody>
      </p:sp>
      <p:sp>
        <p:nvSpPr>
          <p:cNvPr id="72709" name="Rectangle 7"/>
          <p:cNvSpPr>
            <a:spLocks noChangeArrowheads="1"/>
          </p:cNvSpPr>
          <p:nvPr/>
        </p:nvSpPr>
        <p:spPr bwMode="auto">
          <a:xfrm>
            <a:off x="4343400" y="1544638"/>
            <a:ext cx="762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ja-JP" sz="1200">
                <a:solidFill>
                  <a:srgbClr val="000000"/>
                </a:solidFill>
                <a:latin typeface="ＭＳ Ｐゴシック" pitchFamily="50" charset="-128"/>
              </a:rPr>
              <a:t>6</a:t>
            </a:r>
            <a:endParaRPr lang="en-US" altLang="ja-JP" sz="2400">
              <a:latin typeface="ＭＳ Ｐゴシック" pitchFamily="50" charset="-128"/>
            </a:endParaRPr>
          </a:p>
        </p:txBody>
      </p:sp>
      <p:sp>
        <p:nvSpPr>
          <p:cNvPr id="72710" name="Rectangle 8"/>
          <p:cNvSpPr>
            <a:spLocks noChangeArrowheads="1"/>
          </p:cNvSpPr>
          <p:nvPr/>
        </p:nvSpPr>
        <p:spPr bwMode="auto">
          <a:xfrm>
            <a:off x="4953000" y="1544638"/>
            <a:ext cx="762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ja-JP" sz="1200">
                <a:solidFill>
                  <a:srgbClr val="000000"/>
                </a:solidFill>
                <a:latin typeface="ＭＳ Ｐゴシック" pitchFamily="50" charset="-128"/>
              </a:rPr>
              <a:t>7</a:t>
            </a:r>
            <a:endParaRPr lang="en-US" altLang="ja-JP" sz="2400">
              <a:latin typeface="ＭＳ Ｐゴシック" pitchFamily="50" charset="-128"/>
            </a:endParaRPr>
          </a:p>
        </p:txBody>
      </p:sp>
      <p:sp>
        <p:nvSpPr>
          <p:cNvPr id="72711" name="Rectangle 9"/>
          <p:cNvSpPr>
            <a:spLocks noChangeArrowheads="1"/>
          </p:cNvSpPr>
          <p:nvPr/>
        </p:nvSpPr>
        <p:spPr bwMode="auto">
          <a:xfrm>
            <a:off x="5562600" y="1544638"/>
            <a:ext cx="762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ja-JP" sz="1200">
                <a:solidFill>
                  <a:srgbClr val="000000"/>
                </a:solidFill>
                <a:latin typeface="ＭＳ Ｐゴシック" pitchFamily="50" charset="-128"/>
              </a:rPr>
              <a:t>8</a:t>
            </a:r>
            <a:endParaRPr lang="en-US" altLang="ja-JP" sz="2400">
              <a:latin typeface="ＭＳ Ｐゴシック" pitchFamily="50" charset="-128"/>
            </a:endParaRPr>
          </a:p>
        </p:txBody>
      </p:sp>
      <p:sp>
        <p:nvSpPr>
          <p:cNvPr id="72712" name="Rectangle 10"/>
          <p:cNvSpPr>
            <a:spLocks noChangeArrowheads="1"/>
          </p:cNvSpPr>
          <p:nvPr/>
        </p:nvSpPr>
        <p:spPr bwMode="auto">
          <a:xfrm>
            <a:off x="6172200" y="1544638"/>
            <a:ext cx="762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ja-JP" sz="1200">
                <a:solidFill>
                  <a:srgbClr val="000000"/>
                </a:solidFill>
                <a:latin typeface="ＭＳ Ｐゴシック" pitchFamily="50" charset="-128"/>
              </a:rPr>
              <a:t>9</a:t>
            </a:r>
            <a:endParaRPr lang="en-US" altLang="ja-JP" sz="2400">
              <a:latin typeface="ＭＳ Ｐゴシック" pitchFamily="50" charset="-128"/>
            </a:endParaRPr>
          </a:p>
        </p:txBody>
      </p:sp>
      <p:sp>
        <p:nvSpPr>
          <p:cNvPr id="72713" name="Rectangle 11"/>
          <p:cNvSpPr>
            <a:spLocks noChangeArrowheads="1"/>
          </p:cNvSpPr>
          <p:nvPr/>
        </p:nvSpPr>
        <p:spPr bwMode="auto">
          <a:xfrm>
            <a:off x="6705600" y="1544638"/>
            <a:ext cx="1524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ja-JP" sz="1200">
                <a:solidFill>
                  <a:srgbClr val="000000"/>
                </a:solidFill>
                <a:latin typeface="ＭＳ Ｐゴシック" pitchFamily="50" charset="-128"/>
              </a:rPr>
              <a:t>10</a:t>
            </a:r>
            <a:endParaRPr lang="en-US" altLang="ja-JP" sz="2400">
              <a:latin typeface="ＭＳ Ｐゴシック" pitchFamily="50" charset="-128"/>
            </a:endParaRPr>
          </a:p>
        </p:txBody>
      </p:sp>
      <p:sp>
        <p:nvSpPr>
          <p:cNvPr id="72714" name="Rectangle 12"/>
          <p:cNvSpPr>
            <a:spLocks noChangeArrowheads="1"/>
          </p:cNvSpPr>
          <p:nvPr/>
        </p:nvSpPr>
        <p:spPr bwMode="auto">
          <a:xfrm>
            <a:off x="7315200" y="1544638"/>
            <a:ext cx="1524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ja-JP" sz="1200">
                <a:solidFill>
                  <a:srgbClr val="000000"/>
                </a:solidFill>
                <a:latin typeface="ＭＳ Ｐゴシック" pitchFamily="50" charset="-128"/>
              </a:rPr>
              <a:t>11</a:t>
            </a:r>
            <a:endParaRPr lang="en-US" altLang="ja-JP" sz="2400">
              <a:latin typeface="ＭＳ Ｐゴシック" pitchFamily="50" charset="-128"/>
            </a:endParaRPr>
          </a:p>
        </p:txBody>
      </p:sp>
      <p:sp>
        <p:nvSpPr>
          <p:cNvPr id="72715" name="Rectangle 13"/>
          <p:cNvSpPr>
            <a:spLocks noChangeArrowheads="1"/>
          </p:cNvSpPr>
          <p:nvPr/>
        </p:nvSpPr>
        <p:spPr bwMode="auto">
          <a:xfrm>
            <a:off x="1524000" y="1905000"/>
            <a:ext cx="368691"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ja-JP" sz="1200" b="1">
                <a:solidFill>
                  <a:srgbClr val="00B050"/>
                </a:solidFill>
                <a:latin typeface="ＭＳ Ｐゴシック" pitchFamily="50" charset="-128"/>
              </a:rPr>
              <a:t>Event</a:t>
            </a:r>
            <a:endParaRPr lang="en-US" altLang="ja-JP" sz="2400" b="1">
              <a:solidFill>
                <a:srgbClr val="00B050"/>
              </a:solidFill>
              <a:latin typeface="ＭＳ Ｐゴシック" pitchFamily="50" charset="-128"/>
            </a:endParaRPr>
          </a:p>
        </p:txBody>
      </p:sp>
      <p:sp>
        <p:nvSpPr>
          <p:cNvPr id="72716" name="Rectangle 14"/>
          <p:cNvSpPr>
            <a:spLocks noChangeArrowheads="1"/>
          </p:cNvSpPr>
          <p:nvPr/>
        </p:nvSpPr>
        <p:spPr bwMode="auto">
          <a:xfrm>
            <a:off x="3503613" y="1905000"/>
            <a:ext cx="580287"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ja-JP" sz="1200">
                <a:solidFill>
                  <a:srgbClr val="00B050"/>
                </a:solidFill>
                <a:latin typeface="ＭＳ Ｐゴシック" pitchFamily="50" charset="-128"/>
              </a:rPr>
              <a:t>▲Server</a:t>
            </a:r>
            <a:endParaRPr lang="en-US" altLang="ja-JP" sz="2400">
              <a:solidFill>
                <a:srgbClr val="00B050"/>
              </a:solidFill>
              <a:latin typeface="ＭＳ Ｐゴシック" pitchFamily="50" charset="-128"/>
            </a:endParaRPr>
          </a:p>
        </p:txBody>
      </p:sp>
      <p:sp>
        <p:nvSpPr>
          <p:cNvPr id="72717" name="Rectangle 15"/>
          <p:cNvSpPr>
            <a:spLocks noChangeArrowheads="1"/>
          </p:cNvSpPr>
          <p:nvPr/>
        </p:nvSpPr>
        <p:spPr bwMode="auto">
          <a:xfrm>
            <a:off x="4638675" y="1905000"/>
            <a:ext cx="528991"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ja-JP" sz="1200">
                <a:solidFill>
                  <a:srgbClr val="00B050"/>
                </a:solidFill>
                <a:latin typeface="ＭＳ Ｐゴシック" pitchFamily="50" charset="-128"/>
              </a:rPr>
              <a:t>▲Client</a:t>
            </a:r>
            <a:endParaRPr lang="en-US" altLang="ja-JP" sz="2400">
              <a:solidFill>
                <a:srgbClr val="00B050"/>
              </a:solidFill>
              <a:latin typeface="ＭＳ Ｐゴシック" pitchFamily="50" charset="-128"/>
            </a:endParaRPr>
          </a:p>
        </p:txBody>
      </p:sp>
      <p:sp>
        <p:nvSpPr>
          <p:cNvPr id="72718" name="Rectangle 16"/>
          <p:cNvSpPr>
            <a:spLocks noChangeArrowheads="1"/>
          </p:cNvSpPr>
          <p:nvPr/>
        </p:nvSpPr>
        <p:spPr bwMode="auto">
          <a:xfrm>
            <a:off x="1458912" y="2345273"/>
            <a:ext cx="750887"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en-US" altLang="ja-JP" sz="1200" b="1">
                <a:solidFill>
                  <a:srgbClr val="0070C0"/>
                </a:solidFill>
                <a:latin typeface="ＭＳ Ｐゴシック" pitchFamily="50" charset="-128"/>
              </a:rPr>
              <a:t>Meeting</a:t>
            </a:r>
            <a:endParaRPr lang="en-US" altLang="ja-JP" sz="2400" b="1">
              <a:solidFill>
                <a:srgbClr val="0070C0"/>
              </a:solidFill>
              <a:latin typeface="ＭＳ Ｐゴシック" pitchFamily="50" charset="-128"/>
            </a:endParaRPr>
          </a:p>
        </p:txBody>
      </p:sp>
      <p:sp>
        <p:nvSpPr>
          <p:cNvPr id="72719" name="Rectangle 17"/>
          <p:cNvSpPr>
            <a:spLocks noChangeArrowheads="1"/>
          </p:cNvSpPr>
          <p:nvPr/>
        </p:nvSpPr>
        <p:spPr bwMode="auto">
          <a:xfrm>
            <a:off x="6750050" y="1981200"/>
            <a:ext cx="1054776"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ja-JP" sz="1200">
                <a:solidFill>
                  <a:srgbClr val="00B050"/>
                </a:solidFill>
                <a:latin typeface="ＭＳ Ｐゴシック" pitchFamily="50" charset="-128"/>
              </a:rPr>
              <a:t>Training for user</a:t>
            </a:r>
            <a:endParaRPr lang="en-US" altLang="ja-JP" sz="2400">
              <a:solidFill>
                <a:srgbClr val="00B050"/>
              </a:solidFill>
              <a:latin typeface="ＭＳ Ｐゴシック" pitchFamily="50" charset="-128"/>
            </a:endParaRPr>
          </a:p>
        </p:txBody>
      </p:sp>
      <p:sp>
        <p:nvSpPr>
          <p:cNvPr id="72720" name="Rectangle 18"/>
          <p:cNvSpPr>
            <a:spLocks noChangeArrowheads="1"/>
          </p:cNvSpPr>
          <p:nvPr/>
        </p:nvSpPr>
        <p:spPr bwMode="auto">
          <a:xfrm>
            <a:off x="3397250" y="2670175"/>
            <a:ext cx="288380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ja-JP" sz="1200">
                <a:solidFill>
                  <a:srgbClr val="7030A0"/>
                </a:solidFill>
                <a:latin typeface="ＭＳ Ｐゴシック" pitchFamily="50" charset="-128"/>
              </a:rPr>
              <a:t>▲Requirement Definition</a:t>
            </a:r>
            <a:r>
              <a:rPr lang="ja-JP" altLang="en-US" sz="1200">
                <a:solidFill>
                  <a:srgbClr val="7030A0"/>
                </a:solidFill>
                <a:latin typeface="ＭＳ Ｐゴシック" pitchFamily="50" charset="-128"/>
              </a:rPr>
              <a:t>　▲</a:t>
            </a:r>
            <a:r>
              <a:rPr lang="en-US" altLang="ja-JP" sz="1200">
                <a:solidFill>
                  <a:srgbClr val="7030A0"/>
                </a:solidFill>
                <a:latin typeface="ＭＳ Ｐゴシック" pitchFamily="50" charset="-128"/>
              </a:rPr>
              <a:t>Program Design</a:t>
            </a:r>
            <a:endParaRPr lang="en-US" altLang="ja-JP" sz="2400">
              <a:solidFill>
                <a:srgbClr val="7030A0"/>
              </a:solidFill>
              <a:latin typeface="ＭＳ Ｐゴシック" pitchFamily="50" charset="-128"/>
            </a:endParaRPr>
          </a:p>
        </p:txBody>
      </p:sp>
      <p:sp>
        <p:nvSpPr>
          <p:cNvPr id="72721" name="Rectangle 19"/>
          <p:cNvSpPr>
            <a:spLocks noChangeArrowheads="1"/>
          </p:cNvSpPr>
          <p:nvPr/>
        </p:nvSpPr>
        <p:spPr bwMode="auto">
          <a:xfrm>
            <a:off x="7677150" y="3651250"/>
            <a:ext cx="671659"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ja-JP" sz="1200">
                <a:solidFill>
                  <a:srgbClr val="7030A0"/>
                </a:solidFill>
                <a:latin typeface="ＭＳ Ｐゴシック" pitchFamily="50" charset="-128"/>
              </a:rPr>
              <a:t>▲Delivery</a:t>
            </a:r>
            <a:endParaRPr lang="en-US" altLang="ja-JP" sz="2400">
              <a:solidFill>
                <a:srgbClr val="7030A0"/>
              </a:solidFill>
              <a:latin typeface="ＭＳ Ｐゴシック" pitchFamily="50" charset="-128"/>
            </a:endParaRPr>
          </a:p>
        </p:txBody>
      </p:sp>
      <p:sp>
        <p:nvSpPr>
          <p:cNvPr id="72722" name="Rectangle 20"/>
          <p:cNvSpPr>
            <a:spLocks noChangeArrowheads="1"/>
          </p:cNvSpPr>
          <p:nvPr/>
        </p:nvSpPr>
        <p:spPr bwMode="auto">
          <a:xfrm>
            <a:off x="1309688" y="5673725"/>
            <a:ext cx="676275"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ja-JP" sz="1200">
                <a:solidFill>
                  <a:srgbClr val="000000"/>
                </a:solidFill>
                <a:latin typeface="ＭＳ Ｐゴシック" pitchFamily="50" charset="-128"/>
              </a:rPr>
              <a:t> Personnel</a:t>
            </a:r>
            <a:endParaRPr lang="en-US" altLang="ja-JP" sz="2400">
              <a:latin typeface="ＭＳ Ｐゴシック" pitchFamily="50" charset="-128"/>
            </a:endParaRPr>
          </a:p>
        </p:txBody>
      </p:sp>
      <p:sp>
        <p:nvSpPr>
          <p:cNvPr id="72723" name="Rectangle 21"/>
          <p:cNvSpPr>
            <a:spLocks noChangeArrowheads="1"/>
          </p:cNvSpPr>
          <p:nvPr/>
        </p:nvSpPr>
        <p:spPr bwMode="auto">
          <a:xfrm>
            <a:off x="3113088" y="5692775"/>
            <a:ext cx="762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ja-JP" sz="1200">
                <a:solidFill>
                  <a:srgbClr val="000000"/>
                </a:solidFill>
                <a:latin typeface="ＭＳ Ｐゴシック" pitchFamily="50" charset="-128"/>
              </a:rPr>
              <a:t>6</a:t>
            </a:r>
            <a:endParaRPr lang="en-US" altLang="ja-JP" sz="2400">
              <a:latin typeface="ＭＳ Ｐゴシック" pitchFamily="50" charset="-128"/>
            </a:endParaRPr>
          </a:p>
        </p:txBody>
      </p:sp>
      <p:sp>
        <p:nvSpPr>
          <p:cNvPr id="72724" name="Rectangle 22"/>
          <p:cNvSpPr>
            <a:spLocks noChangeArrowheads="1"/>
          </p:cNvSpPr>
          <p:nvPr/>
        </p:nvSpPr>
        <p:spPr bwMode="auto">
          <a:xfrm>
            <a:off x="3732213" y="5692775"/>
            <a:ext cx="762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ja-JP" sz="1200">
                <a:solidFill>
                  <a:srgbClr val="000000"/>
                </a:solidFill>
                <a:latin typeface="ＭＳ Ｐゴシック" pitchFamily="50" charset="-128"/>
              </a:rPr>
              <a:t>6</a:t>
            </a:r>
            <a:endParaRPr lang="en-US" altLang="ja-JP" sz="2400">
              <a:latin typeface="ＭＳ Ｐゴシック" pitchFamily="50" charset="-128"/>
            </a:endParaRPr>
          </a:p>
        </p:txBody>
      </p:sp>
      <p:sp>
        <p:nvSpPr>
          <p:cNvPr id="72725" name="Rectangle 23"/>
          <p:cNvSpPr>
            <a:spLocks noChangeArrowheads="1"/>
          </p:cNvSpPr>
          <p:nvPr/>
        </p:nvSpPr>
        <p:spPr bwMode="auto">
          <a:xfrm>
            <a:off x="4341813" y="5692775"/>
            <a:ext cx="762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ja-JP" sz="1200">
                <a:solidFill>
                  <a:srgbClr val="000000"/>
                </a:solidFill>
                <a:latin typeface="ＭＳ Ｐゴシック" pitchFamily="50" charset="-128"/>
              </a:rPr>
              <a:t>6</a:t>
            </a:r>
            <a:endParaRPr lang="en-US" altLang="ja-JP" sz="2400">
              <a:latin typeface="ＭＳ Ｐゴシック" pitchFamily="50" charset="-128"/>
            </a:endParaRPr>
          </a:p>
        </p:txBody>
      </p:sp>
      <p:sp>
        <p:nvSpPr>
          <p:cNvPr id="72726" name="Rectangle 24"/>
          <p:cNvSpPr>
            <a:spLocks noChangeArrowheads="1"/>
          </p:cNvSpPr>
          <p:nvPr/>
        </p:nvSpPr>
        <p:spPr bwMode="auto">
          <a:xfrm>
            <a:off x="4951413" y="5692775"/>
            <a:ext cx="762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ja-JP" sz="1200">
                <a:solidFill>
                  <a:srgbClr val="000000"/>
                </a:solidFill>
                <a:latin typeface="ＭＳ Ｐゴシック" pitchFamily="50" charset="-128"/>
              </a:rPr>
              <a:t>6</a:t>
            </a:r>
            <a:endParaRPr lang="en-US" altLang="ja-JP" sz="2400">
              <a:latin typeface="ＭＳ Ｐゴシック" pitchFamily="50" charset="-128"/>
            </a:endParaRPr>
          </a:p>
        </p:txBody>
      </p:sp>
      <p:sp>
        <p:nvSpPr>
          <p:cNvPr id="72727" name="Rectangle 25"/>
          <p:cNvSpPr>
            <a:spLocks noChangeArrowheads="1"/>
          </p:cNvSpPr>
          <p:nvPr/>
        </p:nvSpPr>
        <p:spPr bwMode="auto">
          <a:xfrm>
            <a:off x="5561013" y="5692775"/>
            <a:ext cx="762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ja-JP" sz="1200">
                <a:solidFill>
                  <a:srgbClr val="000000"/>
                </a:solidFill>
                <a:latin typeface="ＭＳ Ｐゴシック" pitchFamily="50" charset="-128"/>
              </a:rPr>
              <a:t>8</a:t>
            </a:r>
            <a:endParaRPr lang="en-US" altLang="ja-JP" sz="2400">
              <a:latin typeface="ＭＳ Ｐゴシック" pitchFamily="50" charset="-128"/>
            </a:endParaRPr>
          </a:p>
        </p:txBody>
      </p:sp>
      <p:sp>
        <p:nvSpPr>
          <p:cNvPr id="72728" name="Rectangle 26"/>
          <p:cNvSpPr>
            <a:spLocks noChangeArrowheads="1"/>
          </p:cNvSpPr>
          <p:nvPr/>
        </p:nvSpPr>
        <p:spPr bwMode="auto">
          <a:xfrm>
            <a:off x="6170613" y="5692775"/>
            <a:ext cx="762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ja-JP" sz="1200">
                <a:solidFill>
                  <a:srgbClr val="000000"/>
                </a:solidFill>
                <a:latin typeface="ＭＳ Ｐゴシック" pitchFamily="50" charset="-128"/>
              </a:rPr>
              <a:t>8</a:t>
            </a:r>
            <a:endParaRPr lang="en-US" altLang="ja-JP" sz="2400">
              <a:latin typeface="ＭＳ Ｐゴシック" pitchFamily="50" charset="-128"/>
            </a:endParaRPr>
          </a:p>
        </p:txBody>
      </p:sp>
      <p:sp>
        <p:nvSpPr>
          <p:cNvPr id="72729" name="Rectangle 27"/>
          <p:cNvSpPr>
            <a:spLocks noChangeArrowheads="1"/>
          </p:cNvSpPr>
          <p:nvPr/>
        </p:nvSpPr>
        <p:spPr bwMode="auto">
          <a:xfrm>
            <a:off x="6780213" y="5692775"/>
            <a:ext cx="762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ja-JP" sz="1200">
                <a:solidFill>
                  <a:srgbClr val="000000"/>
                </a:solidFill>
                <a:latin typeface="ＭＳ Ｐゴシック" pitchFamily="50" charset="-128"/>
              </a:rPr>
              <a:t>8</a:t>
            </a:r>
            <a:endParaRPr lang="en-US" altLang="ja-JP" sz="2400">
              <a:latin typeface="ＭＳ Ｐゴシック" pitchFamily="50" charset="-128"/>
            </a:endParaRPr>
          </a:p>
        </p:txBody>
      </p:sp>
      <p:sp>
        <p:nvSpPr>
          <p:cNvPr id="72730" name="Rectangle 28"/>
          <p:cNvSpPr>
            <a:spLocks noChangeArrowheads="1"/>
          </p:cNvSpPr>
          <p:nvPr/>
        </p:nvSpPr>
        <p:spPr bwMode="auto">
          <a:xfrm>
            <a:off x="7389813" y="5692775"/>
            <a:ext cx="762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ja-JP" sz="1200">
                <a:solidFill>
                  <a:srgbClr val="000000"/>
                </a:solidFill>
                <a:latin typeface="ＭＳ Ｐゴシック" pitchFamily="50" charset="-128"/>
              </a:rPr>
              <a:t>6</a:t>
            </a:r>
            <a:endParaRPr lang="en-US" altLang="ja-JP" sz="2400">
              <a:latin typeface="ＭＳ Ｐゴシック" pitchFamily="50" charset="-128"/>
            </a:endParaRPr>
          </a:p>
        </p:txBody>
      </p:sp>
      <p:sp>
        <p:nvSpPr>
          <p:cNvPr id="72731" name="Rectangle 29"/>
          <p:cNvSpPr>
            <a:spLocks noChangeArrowheads="1"/>
          </p:cNvSpPr>
          <p:nvPr/>
        </p:nvSpPr>
        <p:spPr bwMode="auto">
          <a:xfrm>
            <a:off x="1454150" y="2792413"/>
            <a:ext cx="458459"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ja-JP" sz="1200" b="1">
                <a:solidFill>
                  <a:srgbClr val="7030A0"/>
                </a:solidFill>
                <a:latin typeface="ＭＳ Ｐゴシック" pitchFamily="50" charset="-128"/>
              </a:rPr>
              <a:t>Review</a:t>
            </a:r>
          </a:p>
        </p:txBody>
      </p:sp>
      <p:sp>
        <p:nvSpPr>
          <p:cNvPr id="72732" name="Rectangle 30"/>
          <p:cNvSpPr>
            <a:spLocks noChangeArrowheads="1"/>
          </p:cNvSpPr>
          <p:nvPr/>
        </p:nvSpPr>
        <p:spPr bwMode="auto">
          <a:xfrm>
            <a:off x="4041775" y="806450"/>
            <a:ext cx="133191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ja-JP" sz="1500">
                <a:solidFill>
                  <a:srgbClr val="000000"/>
                </a:solidFill>
                <a:latin typeface="ＭＳ Ｐゴシック" pitchFamily="50" charset="-128"/>
              </a:rPr>
              <a:t>Master Schedule</a:t>
            </a:r>
            <a:endParaRPr lang="en-US" altLang="ja-JP" sz="2400">
              <a:latin typeface="ＭＳ Ｐゴシック" pitchFamily="50" charset="-128"/>
            </a:endParaRPr>
          </a:p>
        </p:txBody>
      </p:sp>
      <p:sp>
        <p:nvSpPr>
          <p:cNvPr id="72733" name="Rectangle 31"/>
          <p:cNvSpPr>
            <a:spLocks noChangeArrowheads="1"/>
          </p:cNvSpPr>
          <p:nvPr/>
        </p:nvSpPr>
        <p:spPr bwMode="auto">
          <a:xfrm>
            <a:off x="6718300" y="1066800"/>
            <a:ext cx="11684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ja-JP" sz="1200">
                <a:solidFill>
                  <a:srgbClr val="000000"/>
                </a:solidFill>
                <a:latin typeface="ＭＳ Ｐゴシック" pitchFamily="50" charset="-128"/>
              </a:rPr>
              <a:t>Date</a:t>
            </a:r>
            <a:r>
              <a:rPr lang="ja-JP" altLang="en-US" sz="1200">
                <a:solidFill>
                  <a:srgbClr val="000000"/>
                </a:solidFill>
                <a:latin typeface="ＭＳ Ｐゴシック" pitchFamily="50" charset="-128"/>
              </a:rPr>
              <a:t>：</a:t>
            </a:r>
            <a:r>
              <a:rPr lang="en-US" altLang="ja-JP" sz="1200">
                <a:solidFill>
                  <a:srgbClr val="000000"/>
                </a:solidFill>
                <a:latin typeface="ＭＳ Ｐゴシック" pitchFamily="50" charset="-128"/>
              </a:rPr>
              <a:t>20XX,Mar,25</a:t>
            </a:r>
            <a:endParaRPr lang="en-US" altLang="ja-JP" sz="2400">
              <a:latin typeface="ＭＳ Ｐゴシック" pitchFamily="50" charset="-128"/>
            </a:endParaRPr>
          </a:p>
        </p:txBody>
      </p:sp>
      <p:sp>
        <p:nvSpPr>
          <p:cNvPr id="72734" name="Rectangle 32"/>
          <p:cNvSpPr>
            <a:spLocks noChangeArrowheads="1"/>
          </p:cNvSpPr>
          <p:nvPr/>
        </p:nvSpPr>
        <p:spPr bwMode="auto">
          <a:xfrm>
            <a:off x="6705600" y="1265238"/>
            <a:ext cx="1317625"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ja-JP" sz="1200">
                <a:solidFill>
                  <a:srgbClr val="000000"/>
                </a:solidFill>
                <a:latin typeface="ＭＳ Ｐゴシック" pitchFamily="50" charset="-128"/>
              </a:rPr>
              <a:t>Planner</a:t>
            </a:r>
            <a:r>
              <a:rPr lang="ja-JP" altLang="en-US" sz="1200">
                <a:solidFill>
                  <a:srgbClr val="000000"/>
                </a:solidFill>
                <a:latin typeface="ＭＳ Ｐゴシック" pitchFamily="50" charset="-128"/>
              </a:rPr>
              <a:t>：</a:t>
            </a:r>
            <a:r>
              <a:rPr lang="en-US" altLang="ja-JP" sz="1200">
                <a:solidFill>
                  <a:srgbClr val="000000"/>
                </a:solidFill>
                <a:latin typeface="ＭＳ Ｐゴシック" pitchFamily="50" charset="-128"/>
              </a:rPr>
              <a:t>xx Div) Vinh</a:t>
            </a:r>
            <a:endParaRPr lang="en-US" altLang="ja-JP" sz="2400">
              <a:latin typeface="ＭＳ Ｐゴシック" pitchFamily="50" charset="-128"/>
            </a:endParaRPr>
          </a:p>
        </p:txBody>
      </p:sp>
      <p:sp>
        <p:nvSpPr>
          <p:cNvPr id="72735" name="Rectangle 33"/>
          <p:cNvSpPr>
            <a:spLocks noChangeArrowheads="1"/>
          </p:cNvSpPr>
          <p:nvPr/>
        </p:nvSpPr>
        <p:spPr bwMode="auto">
          <a:xfrm>
            <a:off x="1219200" y="1265238"/>
            <a:ext cx="3013075"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ja-JP" sz="1200">
                <a:solidFill>
                  <a:srgbClr val="000000"/>
                </a:solidFill>
                <a:latin typeface="ＭＳ Ｐゴシック" pitchFamily="50" charset="-128"/>
              </a:rPr>
              <a:t>Duration </a:t>
            </a:r>
            <a:r>
              <a:rPr lang="ja-JP" altLang="en-US" sz="1200">
                <a:solidFill>
                  <a:srgbClr val="000000"/>
                </a:solidFill>
                <a:latin typeface="ＭＳ Ｐゴシック" pitchFamily="50" charset="-128"/>
              </a:rPr>
              <a:t>：</a:t>
            </a:r>
            <a:r>
              <a:rPr lang="en-US" altLang="ja-JP" sz="1200">
                <a:solidFill>
                  <a:srgbClr val="000000"/>
                </a:solidFill>
                <a:latin typeface="ＭＳ Ｐゴシック" pitchFamily="50" charset="-128"/>
              </a:rPr>
              <a:t>20XX,Apr,1</a:t>
            </a:r>
            <a:r>
              <a:rPr lang="ja-JP" altLang="en-US" sz="1200">
                <a:solidFill>
                  <a:srgbClr val="000000"/>
                </a:solidFill>
                <a:latin typeface="ＭＳ Ｐゴシック" pitchFamily="50" charset="-128"/>
              </a:rPr>
              <a:t>～</a:t>
            </a:r>
            <a:r>
              <a:rPr lang="en-US" altLang="ja-JP" sz="1200">
                <a:solidFill>
                  <a:srgbClr val="000000"/>
                </a:solidFill>
                <a:latin typeface="ＭＳ Ｐゴシック" pitchFamily="50" charset="-128"/>
              </a:rPr>
              <a:t>20XX,Nov,30</a:t>
            </a:r>
            <a:r>
              <a:rPr lang="ja-JP" altLang="en-US" sz="1200">
                <a:solidFill>
                  <a:srgbClr val="000000"/>
                </a:solidFill>
                <a:latin typeface="ＭＳ Ｐゴシック" pitchFamily="50" charset="-128"/>
              </a:rPr>
              <a:t>（</a:t>
            </a:r>
            <a:r>
              <a:rPr lang="en-US" altLang="ja-JP" sz="1200">
                <a:solidFill>
                  <a:srgbClr val="000000"/>
                </a:solidFill>
                <a:latin typeface="ＭＳ Ｐゴシック" pitchFamily="50" charset="-128"/>
              </a:rPr>
              <a:t>8months</a:t>
            </a:r>
            <a:r>
              <a:rPr lang="ja-JP" altLang="en-US" sz="1200">
                <a:solidFill>
                  <a:srgbClr val="000000"/>
                </a:solidFill>
                <a:latin typeface="ＭＳ Ｐゴシック" pitchFamily="50" charset="-128"/>
              </a:rPr>
              <a:t>）</a:t>
            </a:r>
            <a:endParaRPr lang="ja-JP" altLang="en-US" sz="2400">
              <a:latin typeface="ＭＳ Ｐゴシック" pitchFamily="50" charset="-128"/>
            </a:endParaRPr>
          </a:p>
        </p:txBody>
      </p:sp>
      <p:sp>
        <p:nvSpPr>
          <p:cNvPr id="72736" name="Rectangle 34"/>
          <p:cNvSpPr>
            <a:spLocks noChangeArrowheads="1"/>
          </p:cNvSpPr>
          <p:nvPr/>
        </p:nvSpPr>
        <p:spPr bwMode="auto">
          <a:xfrm>
            <a:off x="1295400" y="1036638"/>
            <a:ext cx="2530475"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ja-JP" sz="1200">
                <a:solidFill>
                  <a:srgbClr val="000000"/>
                </a:solidFill>
                <a:latin typeface="ＭＳ Ｐゴシック" pitchFamily="50" charset="-128"/>
              </a:rPr>
              <a:t>System Development Project for X cop.</a:t>
            </a:r>
            <a:endParaRPr lang="en-US" altLang="ja-JP" sz="2400">
              <a:latin typeface="ＭＳ Ｐゴシック" pitchFamily="50" charset="-128"/>
            </a:endParaRPr>
          </a:p>
        </p:txBody>
      </p:sp>
      <p:sp>
        <p:nvSpPr>
          <p:cNvPr id="72737" name="Rectangle 35"/>
          <p:cNvSpPr>
            <a:spLocks noChangeArrowheads="1"/>
          </p:cNvSpPr>
          <p:nvPr/>
        </p:nvSpPr>
        <p:spPr bwMode="auto">
          <a:xfrm>
            <a:off x="5743575" y="2886075"/>
            <a:ext cx="1213474"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ja-JP" sz="1200">
                <a:solidFill>
                  <a:srgbClr val="7030A0"/>
                </a:solidFill>
                <a:latin typeface="ＭＳ Ｐゴシック" pitchFamily="50" charset="-128"/>
              </a:rPr>
              <a:t>▲Test Planning    </a:t>
            </a:r>
            <a:endParaRPr lang="en-US" altLang="ja-JP" sz="2400">
              <a:solidFill>
                <a:srgbClr val="7030A0"/>
              </a:solidFill>
              <a:latin typeface="ＭＳ Ｐゴシック" pitchFamily="50" charset="-128"/>
            </a:endParaRPr>
          </a:p>
        </p:txBody>
      </p:sp>
      <p:sp>
        <p:nvSpPr>
          <p:cNvPr id="72738" name="Line 36"/>
          <p:cNvSpPr>
            <a:spLocks noChangeShapeType="1"/>
          </p:cNvSpPr>
          <p:nvPr/>
        </p:nvSpPr>
        <p:spPr bwMode="auto">
          <a:xfrm>
            <a:off x="2820988" y="1538288"/>
            <a:ext cx="1587" cy="43513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739" name="Line 37"/>
          <p:cNvSpPr>
            <a:spLocks noChangeShapeType="1"/>
          </p:cNvSpPr>
          <p:nvPr/>
        </p:nvSpPr>
        <p:spPr bwMode="auto">
          <a:xfrm>
            <a:off x="1166813" y="3297238"/>
            <a:ext cx="6986587"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740" name="Line 38"/>
          <p:cNvSpPr>
            <a:spLocks noChangeShapeType="1"/>
          </p:cNvSpPr>
          <p:nvPr/>
        </p:nvSpPr>
        <p:spPr bwMode="auto">
          <a:xfrm>
            <a:off x="1166813" y="5632450"/>
            <a:ext cx="698500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741" name="Line 39"/>
          <p:cNvSpPr>
            <a:spLocks noChangeShapeType="1"/>
          </p:cNvSpPr>
          <p:nvPr/>
        </p:nvSpPr>
        <p:spPr bwMode="auto">
          <a:xfrm>
            <a:off x="3429000" y="1568450"/>
            <a:ext cx="0" cy="4321175"/>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lIns="90000" tIns="46800" rIns="90000" bIns="46800">
            <a:spAutoFit/>
          </a:bodyPr>
          <a:lstStyle/>
          <a:p>
            <a:endParaRPr lang="en-US"/>
          </a:p>
        </p:txBody>
      </p:sp>
      <p:sp>
        <p:nvSpPr>
          <p:cNvPr id="72742" name="Line 40"/>
          <p:cNvSpPr>
            <a:spLocks noChangeShapeType="1"/>
          </p:cNvSpPr>
          <p:nvPr/>
        </p:nvSpPr>
        <p:spPr bwMode="auto">
          <a:xfrm>
            <a:off x="4038600" y="1568450"/>
            <a:ext cx="0" cy="4321175"/>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lIns="90000" tIns="46800" rIns="90000" bIns="46800">
            <a:spAutoFit/>
          </a:bodyPr>
          <a:lstStyle/>
          <a:p>
            <a:endParaRPr lang="en-US"/>
          </a:p>
        </p:txBody>
      </p:sp>
      <p:sp>
        <p:nvSpPr>
          <p:cNvPr id="72743" name="Line 41"/>
          <p:cNvSpPr>
            <a:spLocks noChangeShapeType="1"/>
          </p:cNvSpPr>
          <p:nvPr/>
        </p:nvSpPr>
        <p:spPr bwMode="auto">
          <a:xfrm>
            <a:off x="4648200" y="1568450"/>
            <a:ext cx="0" cy="4321175"/>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lIns="90000" tIns="46800" rIns="90000" bIns="46800">
            <a:spAutoFit/>
          </a:bodyPr>
          <a:lstStyle/>
          <a:p>
            <a:endParaRPr lang="en-US"/>
          </a:p>
        </p:txBody>
      </p:sp>
      <p:sp>
        <p:nvSpPr>
          <p:cNvPr id="72744" name="Line 42"/>
          <p:cNvSpPr>
            <a:spLocks noChangeShapeType="1"/>
          </p:cNvSpPr>
          <p:nvPr/>
        </p:nvSpPr>
        <p:spPr bwMode="auto">
          <a:xfrm>
            <a:off x="5257800" y="1527175"/>
            <a:ext cx="0" cy="436245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lIns="90000" tIns="46800" rIns="90000" bIns="46800">
            <a:spAutoFit/>
          </a:bodyPr>
          <a:lstStyle/>
          <a:p>
            <a:endParaRPr lang="en-US"/>
          </a:p>
        </p:txBody>
      </p:sp>
      <p:sp>
        <p:nvSpPr>
          <p:cNvPr id="72745" name="Line 43"/>
          <p:cNvSpPr>
            <a:spLocks noChangeShapeType="1"/>
          </p:cNvSpPr>
          <p:nvPr/>
        </p:nvSpPr>
        <p:spPr bwMode="auto">
          <a:xfrm>
            <a:off x="5867400" y="1527175"/>
            <a:ext cx="0" cy="436245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lIns="90000" tIns="46800" rIns="90000" bIns="46800">
            <a:spAutoFit/>
          </a:bodyPr>
          <a:lstStyle/>
          <a:p>
            <a:endParaRPr lang="en-US"/>
          </a:p>
        </p:txBody>
      </p:sp>
      <p:sp>
        <p:nvSpPr>
          <p:cNvPr id="72746" name="Line 44"/>
          <p:cNvSpPr>
            <a:spLocks noChangeShapeType="1"/>
          </p:cNvSpPr>
          <p:nvPr/>
        </p:nvSpPr>
        <p:spPr bwMode="auto">
          <a:xfrm>
            <a:off x="6477000" y="1527175"/>
            <a:ext cx="17463" cy="436245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lIns="90000" tIns="46800" rIns="90000" bIns="46800">
            <a:spAutoFit/>
          </a:bodyPr>
          <a:lstStyle/>
          <a:p>
            <a:endParaRPr lang="en-US"/>
          </a:p>
        </p:txBody>
      </p:sp>
      <p:sp>
        <p:nvSpPr>
          <p:cNvPr id="72747" name="Line 45"/>
          <p:cNvSpPr>
            <a:spLocks noChangeShapeType="1"/>
          </p:cNvSpPr>
          <p:nvPr/>
        </p:nvSpPr>
        <p:spPr bwMode="auto">
          <a:xfrm>
            <a:off x="7086600" y="1527175"/>
            <a:ext cx="0" cy="436245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lIns="90000" tIns="46800" rIns="90000" bIns="46800">
            <a:spAutoFit/>
          </a:bodyPr>
          <a:lstStyle/>
          <a:p>
            <a:endParaRPr lang="en-US"/>
          </a:p>
        </p:txBody>
      </p:sp>
      <p:sp>
        <p:nvSpPr>
          <p:cNvPr id="72748" name="Line 46"/>
          <p:cNvSpPr>
            <a:spLocks noChangeShapeType="1"/>
          </p:cNvSpPr>
          <p:nvPr/>
        </p:nvSpPr>
        <p:spPr bwMode="auto">
          <a:xfrm>
            <a:off x="7696200" y="1527175"/>
            <a:ext cx="0" cy="436245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lIns="90000" tIns="46800" rIns="90000" bIns="46800">
            <a:spAutoFit/>
          </a:bodyPr>
          <a:lstStyle/>
          <a:p>
            <a:endParaRPr lang="en-US"/>
          </a:p>
        </p:txBody>
      </p:sp>
      <p:sp>
        <p:nvSpPr>
          <p:cNvPr id="72749" name="Line 47"/>
          <p:cNvSpPr>
            <a:spLocks noChangeShapeType="1"/>
          </p:cNvSpPr>
          <p:nvPr/>
        </p:nvSpPr>
        <p:spPr bwMode="auto">
          <a:xfrm>
            <a:off x="1166813" y="2574925"/>
            <a:ext cx="698500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70C0"/>
              </a:solidFill>
            </a:endParaRPr>
          </a:p>
        </p:txBody>
      </p:sp>
      <p:sp>
        <p:nvSpPr>
          <p:cNvPr id="72750" name="Line 48"/>
          <p:cNvSpPr>
            <a:spLocks noChangeShapeType="1"/>
          </p:cNvSpPr>
          <p:nvPr/>
        </p:nvSpPr>
        <p:spPr bwMode="auto">
          <a:xfrm>
            <a:off x="1166813" y="1527175"/>
            <a:ext cx="698658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751" name="Line 49"/>
          <p:cNvSpPr>
            <a:spLocks noChangeShapeType="1"/>
          </p:cNvSpPr>
          <p:nvPr/>
        </p:nvSpPr>
        <p:spPr bwMode="auto">
          <a:xfrm>
            <a:off x="1166813" y="1782763"/>
            <a:ext cx="6986587"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752" name="Line 50"/>
          <p:cNvSpPr>
            <a:spLocks noChangeShapeType="1"/>
          </p:cNvSpPr>
          <p:nvPr/>
        </p:nvSpPr>
        <p:spPr bwMode="auto">
          <a:xfrm>
            <a:off x="1166813" y="2238375"/>
            <a:ext cx="698658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753" name="Line 51"/>
          <p:cNvSpPr>
            <a:spLocks noChangeShapeType="1"/>
          </p:cNvSpPr>
          <p:nvPr/>
        </p:nvSpPr>
        <p:spPr bwMode="auto">
          <a:xfrm>
            <a:off x="1166813" y="5888038"/>
            <a:ext cx="698500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754" name="Rectangle 52"/>
          <p:cNvSpPr>
            <a:spLocks noChangeArrowheads="1"/>
          </p:cNvSpPr>
          <p:nvPr/>
        </p:nvSpPr>
        <p:spPr bwMode="auto">
          <a:xfrm>
            <a:off x="1166813" y="765175"/>
            <a:ext cx="6986587" cy="54832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ja-JP" altLang="en-US"/>
          </a:p>
        </p:txBody>
      </p:sp>
      <p:sp>
        <p:nvSpPr>
          <p:cNvPr id="72755" name="Rectangle 53"/>
          <p:cNvSpPr>
            <a:spLocks noChangeArrowheads="1"/>
          </p:cNvSpPr>
          <p:nvPr/>
        </p:nvSpPr>
        <p:spPr bwMode="auto">
          <a:xfrm>
            <a:off x="3398838" y="2289175"/>
            <a:ext cx="3302186"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ja-JP" sz="1200">
                <a:solidFill>
                  <a:srgbClr val="0070C0"/>
                </a:solidFill>
                <a:latin typeface="ＭＳ Ｐゴシック" pitchFamily="50" charset="-128"/>
              </a:rPr>
              <a:t>▲     ▲ </a:t>
            </a:r>
            <a:r>
              <a:rPr lang="ja-JP" altLang="en-US" sz="1200">
                <a:solidFill>
                  <a:srgbClr val="0070C0"/>
                </a:solidFill>
                <a:latin typeface="ＭＳ Ｐゴシック" pitchFamily="50" charset="-128"/>
              </a:rPr>
              <a:t>　　 ▲ 　　 ▲　 　 ▲　　  ▲      ▲      ▲ </a:t>
            </a:r>
          </a:p>
        </p:txBody>
      </p:sp>
      <p:sp>
        <p:nvSpPr>
          <p:cNvPr id="72756" name="Line 54"/>
          <p:cNvSpPr>
            <a:spLocks noChangeShapeType="1"/>
          </p:cNvSpPr>
          <p:nvPr/>
        </p:nvSpPr>
        <p:spPr bwMode="auto">
          <a:xfrm>
            <a:off x="6718300" y="1943100"/>
            <a:ext cx="381000" cy="0"/>
          </a:xfrm>
          <a:prstGeom prst="line">
            <a:avLst/>
          </a:prstGeom>
          <a:noFill/>
          <a:ln w="28575">
            <a:solidFill>
              <a:srgbClr val="00B050"/>
            </a:solidFill>
            <a:round/>
            <a:headEnd/>
            <a:tailEnd/>
          </a:ln>
          <a:extLst>
            <a:ext uri="{909E8E84-426E-40DD-AFC4-6F175D3DCCD1}">
              <a14:hiddenFill xmlns:a14="http://schemas.microsoft.com/office/drawing/2010/main">
                <a:noFill/>
              </a14:hiddenFill>
            </a:ext>
          </a:extLst>
        </p:spPr>
        <p:txBody>
          <a:bodyPr lIns="90000" tIns="46800" rIns="90000" bIns="46800">
            <a:spAutoFit/>
          </a:bodyPr>
          <a:lstStyle/>
          <a:p>
            <a:endParaRPr lang="en-US" b="1">
              <a:solidFill>
                <a:srgbClr val="00B050"/>
              </a:solidFill>
            </a:endParaRPr>
          </a:p>
        </p:txBody>
      </p:sp>
      <p:sp>
        <p:nvSpPr>
          <p:cNvPr id="72757" name="Rectangle 55"/>
          <p:cNvSpPr>
            <a:spLocks noChangeArrowheads="1"/>
          </p:cNvSpPr>
          <p:nvPr/>
        </p:nvSpPr>
        <p:spPr bwMode="auto">
          <a:xfrm>
            <a:off x="1293813" y="5913438"/>
            <a:ext cx="382587"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ja-JP" sz="1200">
                <a:solidFill>
                  <a:srgbClr val="000000"/>
                </a:solidFill>
                <a:latin typeface="ＭＳ Ｐゴシック" pitchFamily="50" charset="-128"/>
              </a:rPr>
              <a:t>Note</a:t>
            </a:r>
            <a:r>
              <a:rPr lang="ja-JP" altLang="en-US" sz="1200">
                <a:solidFill>
                  <a:srgbClr val="000000"/>
                </a:solidFill>
                <a:latin typeface="ＭＳ Ｐゴシック" pitchFamily="50" charset="-128"/>
              </a:rPr>
              <a:t>：</a:t>
            </a:r>
            <a:endParaRPr lang="ja-JP" altLang="en-US" sz="2400">
              <a:latin typeface="ＭＳ Ｐゴシック" pitchFamily="50" charset="-128"/>
            </a:endParaRPr>
          </a:p>
        </p:txBody>
      </p:sp>
      <p:sp>
        <p:nvSpPr>
          <p:cNvPr id="72758" name="Rectangle 56"/>
          <p:cNvSpPr>
            <a:spLocks noChangeArrowheads="1"/>
          </p:cNvSpPr>
          <p:nvPr/>
        </p:nvSpPr>
        <p:spPr bwMode="auto">
          <a:xfrm>
            <a:off x="1311275" y="3584575"/>
            <a:ext cx="1046163"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ja-JP" sz="1200">
                <a:solidFill>
                  <a:srgbClr val="000000"/>
                </a:solidFill>
                <a:latin typeface="ＭＳ Ｐゴシック" pitchFamily="50" charset="-128"/>
              </a:rPr>
              <a:t>System Analysis</a:t>
            </a:r>
            <a:endParaRPr lang="en-US" altLang="ja-JP" sz="1200">
              <a:latin typeface="ＭＳ Ｐゴシック" pitchFamily="50" charset="-128"/>
            </a:endParaRPr>
          </a:p>
        </p:txBody>
      </p:sp>
      <p:sp>
        <p:nvSpPr>
          <p:cNvPr id="72759" name="Rectangle 57"/>
          <p:cNvSpPr>
            <a:spLocks noChangeArrowheads="1"/>
          </p:cNvSpPr>
          <p:nvPr/>
        </p:nvSpPr>
        <p:spPr bwMode="auto">
          <a:xfrm>
            <a:off x="1309688" y="3846513"/>
            <a:ext cx="1036637"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ja-JP" sz="1200">
                <a:latin typeface="ＭＳ Ｐゴシック" pitchFamily="50" charset="-128"/>
              </a:rPr>
              <a:t>Interface Design</a:t>
            </a:r>
          </a:p>
        </p:txBody>
      </p:sp>
      <p:sp>
        <p:nvSpPr>
          <p:cNvPr id="72760" name="Rectangle 58"/>
          <p:cNvSpPr>
            <a:spLocks noChangeArrowheads="1"/>
          </p:cNvSpPr>
          <p:nvPr/>
        </p:nvSpPr>
        <p:spPr bwMode="auto">
          <a:xfrm>
            <a:off x="1309688" y="4075113"/>
            <a:ext cx="94615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ja-JP" sz="1200">
                <a:solidFill>
                  <a:srgbClr val="000000"/>
                </a:solidFill>
                <a:latin typeface="ＭＳ Ｐゴシック" pitchFamily="50" charset="-128"/>
              </a:rPr>
              <a:t>System Design</a:t>
            </a:r>
            <a:endParaRPr lang="en-US" altLang="ja-JP" sz="1200">
              <a:latin typeface="ＭＳ Ｐゴシック" pitchFamily="50" charset="-128"/>
            </a:endParaRPr>
          </a:p>
        </p:txBody>
      </p:sp>
      <p:sp>
        <p:nvSpPr>
          <p:cNvPr id="72761" name="Rectangle 59"/>
          <p:cNvSpPr>
            <a:spLocks noChangeArrowheads="1"/>
          </p:cNvSpPr>
          <p:nvPr/>
        </p:nvSpPr>
        <p:spPr bwMode="auto">
          <a:xfrm>
            <a:off x="1309688" y="4303713"/>
            <a:ext cx="1000125"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ja-JP" sz="1200">
                <a:solidFill>
                  <a:srgbClr val="000000"/>
                </a:solidFill>
                <a:latin typeface="ＭＳ Ｐゴシック" pitchFamily="50" charset="-128"/>
              </a:rPr>
              <a:t>Program Design</a:t>
            </a:r>
            <a:endParaRPr lang="en-US" altLang="ja-JP" sz="1200">
              <a:latin typeface="ＭＳ Ｐゴシック" pitchFamily="50" charset="-128"/>
            </a:endParaRPr>
          </a:p>
        </p:txBody>
      </p:sp>
      <p:sp>
        <p:nvSpPr>
          <p:cNvPr id="72762" name="Rectangle 60"/>
          <p:cNvSpPr>
            <a:spLocks noChangeArrowheads="1"/>
          </p:cNvSpPr>
          <p:nvPr/>
        </p:nvSpPr>
        <p:spPr bwMode="auto">
          <a:xfrm>
            <a:off x="1309688" y="4529138"/>
            <a:ext cx="86836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ja-JP" sz="1200">
                <a:solidFill>
                  <a:srgbClr val="000000"/>
                </a:solidFill>
                <a:latin typeface="ＭＳ Ｐゴシック" pitchFamily="50" charset="-128"/>
              </a:rPr>
              <a:t>Programming</a:t>
            </a:r>
          </a:p>
          <a:p>
            <a:r>
              <a:rPr lang="en-US" altLang="ja-JP" sz="1200">
                <a:latin typeface="ＭＳ Ｐゴシック" pitchFamily="50" charset="-128"/>
              </a:rPr>
              <a:t>Program Test</a:t>
            </a:r>
          </a:p>
        </p:txBody>
      </p:sp>
      <p:sp>
        <p:nvSpPr>
          <p:cNvPr id="72763" name="Rectangle 61"/>
          <p:cNvSpPr>
            <a:spLocks noChangeArrowheads="1"/>
          </p:cNvSpPr>
          <p:nvPr/>
        </p:nvSpPr>
        <p:spPr bwMode="auto">
          <a:xfrm>
            <a:off x="1309688" y="5181600"/>
            <a:ext cx="10160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ja-JP" sz="1200">
                <a:solidFill>
                  <a:srgbClr val="000000"/>
                </a:solidFill>
                <a:latin typeface="ＭＳ Ｐゴシック" pitchFamily="50" charset="-128"/>
              </a:rPr>
              <a:t>Integration Test</a:t>
            </a:r>
            <a:endParaRPr lang="en-US" altLang="ja-JP" sz="1200">
              <a:latin typeface="ＭＳ Ｐゴシック" pitchFamily="50" charset="-128"/>
            </a:endParaRPr>
          </a:p>
        </p:txBody>
      </p:sp>
      <p:sp>
        <p:nvSpPr>
          <p:cNvPr id="72764" name="Line 62"/>
          <p:cNvSpPr>
            <a:spLocks noChangeShapeType="1"/>
          </p:cNvSpPr>
          <p:nvPr/>
        </p:nvSpPr>
        <p:spPr bwMode="auto">
          <a:xfrm>
            <a:off x="2846388" y="3694113"/>
            <a:ext cx="5842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spAutoFit/>
          </a:bodyPr>
          <a:lstStyle/>
          <a:p>
            <a:endParaRPr lang="en-US"/>
          </a:p>
        </p:txBody>
      </p:sp>
      <p:sp>
        <p:nvSpPr>
          <p:cNvPr id="72765" name="Line 63"/>
          <p:cNvSpPr>
            <a:spLocks noChangeShapeType="1"/>
          </p:cNvSpPr>
          <p:nvPr/>
        </p:nvSpPr>
        <p:spPr bwMode="auto">
          <a:xfrm>
            <a:off x="3430588" y="3876675"/>
            <a:ext cx="8382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spAutoFit/>
          </a:bodyPr>
          <a:lstStyle/>
          <a:p>
            <a:endParaRPr lang="en-US"/>
          </a:p>
        </p:txBody>
      </p:sp>
      <p:sp>
        <p:nvSpPr>
          <p:cNvPr id="72766" name="Line 64"/>
          <p:cNvSpPr>
            <a:spLocks noChangeShapeType="1"/>
          </p:cNvSpPr>
          <p:nvPr/>
        </p:nvSpPr>
        <p:spPr bwMode="auto">
          <a:xfrm>
            <a:off x="4230688" y="4116388"/>
            <a:ext cx="6096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spAutoFit/>
          </a:bodyPr>
          <a:lstStyle/>
          <a:p>
            <a:endParaRPr lang="en-US"/>
          </a:p>
        </p:txBody>
      </p:sp>
      <p:sp>
        <p:nvSpPr>
          <p:cNvPr id="72767" name="Line 65"/>
          <p:cNvSpPr>
            <a:spLocks noChangeShapeType="1"/>
          </p:cNvSpPr>
          <p:nvPr/>
        </p:nvSpPr>
        <p:spPr bwMode="auto">
          <a:xfrm>
            <a:off x="4814888" y="4356100"/>
            <a:ext cx="4445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spAutoFit/>
          </a:bodyPr>
          <a:lstStyle/>
          <a:p>
            <a:endParaRPr lang="en-US"/>
          </a:p>
        </p:txBody>
      </p:sp>
      <p:sp>
        <p:nvSpPr>
          <p:cNvPr id="72768" name="Line 66"/>
          <p:cNvSpPr>
            <a:spLocks noChangeShapeType="1"/>
          </p:cNvSpPr>
          <p:nvPr/>
        </p:nvSpPr>
        <p:spPr bwMode="auto">
          <a:xfrm>
            <a:off x="5246688" y="4592638"/>
            <a:ext cx="6223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spAutoFit/>
          </a:bodyPr>
          <a:lstStyle/>
          <a:p>
            <a:endParaRPr lang="en-US"/>
          </a:p>
        </p:txBody>
      </p:sp>
      <p:sp>
        <p:nvSpPr>
          <p:cNvPr id="72769" name="Line 67"/>
          <p:cNvSpPr>
            <a:spLocks noChangeShapeType="1"/>
          </p:cNvSpPr>
          <p:nvPr/>
        </p:nvSpPr>
        <p:spPr bwMode="auto">
          <a:xfrm>
            <a:off x="5868988" y="5002213"/>
            <a:ext cx="6096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spAutoFit/>
          </a:bodyPr>
          <a:lstStyle/>
          <a:p>
            <a:endParaRPr lang="en-US"/>
          </a:p>
        </p:txBody>
      </p:sp>
      <p:sp>
        <p:nvSpPr>
          <p:cNvPr id="72770" name="Line 68"/>
          <p:cNvSpPr>
            <a:spLocks noChangeShapeType="1"/>
          </p:cNvSpPr>
          <p:nvPr/>
        </p:nvSpPr>
        <p:spPr bwMode="auto">
          <a:xfrm>
            <a:off x="6478588" y="5278438"/>
            <a:ext cx="6096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spAutoFit/>
          </a:bodyPr>
          <a:lstStyle/>
          <a:p>
            <a:endParaRPr lang="en-US"/>
          </a:p>
        </p:txBody>
      </p:sp>
      <p:sp>
        <p:nvSpPr>
          <p:cNvPr id="72771" name="Rectangle 69"/>
          <p:cNvSpPr>
            <a:spLocks noChangeArrowheads="1"/>
          </p:cNvSpPr>
          <p:nvPr/>
        </p:nvSpPr>
        <p:spPr bwMode="auto">
          <a:xfrm>
            <a:off x="1309688" y="5418138"/>
            <a:ext cx="962025"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ja-JP" sz="1200">
                <a:solidFill>
                  <a:srgbClr val="000000"/>
                </a:solidFill>
                <a:latin typeface="ＭＳ Ｐゴシック" pitchFamily="50" charset="-128"/>
              </a:rPr>
              <a:t>Operation Test</a:t>
            </a:r>
            <a:endParaRPr lang="en-US" altLang="ja-JP" sz="1200">
              <a:latin typeface="ＭＳ Ｐゴシック" pitchFamily="50" charset="-128"/>
            </a:endParaRPr>
          </a:p>
        </p:txBody>
      </p:sp>
      <p:sp>
        <p:nvSpPr>
          <p:cNvPr id="72772" name="Rectangle 70"/>
          <p:cNvSpPr>
            <a:spLocks noChangeArrowheads="1"/>
          </p:cNvSpPr>
          <p:nvPr/>
        </p:nvSpPr>
        <p:spPr bwMode="auto">
          <a:xfrm>
            <a:off x="1295400" y="4922838"/>
            <a:ext cx="814388"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ja-JP" sz="1200">
                <a:solidFill>
                  <a:srgbClr val="000000"/>
                </a:solidFill>
                <a:latin typeface="ＭＳ Ｐゴシック" pitchFamily="50" charset="-128"/>
              </a:rPr>
              <a:t>System Test</a:t>
            </a:r>
            <a:endParaRPr lang="en-US" altLang="ja-JP" sz="1200">
              <a:latin typeface="ＭＳ Ｐゴシック" pitchFamily="50" charset="-128"/>
            </a:endParaRPr>
          </a:p>
        </p:txBody>
      </p:sp>
      <p:sp>
        <p:nvSpPr>
          <p:cNvPr id="72773" name="Line 71"/>
          <p:cNvSpPr>
            <a:spLocks noChangeShapeType="1"/>
          </p:cNvSpPr>
          <p:nvPr/>
        </p:nvSpPr>
        <p:spPr bwMode="auto">
          <a:xfrm>
            <a:off x="7088188" y="5532438"/>
            <a:ext cx="6096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spAutoFit/>
          </a:bodyPr>
          <a:lstStyle/>
          <a:p>
            <a:endParaRPr lang="en-US"/>
          </a:p>
        </p:txBody>
      </p:sp>
      <p:sp>
        <p:nvSpPr>
          <p:cNvPr id="72774" name="Line 72"/>
          <p:cNvSpPr>
            <a:spLocks noChangeShapeType="1"/>
          </p:cNvSpPr>
          <p:nvPr/>
        </p:nvSpPr>
        <p:spPr bwMode="auto">
          <a:xfrm>
            <a:off x="4243388" y="3859213"/>
            <a:ext cx="0" cy="25400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72775" name="Line 73"/>
          <p:cNvSpPr>
            <a:spLocks noChangeShapeType="1"/>
          </p:cNvSpPr>
          <p:nvPr/>
        </p:nvSpPr>
        <p:spPr bwMode="auto">
          <a:xfrm>
            <a:off x="4814888" y="4100513"/>
            <a:ext cx="0" cy="25400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72776" name="Line 74"/>
          <p:cNvSpPr>
            <a:spLocks noChangeShapeType="1"/>
          </p:cNvSpPr>
          <p:nvPr/>
        </p:nvSpPr>
        <p:spPr bwMode="auto">
          <a:xfrm>
            <a:off x="1166813" y="3513138"/>
            <a:ext cx="1655762"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 name="Slide Number Placeholder 3">
            <a:extLst>
              <a:ext uri="{FF2B5EF4-FFF2-40B4-BE49-F238E27FC236}">
                <a16:creationId xmlns:a16="http://schemas.microsoft.com/office/drawing/2014/main" xmlns="" id="{CACC254F-9C38-4470-B838-ECD70B3C7348}"/>
              </a:ext>
            </a:extLst>
          </p:cNvPr>
          <p:cNvSpPr>
            <a:spLocks noGrp="1"/>
          </p:cNvSpPr>
          <p:nvPr>
            <p:ph type="sldNum" sz="quarter" idx="12"/>
          </p:nvPr>
        </p:nvSpPr>
        <p:spPr/>
        <p:txBody>
          <a:bodyPr/>
          <a:lstStyle/>
          <a:p>
            <a:fld id="{9EA0BE3B-158A-4EDF-80DC-E394A0D1600F}" type="slidenum">
              <a:rPr lang="en-US" smtClean="0"/>
              <a:pPr/>
              <a:t>49</a:t>
            </a:fld>
            <a:endParaRPr lang="en-US" dirty="0"/>
          </a:p>
        </p:txBody>
      </p:sp>
      <p:sp>
        <p:nvSpPr>
          <p:cNvPr id="2" name="Title 1">
            <a:extLst>
              <a:ext uri="{FF2B5EF4-FFF2-40B4-BE49-F238E27FC236}">
                <a16:creationId xmlns:a16="http://schemas.microsoft.com/office/drawing/2014/main" xmlns="" id="{3D432C85-7FEE-4341-9AFB-F8387AFC46A7}"/>
              </a:ext>
            </a:extLst>
          </p:cNvPr>
          <p:cNvSpPr>
            <a:spLocks noGrp="1"/>
          </p:cNvSpPr>
          <p:nvPr>
            <p:ph type="title"/>
          </p:nvPr>
        </p:nvSpPr>
        <p:spPr/>
        <p:txBody>
          <a:bodyPr/>
          <a:lstStyle/>
          <a:p>
            <a:r>
              <a:rPr lang="en-US" dirty="0" err="1" smtClean="0"/>
              <a:t>Phát</a:t>
            </a:r>
            <a:r>
              <a:rPr lang="en-US" dirty="0" smtClean="0"/>
              <a:t> </a:t>
            </a:r>
            <a:r>
              <a:rPr lang="en-US" dirty="0" err="1"/>
              <a:t>triển</a:t>
            </a:r>
            <a:r>
              <a:rPr lang="en-US" dirty="0"/>
              <a:t> </a:t>
            </a:r>
            <a:r>
              <a:rPr lang="en-US" dirty="0" err="1"/>
              <a:t>bản</a:t>
            </a:r>
            <a:r>
              <a:rPr lang="en-US" dirty="0"/>
              <a:t> kế </a:t>
            </a:r>
            <a:r>
              <a:rPr lang="en-US" dirty="0" err="1"/>
              <a:t>hoạch</a:t>
            </a:r>
            <a:r>
              <a:rPr lang="en-US" dirty="0"/>
              <a:t> </a:t>
            </a:r>
            <a:r>
              <a:rPr lang="en-US" dirty="0" err="1"/>
              <a:t>tổng</a:t>
            </a:r>
            <a:r>
              <a:rPr lang="en-US" dirty="0"/>
              <a:t> thể/</a:t>
            </a:r>
            <a:r>
              <a:rPr lang="en-US" dirty="0" err="1"/>
              <a:t>hợp</a:t>
            </a:r>
            <a:r>
              <a:rPr lang="en-US" dirty="0"/>
              <a:t> </a:t>
            </a:r>
            <a:r>
              <a:rPr lang="en-US" dirty="0" err="1"/>
              <a:t>nhất</a:t>
            </a:r>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a:t>
            </a:r>
            <a:r>
              <a:rPr lang="en-US" dirty="0" smtClean="0"/>
              <a:t>. </a:t>
            </a:r>
            <a:r>
              <a:rPr lang="en-US" dirty="0" err="1" smtClean="0"/>
              <a:t>Lập</a:t>
            </a:r>
            <a:r>
              <a:rPr lang="en-US" dirty="0" smtClean="0"/>
              <a:t> kế </a:t>
            </a:r>
            <a:r>
              <a:rPr lang="en-US" dirty="0" err="1" smtClean="0"/>
              <a:t>hoạch</a:t>
            </a:r>
            <a:r>
              <a:rPr lang="en-US" dirty="0" smtClean="0"/>
              <a:t> QL chi </a:t>
            </a:r>
            <a:r>
              <a:rPr lang="en-US" dirty="0" err="1" smtClean="0"/>
              <a:t>phí</a:t>
            </a:r>
            <a:endParaRPr lang="en-US" dirty="0"/>
          </a:p>
        </p:txBody>
      </p:sp>
      <p:sp>
        <p:nvSpPr>
          <p:cNvPr id="3" name="Text Placeholder 2"/>
          <p:cNvSpPr>
            <a:spLocks noGrp="1"/>
          </p:cNvSpPr>
          <p:nvPr>
            <p:ph type="body" sz="quarter" idx="13"/>
          </p:nvPr>
        </p:nvSpPr>
        <p:spPr/>
        <p:txBody>
          <a:bodyPr/>
          <a:lstStyle/>
          <a:p>
            <a:endParaRPr lang="en-US"/>
          </a:p>
        </p:txBody>
      </p:sp>
      <p:sp>
        <p:nvSpPr>
          <p:cNvPr id="4" name="Slide Number Placeholder 3"/>
          <p:cNvSpPr>
            <a:spLocks noGrp="1"/>
          </p:cNvSpPr>
          <p:nvPr>
            <p:ph type="sldNum" sz="quarter" idx="12"/>
          </p:nvPr>
        </p:nvSpPr>
        <p:spPr/>
        <p:txBody>
          <a:bodyPr/>
          <a:lstStyle/>
          <a:p>
            <a:fld id="{9EA0BE3B-158A-4EDF-80DC-E394A0D1600F}" type="slidenum">
              <a:rPr lang="en-US" smtClean="0"/>
              <a:pPr/>
              <a:t>50</a:t>
            </a:fld>
            <a:endParaRPr lang="en-US" dirty="0"/>
          </a:p>
        </p:txBody>
      </p:sp>
    </p:spTree>
    <p:extLst>
      <p:ext uri="{BB962C8B-B14F-4D97-AF65-F5344CB8AC3E}">
        <p14:creationId xmlns:p14="http://schemas.microsoft.com/office/powerpoint/2010/main" val="337930453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6CB47545-44B5-4471-994D-2E0270FC728A}"/>
              </a:ext>
            </a:extLst>
          </p:cNvPr>
          <p:cNvSpPr>
            <a:spLocks noGrp="1"/>
          </p:cNvSpPr>
          <p:nvPr>
            <p:ph type="sldNum" sz="quarter" idx="12"/>
          </p:nvPr>
        </p:nvSpPr>
        <p:spPr/>
        <p:txBody>
          <a:bodyPr/>
          <a:lstStyle/>
          <a:p>
            <a:fld id="{9EA0BE3B-158A-4EDF-80DC-E394A0D1600F}" type="slidenum">
              <a:rPr lang="en-US" smtClean="0"/>
              <a:pPr/>
              <a:t>51</a:t>
            </a:fld>
            <a:endParaRPr lang="en-US" dirty="0"/>
          </a:p>
        </p:txBody>
      </p:sp>
      <p:sp>
        <p:nvSpPr>
          <p:cNvPr id="74754" name="Rectangle 2"/>
          <p:cNvSpPr>
            <a:spLocks noGrp="1" noChangeArrowheads="1"/>
          </p:cNvSpPr>
          <p:nvPr>
            <p:ph type="title"/>
          </p:nvPr>
        </p:nvSpPr>
        <p:spPr/>
        <p:txBody>
          <a:bodyPr/>
          <a:lstStyle/>
          <a:p>
            <a:pPr eaLnBrk="1" hangingPunct="1"/>
            <a:r>
              <a:rPr lang="en-US" altLang="ja-JP" sz="3200" dirty="0" err="1" smtClean="0"/>
              <a:t>Lập</a:t>
            </a:r>
            <a:r>
              <a:rPr lang="en-US" altLang="ja-JP" sz="3200" dirty="0" smtClean="0"/>
              <a:t> kế </a:t>
            </a:r>
            <a:r>
              <a:rPr lang="en-US" altLang="ja-JP" sz="3200" dirty="0" err="1" smtClean="0"/>
              <a:t>hoạch</a:t>
            </a:r>
            <a:r>
              <a:rPr lang="en-US" altLang="ja-JP" sz="3200" dirty="0" smtClean="0"/>
              <a:t> </a:t>
            </a:r>
            <a:r>
              <a:rPr lang="en-US" altLang="ja-JP" sz="3200" dirty="0" err="1" smtClean="0"/>
              <a:t>Quản</a:t>
            </a:r>
            <a:r>
              <a:rPr lang="en-US" altLang="ja-JP" sz="3200" dirty="0" smtClean="0"/>
              <a:t> </a:t>
            </a:r>
            <a:r>
              <a:rPr lang="en-US" altLang="ja-JP" sz="3200" dirty="0" err="1"/>
              <a:t>lý</a:t>
            </a:r>
            <a:r>
              <a:rPr lang="en-US" altLang="ja-JP" sz="3200" dirty="0"/>
              <a:t> chi </a:t>
            </a:r>
            <a:r>
              <a:rPr lang="en-US" altLang="ja-JP" sz="3200" dirty="0" err="1"/>
              <a:t>phí</a:t>
            </a:r>
            <a:r>
              <a:rPr lang="en-US" altLang="ja-JP" sz="3200" dirty="0"/>
              <a:t/>
            </a:r>
            <a:br>
              <a:rPr lang="en-US" altLang="ja-JP" sz="3200" dirty="0"/>
            </a:br>
            <a:endParaRPr lang="en-US" altLang="ja-JP" sz="3200" dirty="0"/>
          </a:p>
        </p:txBody>
      </p:sp>
      <p:sp>
        <p:nvSpPr>
          <p:cNvPr id="74755" name="Rectangle 3"/>
          <p:cNvSpPr>
            <a:spLocks noGrp="1" noChangeArrowheads="1"/>
          </p:cNvSpPr>
          <p:nvPr>
            <p:ph type="body" sz="quarter" idx="13"/>
          </p:nvPr>
        </p:nvSpPr>
        <p:spPr>
          <a:xfrm>
            <a:off x="234950" y="685800"/>
            <a:ext cx="8674100" cy="5410200"/>
          </a:xfrm>
        </p:spPr>
        <p:txBody>
          <a:bodyPr/>
          <a:lstStyle/>
          <a:p>
            <a:pPr marL="0" indent="0" eaLnBrk="1" hangingPunct="1">
              <a:buClrTx/>
              <a:buNone/>
            </a:pPr>
            <a:r>
              <a:rPr lang="en-US" altLang="ja-JP" sz="2400" b="1" dirty="0" err="1" smtClean="0"/>
              <a:t>Lập</a:t>
            </a:r>
            <a:r>
              <a:rPr lang="en-US" altLang="ja-JP" sz="2400" b="1" dirty="0" smtClean="0"/>
              <a:t> </a:t>
            </a:r>
            <a:r>
              <a:rPr lang="en-US" altLang="ja-JP" sz="2400" b="1" dirty="0"/>
              <a:t>kế </a:t>
            </a:r>
            <a:r>
              <a:rPr lang="en-US" altLang="ja-JP" sz="2400" b="1" dirty="0" err="1"/>
              <a:t>hoạch</a:t>
            </a:r>
            <a:r>
              <a:rPr lang="en-US" altLang="ja-JP" sz="2400" b="1" dirty="0"/>
              <a:t> chi </a:t>
            </a:r>
            <a:r>
              <a:rPr lang="en-US" altLang="ja-JP" sz="2400" b="1" dirty="0" err="1"/>
              <a:t>tiêu</a:t>
            </a:r>
            <a:endParaRPr lang="en-US" altLang="ja-JP" sz="2400" b="1" dirty="0"/>
          </a:p>
          <a:p>
            <a:pPr eaLnBrk="1" hangingPunct="1">
              <a:buClrTx/>
              <a:buFont typeface="Wingdings" pitchFamily="2" charset="2"/>
              <a:buChar char="Ø"/>
            </a:pPr>
            <a:r>
              <a:rPr lang="en-US" altLang="ja-JP" sz="2400" dirty="0" err="1"/>
              <a:t>Ước</a:t>
            </a:r>
            <a:r>
              <a:rPr lang="en-US" altLang="ja-JP" sz="2400" dirty="0"/>
              <a:t> l</a:t>
            </a:r>
            <a:r>
              <a:rPr lang="vi-VN" altLang="ja-JP" sz="2400" dirty="0"/>
              <a:t>ư</a:t>
            </a:r>
            <a:r>
              <a:rPr lang="en-US" altLang="ja-JP" sz="2400" dirty="0" err="1"/>
              <a:t>ợng</a:t>
            </a:r>
            <a:r>
              <a:rPr lang="en-US" altLang="ja-JP" sz="2400" dirty="0"/>
              <a:t> chi </a:t>
            </a:r>
            <a:r>
              <a:rPr lang="en-US" altLang="ja-JP" sz="2400" dirty="0" err="1"/>
              <a:t>phí</a:t>
            </a:r>
            <a:endParaRPr lang="en-US" altLang="ja-JP" sz="2400" dirty="0"/>
          </a:p>
          <a:p>
            <a:pPr lvl="1" eaLnBrk="1" hangingPunct="1">
              <a:buClrTx/>
              <a:buFont typeface="Wingdings" pitchFamily="2" charset="2"/>
              <a:buChar char="Ø"/>
            </a:pPr>
            <a:r>
              <a:rPr lang="en-US" altLang="ja-JP" sz="2400" dirty="0" err="1"/>
              <a:t>Là</a:t>
            </a:r>
            <a:r>
              <a:rPr lang="en-US" altLang="ja-JP" sz="2400" dirty="0"/>
              <a:t> </a:t>
            </a:r>
            <a:r>
              <a:rPr lang="en-US" altLang="ja-JP" sz="2400" dirty="0" err="1"/>
              <a:t>quá</a:t>
            </a:r>
            <a:r>
              <a:rPr lang="en-US" altLang="ja-JP" sz="2400" dirty="0"/>
              <a:t> </a:t>
            </a:r>
            <a:r>
              <a:rPr lang="en-US" altLang="ja-JP" sz="2400" dirty="0" err="1"/>
              <a:t>trình</a:t>
            </a:r>
            <a:r>
              <a:rPr lang="en-US" altLang="ja-JP" sz="2400" dirty="0"/>
              <a:t> </a:t>
            </a:r>
            <a:r>
              <a:rPr lang="vi-VN" altLang="ja-JP" sz="2400" dirty="0"/>
              <a:t>ư</a:t>
            </a:r>
            <a:r>
              <a:rPr lang="en-US" altLang="ja-JP" sz="2400" dirty="0" err="1"/>
              <a:t>ớc</a:t>
            </a:r>
            <a:r>
              <a:rPr lang="en-US" altLang="ja-JP" sz="2400" dirty="0"/>
              <a:t> </a:t>
            </a:r>
            <a:r>
              <a:rPr lang="en-US" altLang="ja-JP" sz="2400" dirty="0" err="1"/>
              <a:t>tính</a:t>
            </a:r>
            <a:r>
              <a:rPr lang="en-US" altLang="ja-JP" sz="2400" dirty="0"/>
              <a:t> </a:t>
            </a:r>
            <a:r>
              <a:rPr lang="en-US" altLang="ja-JP" sz="2400" dirty="0" err="1"/>
              <a:t>xấp</a:t>
            </a:r>
            <a:r>
              <a:rPr lang="en-US" altLang="ja-JP" sz="2400" dirty="0"/>
              <a:t> </a:t>
            </a:r>
            <a:r>
              <a:rPr lang="en-US" altLang="ja-JP" sz="2400" dirty="0" err="1"/>
              <a:t>xỉ</a:t>
            </a:r>
            <a:r>
              <a:rPr lang="en-US" altLang="ja-JP" sz="2400" dirty="0"/>
              <a:t> các </a:t>
            </a:r>
            <a:r>
              <a:rPr lang="en-US" altLang="ja-JP" sz="2400" dirty="0" err="1"/>
              <a:t>nguồn</a:t>
            </a:r>
            <a:r>
              <a:rPr lang="en-US" altLang="ja-JP" sz="2400" dirty="0"/>
              <a:t> </a:t>
            </a:r>
            <a:r>
              <a:rPr lang="en-US" altLang="ja-JP" sz="2400" dirty="0" err="1"/>
              <a:t>lực</a:t>
            </a:r>
            <a:r>
              <a:rPr lang="en-US" altLang="ja-JP" sz="2400" dirty="0"/>
              <a:t> tài </a:t>
            </a:r>
            <a:r>
              <a:rPr lang="en-US" altLang="ja-JP" sz="2400" dirty="0" err="1"/>
              <a:t>chính</a:t>
            </a:r>
            <a:r>
              <a:rPr lang="en-US" altLang="ja-JP" sz="2400" dirty="0"/>
              <a:t> </a:t>
            </a:r>
            <a:r>
              <a:rPr lang="en-US" altLang="ja-JP" sz="2400" dirty="0" err="1"/>
              <a:t>cần</a:t>
            </a:r>
            <a:r>
              <a:rPr lang="en-US" altLang="ja-JP" sz="2400" dirty="0"/>
              <a:t> </a:t>
            </a:r>
            <a:r>
              <a:rPr lang="en-US" altLang="ja-JP" sz="2400" dirty="0" err="1"/>
              <a:t>thiết</a:t>
            </a:r>
            <a:r>
              <a:rPr lang="en-US" altLang="ja-JP" sz="2400" dirty="0"/>
              <a:t> để </a:t>
            </a:r>
            <a:r>
              <a:rPr lang="en-US" altLang="ja-JP" sz="2400" dirty="0" err="1"/>
              <a:t>bảo</a:t>
            </a:r>
            <a:r>
              <a:rPr lang="en-US" altLang="ja-JP" sz="2400" dirty="0"/>
              <a:t> </a:t>
            </a:r>
            <a:r>
              <a:rPr lang="en-US" altLang="ja-JP" sz="2400" dirty="0" err="1"/>
              <a:t>đảm</a:t>
            </a:r>
            <a:r>
              <a:rPr lang="en-US" altLang="ja-JP" sz="2400" dirty="0"/>
              <a:t> </a:t>
            </a:r>
            <a:r>
              <a:rPr lang="en-US" altLang="ja-JP" sz="2400" dirty="0" err="1"/>
              <a:t>cho</a:t>
            </a:r>
            <a:r>
              <a:rPr lang="en-US" altLang="ja-JP" sz="2400" dirty="0"/>
              <a:t> </a:t>
            </a:r>
            <a:r>
              <a:rPr lang="en-US" altLang="ja-JP" sz="2400" dirty="0" err="1"/>
              <a:t>mọi</a:t>
            </a:r>
            <a:r>
              <a:rPr lang="en-US" altLang="ja-JP" sz="2400" dirty="0"/>
              <a:t> </a:t>
            </a:r>
            <a:r>
              <a:rPr lang="en-US" altLang="ja-JP" sz="2400" dirty="0" err="1"/>
              <a:t>hoạt</a:t>
            </a:r>
            <a:r>
              <a:rPr lang="en-US" altLang="ja-JP" sz="2400" dirty="0"/>
              <a:t> </a:t>
            </a:r>
            <a:r>
              <a:rPr lang="en-US" altLang="ja-JP" sz="2400" dirty="0" err="1"/>
              <a:t>động</a:t>
            </a:r>
            <a:r>
              <a:rPr lang="en-US" altLang="ja-JP" sz="2400" dirty="0"/>
              <a:t> của </a:t>
            </a:r>
            <a:r>
              <a:rPr lang="en-US" altLang="ja-JP" sz="2400" dirty="0" err="1"/>
              <a:t>dự</a:t>
            </a:r>
            <a:r>
              <a:rPr lang="en-US" altLang="ja-JP" sz="2400" dirty="0"/>
              <a:t> án</a:t>
            </a:r>
          </a:p>
          <a:p>
            <a:pPr lvl="1" eaLnBrk="1" hangingPunct="1">
              <a:buClrTx/>
              <a:buFont typeface="Wingdings" pitchFamily="2" charset="2"/>
              <a:buChar char="Ø"/>
            </a:pPr>
            <a:endParaRPr lang="en-US" altLang="ja-JP" sz="2400" dirty="0"/>
          </a:p>
          <a:p>
            <a:pPr eaLnBrk="1" hangingPunct="1"/>
            <a:r>
              <a:rPr lang="en-US" altLang="ja-JP" sz="2400" dirty="0" err="1"/>
              <a:t>Cần</a:t>
            </a:r>
            <a:r>
              <a:rPr lang="en-US" altLang="ja-JP" sz="2400" dirty="0"/>
              <a:t> </a:t>
            </a:r>
            <a:r>
              <a:rPr lang="en-US" altLang="ja-JP" sz="2400" dirty="0" err="1"/>
              <a:t>kiểm</a:t>
            </a:r>
            <a:r>
              <a:rPr lang="en-US" altLang="ja-JP" sz="2400" dirty="0"/>
              <a:t> </a:t>
            </a:r>
            <a:r>
              <a:rPr lang="en-US" altLang="ja-JP" sz="2400" dirty="0" err="1"/>
              <a:t>tra</a:t>
            </a:r>
            <a:r>
              <a:rPr lang="en-US" altLang="ja-JP" sz="2400" dirty="0"/>
              <a:t> </a:t>
            </a:r>
            <a:r>
              <a:rPr lang="en-US" altLang="ja-JP" sz="2400" dirty="0" err="1"/>
              <a:t>lại</a:t>
            </a:r>
            <a:r>
              <a:rPr lang="en-US" altLang="ja-JP" sz="2400" dirty="0"/>
              <a:t> </a:t>
            </a:r>
            <a:r>
              <a:rPr lang="en-US" altLang="ja-JP" sz="2400" dirty="0" err="1"/>
              <a:t>kỹ</a:t>
            </a:r>
            <a:r>
              <a:rPr lang="en-US" altLang="ja-JP" sz="2400" dirty="0"/>
              <a:t> </a:t>
            </a:r>
            <a:r>
              <a:rPr lang="en-US" altLang="ja-JP" sz="2400" dirty="0" err="1"/>
              <a:t>càng</a:t>
            </a:r>
            <a:r>
              <a:rPr lang="en-US" altLang="ja-JP" sz="2400" dirty="0"/>
              <a:t> </a:t>
            </a:r>
            <a:r>
              <a:rPr lang="en-US" altLang="ja-JP" sz="2400" dirty="0" err="1"/>
              <a:t>với</a:t>
            </a:r>
            <a:r>
              <a:rPr lang="en-US" altLang="ja-JP" sz="2400" dirty="0"/>
              <a:t> các </a:t>
            </a:r>
            <a:r>
              <a:rPr lang="en-US" altLang="ja-JP" sz="2400" dirty="0" err="1"/>
              <a:t>giới</a:t>
            </a:r>
            <a:r>
              <a:rPr lang="en-US" altLang="ja-JP" sz="2400" dirty="0"/>
              <a:t> </a:t>
            </a:r>
            <a:r>
              <a:rPr lang="en-US" altLang="ja-JP" sz="2400" dirty="0" err="1"/>
              <a:t>hạn</a:t>
            </a:r>
            <a:r>
              <a:rPr lang="en-US" altLang="ja-JP" sz="2400" dirty="0"/>
              <a:t> </a:t>
            </a:r>
            <a:r>
              <a:rPr lang="en-US" altLang="ja-JP" sz="2400" dirty="0" err="1"/>
              <a:t>về</a:t>
            </a:r>
            <a:r>
              <a:rPr lang="en-US" altLang="ja-JP" sz="2400" dirty="0"/>
              <a:t> </a:t>
            </a:r>
            <a:r>
              <a:rPr lang="en-US" altLang="ja-JP" sz="2400" dirty="0" err="1"/>
              <a:t>phạm</a:t>
            </a:r>
            <a:r>
              <a:rPr lang="en-US" altLang="ja-JP" sz="2400" dirty="0"/>
              <a:t> vi, </a:t>
            </a:r>
            <a:r>
              <a:rPr lang="en-US" altLang="ja-JP" sz="2400" dirty="0" err="1"/>
              <a:t>điều</a:t>
            </a:r>
            <a:r>
              <a:rPr lang="en-US" altLang="ja-JP" sz="2400" dirty="0"/>
              <a:t> </a:t>
            </a:r>
            <a:r>
              <a:rPr lang="en-US" altLang="ja-JP" sz="2400" dirty="0" err="1"/>
              <a:t>kiện</a:t>
            </a:r>
            <a:r>
              <a:rPr lang="en-US" altLang="ja-JP" sz="2400" dirty="0"/>
              <a:t>, </a:t>
            </a:r>
            <a:r>
              <a:rPr lang="en-US" altLang="ja-JP" sz="2400" dirty="0" err="1"/>
              <a:t>điều</a:t>
            </a:r>
            <a:r>
              <a:rPr lang="en-US" altLang="ja-JP" sz="2400" dirty="0"/>
              <a:t> </a:t>
            </a:r>
            <a:r>
              <a:rPr lang="en-US" altLang="ja-JP" sz="2400" dirty="0" err="1"/>
              <a:t>kiện</a:t>
            </a:r>
            <a:r>
              <a:rPr lang="en-US" altLang="ja-JP" sz="2400" dirty="0"/>
              <a:t> </a:t>
            </a:r>
            <a:r>
              <a:rPr lang="en-US" altLang="ja-JP" sz="2400" dirty="0" err="1"/>
              <a:t>tiên</a:t>
            </a:r>
            <a:r>
              <a:rPr lang="en-US" altLang="ja-JP" sz="2400" dirty="0"/>
              <a:t> </a:t>
            </a:r>
            <a:r>
              <a:rPr lang="en-US" altLang="ja-JP" sz="2400" dirty="0" err="1"/>
              <a:t>quyết</a:t>
            </a:r>
            <a:r>
              <a:rPr lang="en-US" altLang="ja-JP" sz="2400" dirty="0"/>
              <a:t> để </a:t>
            </a:r>
            <a:r>
              <a:rPr lang="en-US" altLang="ja-JP" sz="2400" dirty="0" err="1"/>
              <a:t>bảo</a:t>
            </a:r>
            <a:r>
              <a:rPr lang="en-US" altLang="ja-JP" sz="2400" dirty="0"/>
              <a:t> </a:t>
            </a:r>
            <a:r>
              <a:rPr lang="en-US" altLang="ja-JP" sz="2400" dirty="0" err="1"/>
              <a:t>đảm</a:t>
            </a:r>
            <a:r>
              <a:rPr lang="en-US" altLang="ja-JP" sz="2400" dirty="0"/>
              <a:t> </a:t>
            </a:r>
            <a:r>
              <a:rPr lang="en-US" altLang="ja-JP" sz="2400" dirty="0" err="1"/>
              <a:t>thỏa</a:t>
            </a:r>
            <a:r>
              <a:rPr lang="en-US" altLang="ja-JP" sz="2400" dirty="0"/>
              <a:t> </a:t>
            </a:r>
            <a:r>
              <a:rPr lang="en-US" altLang="ja-JP" sz="2400" dirty="0" err="1"/>
              <a:t>mãn</a:t>
            </a:r>
            <a:r>
              <a:rPr lang="en-US" altLang="ja-JP" sz="2400" dirty="0"/>
              <a:t>.</a:t>
            </a:r>
          </a:p>
          <a:p>
            <a:pPr eaLnBrk="1" hangingPunct="1"/>
            <a:r>
              <a:rPr lang="en-US" altLang="ja-JP" sz="2400" dirty="0"/>
              <a:t> </a:t>
            </a:r>
            <a:r>
              <a:rPr lang="en-US" altLang="ja-JP" sz="2400" dirty="0" err="1"/>
              <a:t>Ngoài</a:t>
            </a:r>
            <a:r>
              <a:rPr lang="en-US" altLang="ja-JP" sz="2400" dirty="0"/>
              <a:t> các chi phi </a:t>
            </a:r>
            <a:r>
              <a:rPr lang="en-US" altLang="ja-JP" sz="2400" dirty="0" err="1"/>
              <a:t>chính</a:t>
            </a:r>
            <a:r>
              <a:rPr lang="en-US" altLang="ja-JP" sz="2400" dirty="0"/>
              <a:t>, </a:t>
            </a:r>
            <a:r>
              <a:rPr lang="en-US" altLang="ja-JP" sz="2400" dirty="0" err="1"/>
              <a:t>còn</a:t>
            </a:r>
            <a:r>
              <a:rPr lang="en-US" altLang="ja-JP" sz="2400" dirty="0"/>
              <a:t> có các </a:t>
            </a:r>
            <a:r>
              <a:rPr lang="en-US" altLang="ja-JP" sz="2400" dirty="0" err="1"/>
              <a:t>phụ</a:t>
            </a:r>
            <a:r>
              <a:rPr lang="en-US" altLang="ja-JP" sz="2400" dirty="0"/>
              <a:t> </a:t>
            </a:r>
            <a:r>
              <a:rPr lang="en-US" altLang="ja-JP" sz="2400" dirty="0" err="1"/>
              <a:t>phí</a:t>
            </a:r>
            <a:r>
              <a:rPr lang="en-US" altLang="ja-JP" sz="2400" dirty="0"/>
              <a:t> </a:t>
            </a:r>
            <a:r>
              <a:rPr lang="en-US" altLang="ja-JP" sz="2400" dirty="0" err="1"/>
              <a:t>sau</a:t>
            </a:r>
            <a:endParaRPr lang="en-US" altLang="ja-JP" sz="2400" dirty="0"/>
          </a:p>
          <a:p>
            <a:pPr lvl="1" eaLnBrk="1" hangingPunct="1"/>
            <a:r>
              <a:rPr lang="en-US" altLang="ja-JP" sz="2200" dirty="0"/>
              <a:t>Chi </a:t>
            </a:r>
            <a:r>
              <a:rPr lang="en-US" altLang="ja-JP" sz="2200" dirty="0" err="1"/>
              <a:t>phí</a:t>
            </a:r>
            <a:r>
              <a:rPr lang="en-US" altLang="ja-JP" sz="2200" dirty="0"/>
              <a:t> t</a:t>
            </a:r>
            <a:r>
              <a:rPr lang="vi-VN" altLang="ja-JP" sz="2200" dirty="0"/>
              <a:t>ư</a:t>
            </a:r>
            <a:r>
              <a:rPr lang="en-US" altLang="ja-JP" sz="2200" dirty="0"/>
              <a:t> </a:t>
            </a:r>
            <a:r>
              <a:rPr lang="en-US" altLang="ja-JP" sz="2200" dirty="0" err="1"/>
              <a:t>vấn</a:t>
            </a:r>
            <a:endParaRPr lang="en-US" altLang="ja-JP" sz="2200" dirty="0"/>
          </a:p>
          <a:p>
            <a:pPr lvl="1" eaLnBrk="1" hangingPunct="1"/>
            <a:r>
              <a:rPr lang="en-US" altLang="ja-JP" sz="2200" dirty="0"/>
              <a:t>Chi </a:t>
            </a:r>
            <a:r>
              <a:rPr lang="en-US" altLang="ja-JP" sz="2200" dirty="0" err="1"/>
              <a:t>phí</a:t>
            </a:r>
            <a:r>
              <a:rPr lang="en-US" altLang="ja-JP" sz="2200" dirty="0"/>
              <a:t> </a:t>
            </a:r>
            <a:r>
              <a:rPr lang="en-US" altLang="ja-JP" sz="2200" dirty="0" err="1"/>
              <a:t>đào</a:t>
            </a:r>
            <a:r>
              <a:rPr lang="en-US" altLang="ja-JP" sz="2200" dirty="0"/>
              <a:t> </a:t>
            </a:r>
            <a:r>
              <a:rPr lang="en-US" altLang="ja-JP" sz="2200" dirty="0" err="1"/>
              <a:t>tạo</a:t>
            </a:r>
            <a:endParaRPr lang="en-US" altLang="ja-JP" sz="2200" dirty="0"/>
          </a:p>
          <a:p>
            <a:pPr lvl="1" eaLnBrk="1" hangingPunct="1"/>
            <a:r>
              <a:rPr lang="en-US" altLang="ja-JP" sz="2200" dirty="0" err="1"/>
              <a:t>Khấu</a:t>
            </a:r>
            <a:r>
              <a:rPr lang="en-US" altLang="ja-JP" sz="2200" dirty="0"/>
              <a:t> </a:t>
            </a:r>
            <a:r>
              <a:rPr lang="en-US" altLang="ja-JP" sz="2200" dirty="0" err="1"/>
              <a:t>hao</a:t>
            </a:r>
            <a:r>
              <a:rPr lang="en-US" altLang="ja-JP" sz="2200" dirty="0"/>
              <a:t> </a:t>
            </a:r>
            <a:r>
              <a:rPr lang="en-US" altLang="ja-JP" sz="2200" dirty="0" err="1"/>
              <a:t>thiết</a:t>
            </a:r>
            <a:r>
              <a:rPr lang="en-US" altLang="ja-JP" sz="2200" dirty="0"/>
              <a:t> </a:t>
            </a:r>
            <a:r>
              <a:rPr lang="en-US" altLang="ja-JP" sz="2200" dirty="0" err="1"/>
              <a:t>bị</a:t>
            </a:r>
            <a:r>
              <a:rPr lang="en-US" altLang="ja-JP" sz="2200" dirty="0"/>
              <a:t>, </a:t>
            </a:r>
            <a:r>
              <a:rPr lang="en-US" altLang="ja-JP" sz="2200" dirty="0" err="1"/>
              <a:t>thuê</a:t>
            </a:r>
            <a:r>
              <a:rPr lang="en-US" altLang="ja-JP" sz="2200" dirty="0"/>
              <a:t> </a:t>
            </a:r>
            <a:r>
              <a:rPr lang="en-US" altLang="ja-JP" sz="2200" dirty="0" err="1"/>
              <a:t>khoán</a:t>
            </a:r>
            <a:r>
              <a:rPr lang="en-US" altLang="ja-JP" sz="2200" dirty="0"/>
              <a:t> </a:t>
            </a:r>
            <a:r>
              <a:rPr lang="en-US" altLang="ja-JP" sz="2200" dirty="0" err="1"/>
              <a:t>thiết</a:t>
            </a:r>
            <a:r>
              <a:rPr lang="en-US" altLang="ja-JP" sz="2200" dirty="0"/>
              <a:t> </a:t>
            </a:r>
            <a:r>
              <a:rPr lang="en-US" altLang="ja-JP" sz="2200" dirty="0" err="1"/>
              <a:t>bị</a:t>
            </a:r>
            <a:endParaRPr lang="en-US" altLang="ja-JP" sz="2200" dirty="0"/>
          </a:p>
          <a:p>
            <a:pPr lvl="1" eaLnBrk="1" hangingPunct="1"/>
            <a:r>
              <a:rPr lang="en-US" altLang="ja-JP" sz="2200" dirty="0"/>
              <a:t>Chi </a:t>
            </a:r>
            <a:r>
              <a:rPr lang="en-US" altLang="ja-JP" sz="2200" dirty="0" err="1"/>
              <a:t>phí</a:t>
            </a:r>
            <a:r>
              <a:rPr lang="en-US" altLang="ja-JP" sz="2200" dirty="0"/>
              <a:t> </a:t>
            </a:r>
            <a:r>
              <a:rPr lang="en-US" altLang="ja-JP" sz="2200" dirty="0" err="1"/>
              <a:t>đi</a:t>
            </a:r>
            <a:r>
              <a:rPr lang="en-US" altLang="ja-JP" sz="2200" dirty="0"/>
              <a:t> </a:t>
            </a:r>
            <a:r>
              <a:rPr lang="en-US" altLang="ja-JP" sz="2200" dirty="0" err="1"/>
              <a:t>lại</a:t>
            </a:r>
            <a:endParaRPr lang="en-US" altLang="ja-JP" sz="2200" dirty="0"/>
          </a:p>
          <a:p>
            <a:pPr lvl="1" eaLnBrk="1" hangingPunct="1"/>
            <a:r>
              <a:rPr lang="en-US" altLang="ja-JP" sz="2200" dirty="0" err="1"/>
              <a:t>Vận</a:t>
            </a:r>
            <a:r>
              <a:rPr lang="en-US" altLang="ja-JP" sz="2200" dirty="0"/>
              <a:t> </a:t>
            </a:r>
            <a:r>
              <a:rPr lang="en-US" altLang="ja-JP" sz="2200" dirty="0" err="1"/>
              <a:t>chuyển</a:t>
            </a:r>
            <a:endParaRPr lang="en-US" altLang="ja-JP" sz="2200" dirty="0"/>
          </a:p>
          <a:p>
            <a:pPr marL="457200" lvl="1" indent="0" eaLnBrk="1" hangingPunct="1">
              <a:buClrTx/>
              <a:buNone/>
            </a:pPr>
            <a:endParaRPr lang="en-US" altLang="ja-JP" sz="2400" dirty="0"/>
          </a:p>
        </p:txBody>
      </p:sp>
      <p:pic>
        <p:nvPicPr>
          <p:cNvPr id="3078" name="Picture 6" descr="Image result for rose png">
            <a:extLst>
              <a:ext uri="{FF2B5EF4-FFF2-40B4-BE49-F238E27FC236}">
                <a16:creationId xmlns:a16="http://schemas.microsoft.com/office/drawing/2014/main" xmlns="" id="{82973A34-109F-4DA7-B71F-ACB5641092C7}"/>
              </a:ext>
            </a:extLst>
          </p:cNvPr>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050298" y="5181600"/>
            <a:ext cx="1770973" cy="1820704"/>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descr="Image result for cây lô hội png">
            <a:extLst>
              <a:ext uri="{FF2B5EF4-FFF2-40B4-BE49-F238E27FC236}">
                <a16:creationId xmlns:a16="http://schemas.microsoft.com/office/drawing/2014/main" xmlns="" id="{D80C6453-F2DC-4C6B-9AB8-6BD6416D6999}"/>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562173" y="4768056"/>
            <a:ext cx="2143125" cy="21431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 Number Placeholder 14">
            <a:extLst>
              <a:ext uri="{FF2B5EF4-FFF2-40B4-BE49-F238E27FC236}">
                <a16:creationId xmlns:a16="http://schemas.microsoft.com/office/drawing/2014/main" xmlns="" id="{A0BB0AD5-C6C4-4F0E-BCEC-89A0D7E9DA90}"/>
              </a:ext>
            </a:extLst>
          </p:cNvPr>
          <p:cNvSpPr>
            <a:spLocks noGrp="1"/>
          </p:cNvSpPr>
          <p:nvPr>
            <p:ph type="sldNum" sz="quarter" idx="12"/>
          </p:nvPr>
        </p:nvSpPr>
        <p:spPr/>
        <p:txBody>
          <a:bodyPr/>
          <a:lstStyle/>
          <a:p>
            <a:fld id="{9EA0BE3B-158A-4EDF-80DC-E394A0D1600F}" type="slidenum">
              <a:rPr lang="en-US" smtClean="0"/>
              <a:pPr/>
              <a:t>52</a:t>
            </a:fld>
            <a:endParaRPr lang="en-US" dirty="0"/>
          </a:p>
        </p:txBody>
      </p:sp>
      <p:sp>
        <p:nvSpPr>
          <p:cNvPr id="2" name="Title 1">
            <a:extLst>
              <a:ext uri="{FF2B5EF4-FFF2-40B4-BE49-F238E27FC236}">
                <a16:creationId xmlns:a16="http://schemas.microsoft.com/office/drawing/2014/main" xmlns="" id="{9A8CDC71-CF26-4ACA-B582-1DE91214471A}"/>
              </a:ext>
            </a:extLst>
          </p:cNvPr>
          <p:cNvSpPr>
            <a:spLocks noGrp="1"/>
          </p:cNvSpPr>
          <p:nvPr>
            <p:ph type="title"/>
          </p:nvPr>
        </p:nvSpPr>
        <p:spPr/>
        <p:txBody>
          <a:bodyPr/>
          <a:lstStyle/>
          <a:p>
            <a:r>
              <a:rPr lang="en-US" altLang="ja-JP" sz="3600" dirty="0" err="1" smtClean="0"/>
              <a:t>Lập</a:t>
            </a:r>
            <a:r>
              <a:rPr lang="en-US" altLang="ja-JP" sz="3600" dirty="0" smtClean="0"/>
              <a:t> </a:t>
            </a:r>
            <a:r>
              <a:rPr lang="en-US" altLang="ja-JP" sz="3600" dirty="0"/>
              <a:t>kế </a:t>
            </a:r>
            <a:r>
              <a:rPr lang="en-US" altLang="ja-JP" sz="3600" dirty="0" err="1"/>
              <a:t>hoạch</a:t>
            </a:r>
            <a:r>
              <a:rPr lang="en-US" altLang="ja-JP" sz="3600" dirty="0"/>
              <a:t> chi </a:t>
            </a:r>
            <a:r>
              <a:rPr lang="en-US" altLang="ja-JP" sz="3600" dirty="0" err="1" smtClean="0"/>
              <a:t>tiêu</a:t>
            </a:r>
            <a:endParaRPr lang="en-US" sz="3600" dirty="0"/>
          </a:p>
        </p:txBody>
      </p:sp>
      <p:sp>
        <p:nvSpPr>
          <p:cNvPr id="4" name="AutoShape 4">
            <a:extLst>
              <a:ext uri="{FF2B5EF4-FFF2-40B4-BE49-F238E27FC236}">
                <a16:creationId xmlns:a16="http://schemas.microsoft.com/office/drawing/2014/main" xmlns="" id="{5DC828CD-68E6-4712-A604-2E39116FA535}"/>
              </a:ext>
            </a:extLst>
          </p:cNvPr>
          <p:cNvSpPr>
            <a:spLocks noChangeArrowheads="1"/>
          </p:cNvSpPr>
          <p:nvPr/>
        </p:nvSpPr>
        <p:spPr bwMode="auto">
          <a:xfrm>
            <a:off x="914400" y="1600200"/>
            <a:ext cx="2057400" cy="3276600"/>
          </a:xfrm>
          <a:prstGeom prst="roundRect">
            <a:avLst>
              <a:gd name="adj" fmla="val 10318"/>
            </a:avLst>
          </a:prstGeom>
          <a:solidFill>
            <a:srgbClr val="CCFFFF">
              <a:alpha val="30196"/>
            </a:srgbClr>
          </a:solidFill>
          <a:ln w="9525">
            <a:solidFill>
              <a:schemeClr val="tx1"/>
            </a:solidFill>
            <a:round/>
            <a:headEnd/>
            <a:tailEnd/>
          </a:ln>
        </p:spPr>
        <p:txBody>
          <a:bodyPr wrap="none" anchorCtr="1"/>
          <a:lstStyle/>
          <a:p>
            <a:pPr algn="ctr"/>
            <a:endParaRPr lang="en-US" altLang="ja-JP" sz="800"/>
          </a:p>
          <a:p>
            <a:pPr algn="ctr"/>
            <a:r>
              <a:rPr lang="en-US" altLang="ja-JP" sz="2000"/>
              <a:t>Đầu vào</a:t>
            </a:r>
          </a:p>
        </p:txBody>
      </p:sp>
      <p:sp>
        <p:nvSpPr>
          <p:cNvPr id="5" name="AutoShape 7">
            <a:extLst>
              <a:ext uri="{FF2B5EF4-FFF2-40B4-BE49-F238E27FC236}">
                <a16:creationId xmlns:a16="http://schemas.microsoft.com/office/drawing/2014/main" xmlns="" id="{D6167AF5-F705-46E3-B9D5-186E77F08947}"/>
              </a:ext>
            </a:extLst>
          </p:cNvPr>
          <p:cNvSpPr>
            <a:spLocks noChangeArrowheads="1"/>
          </p:cNvSpPr>
          <p:nvPr/>
        </p:nvSpPr>
        <p:spPr bwMode="auto">
          <a:xfrm>
            <a:off x="3657600" y="1600200"/>
            <a:ext cx="2209800" cy="3810000"/>
          </a:xfrm>
          <a:prstGeom prst="roundRect">
            <a:avLst>
              <a:gd name="adj" fmla="val 8785"/>
            </a:avLst>
          </a:prstGeom>
          <a:solidFill>
            <a:srgbClr val="CCFF99">
              <a:alpha val="30196"/>
            </a:srgbClr>
          </a:solidFill>
          <a:ln w="9525">
            <a:solidFill>
              <a:schemeClr val="tx1"/>
            </a:solidFill>
            <a:round/>
            <a:headEnd/>
            <a:tailEnd/>
          </a:ln>
        </p:spPr>
        <p:txBody>
          <a:bodyPr wrap="none" anchorCtr="1"/>
          <a:lstStyle/>
          <a:p>
            <a:pPr algn="ctr"/>
            <a:r>
              <a:rPr lang="en-US" altLang="ja-JP" sz="2000"/>
              <a:t>Công cụ </a:t>
            </a:r>
          </a:p>
          <a:p>
            <a:pPr algn="ctr"/>
            <a:r>
              <a:rPr lang="en-US" altLang="ja-JP" sz="2000"/>
              <a:t>&amp; Kỹ thuật</a:t>
            </a:r>
          </a:p>
        </p:txBody>
      </p:sp>
      <p:sp>
        <p:nvSpPr>
          <p:cNvPr id="6" name="AutoShape 8">
            <a:extLst>
              <a:ext uri="{FF2B5EF4-FFF2-40B4-BE49-F238E27FC236}">
                <a16:creationId xmlns:a16="http://schemas.microsoft.com/office/drawing/2014/main" xmlns="" id="{D2DB3F89-9E94-456B-B9F8-1FC8FF6910C9}"/>
              </a:ext>
            </a:extLst>
          </p:cNvPr>
          <p:cNvSpPr>
            <a:spLocks noChangeArrowheads="1"/>
          </p:cNvSpPr>
          <p:nvPr/>
        </p:nvSpPr>
        <p:spPr bwMode="auto">
          <a:xfrm>
            <a:off x="6400800" y="1600200"/>
            <a:ext cx="2057400" cy="3505200"/>
          </a:xfrm>
          <a:prstGeom prst="roundRect">
            <a:avLst>
              <a:gd name="adj" fmla="val 10318"/>
            </a:avLst>
          </a:prstGeom>
          <a:solidFill>
            <a:srgbClr val="FFCCFF">
              <a:alpha val="30196"/>
            </a:srgbClr>
          </a:solidFill>
          <a:ln w="9525">
            <a:solidFill>
              <a:schemeClr val="tx1"/>
            </a:solidFill>
            <a:round/>
            <a:headEnd/>
            <a:tailEnd/>
          </a:ln>
        </p:spPr>
        <p:txBody>
          <a:bodyPr wrap="none" anchorCtr="1"/>
          <a:lstStyle/>
          <a:p>
            <a:pPr algn="ctr"/>
            <a:endParaRPr lang="en-US" altLang="ja-JP" sz="800"/>
          </a:p>
          <a:p>
            <a:pPr algn="ctr"/>
            <a:r>
              <a:rPr lang="en-US" altLang="ja-JP" sz="2000"/>
              <a:t>Đầu ra</a:t>
            </a:r>
          </a:p>
        </p:txBody>
      </p:sp>
      <p:sp>
        <p:nvSpPr>
          <p:cNvPr id="7" name="Line 9">
            <a:extLst>
              <a:ext uri="{FF2B5EF4-FFF2-40B4-BE49-F238E27FC236}">
                <a16:creationId xmlns:a16="http://schemas.microsoft.com/office/drawing/2014/main" xmlns="" id="{65786472-0953-4CA0-8987-5F479DF15025}"/>
              </a:ext>
            </a:extLst>
          </p:cNvPr>
          <p:cNvSpPr>
            <a:spLocks noChangeShapeType="1"/>
          </p:cNvSpPr>
          <p:nvPr/>
        </p:nvSpPr>
        <p:spPr bwMode="auto">
          <a:xfrm>
            <a:off x="914400" y="2362200"/>
            <a:ext cx="2057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 name="Line 10">
            <a:extLst>
              <a:ext uri="{FF2B5EF4-FFF2-40B4-BE49-F238E27FC236}">
                <a16:creationId xmlns:a16="http://schemas.microsoft.com/office/drawing/2014/main" xmlns="" id="{6FC6C105-8728-417F-8C5E-D9B56D8B867F}"/>
              </a:ext>
            </a:extLst>
          </p:cNvPr>
          <p:cNvSpPr>
            <a:spLocks noChangeShapeType="1"/>
          </p:cNvSpPr>
          <p:nvPr/>
        </p:nvSpPr>
        <p:spPr bwMode="auto">
          <a:xfrm>
            <a:off x="3657600" y="2362200"/>
            <a:ext cx="2209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 name="Line 11">
            <a:extLst>
              <a:ext uri="{FF2B5EF4-FFF2-40B4-BE49-F238E27FC236}">
                <a16:creationId xmlns:a16="http://schemas.microsoft.com/office/drawing/2014/main" xmlns="" id="{5AC6584B-081B-4FFE-82FA-116740D77EC0}"/>
              </a:ext>
            </a:extLst>
          </p:cNvPr>
          <p:cNvSpPr>
            <a:spLocks noChangeShapeType="1"/>
          </p:cNvSpPr>
          <p:nvPr/>
        </p:nvSpPr>
        <p:spPr bwMode="auto">
          <a:xfrm>
            <a:off x="6400800" y="2362200"/>
            <a:ext cx="2057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 name="AutoShape 12">
            <a:extLst>
              <a:ext uri="{FF2B5EF4-FFF2-40B4-BE49-F238E27FC236}">
                <a16:creationId xmlns:a16="http://schemas.microsoft.com/office/drawing/2014/main" xmlns="" id="{F4F26822-9E5A-4528-8548-104D4897F93A}"/>
              </a:ext>
            </a:extLst>
          </p:cNvPr>
          <p:cNvSpPr>
            <a:spLocks noChangeArrowheads="1"/>
          </p:cNvSpPr>
          <p:nvPr/>
        </p:nvSpPr>
        <p:spPr bwMode="auto">
          <a:xfrm>
            <a:off x="2971800" y="3124200"/>
            <a:ext cx="762000" cy="533400"/>
          </a:xfrm>
          <a:prstGeom prst="rightArrow">
            <a:avLst>
              <a:gd name="adj1" fmla="val 50000"/>
              <a:gd name="adj2" fmla="val 35714"/>
            </a:avLst>
          </a:prstGeom>
          <a:solidFill>
            <a:schemeClr val="accent1"/>
          </a:solidFill>
          <a:ln w="9525">
            <a:solidFill>
              <a:schemeClr val="tx1"/>
            </a:solidFill>
            <a:miter lim="800000"/>
            <a:headEnd/>
            <a:tailEnd/>
          </a:ln>
          <a:effectLst>
            <a:prstShdw prst="shdw13" dist="53882" dir="13500000">
              <a:schemeClr val="bg2">
                <a:alpha val="50000"/>
              </a:schemeClr>
            </a:prstShdw>
          </a:effectLst>
        </p:spPr>
        <p:txBody>
          <a:bodyPr wrap="none" anchor="ctr"/>
          <a:lstStyle/>
          <a:p>
            <a:endParaRPr lang="ja-JP" altLang="en-US"/>
          </a:p>
        </p:txBody>
      </p:sp>
      <p:sp>
        <p:nvSpPr>
          <p:cNvPr id="11" name="Text Box 14">
            <a:extLst>
              <a:ext uri="{FF2B5EF4-FFF2-40B4-BE49-F238E27FC236}">
                <a16:creationId xmlns:a16="http://schemas.microsoft.com/office/drawing/2014/main" xmlns="" id="{FEA8CCAE-0AE2-4FAF-B2A9-9E84DA2F80B8}"/>
              </a:ext>
            </a:extLst>
          </p:cNvPr>
          <p:cNvSpPr txBox="1">
            <a:spLocks noChangeArrowheads="1"/>
          </p:cNvSpPr>
          <p:nvPr/>
        </p:nvSpPr>
        <p:spPr bwMode="auto">
          <a:xfrm>
            <a:off x="974725" y="2398713"/>
            <a:ext cx="1997075" cy="1754326"/>
          </a:xfrm>
          <a:prstGeom prst="rect">
            <a:avLst/>
          </a:prstGeom>
          <a:noFill/>
          <a:ln>
            <a:noFill/>
          </a:ln>
          <a:effectLst>
            <a:prstShdw prst="shdw13" dist="53882" dir="13500000">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buFont typeface="Times New Roman" pitchFamily="18" charset="0"/>
              <a:buAutoNum type="arabicPeriod"/>
            </a:pPr>
            <a:r>
              <a:rPr lang="en-US" altLang="ja-JP"/>
              <a:t>Phạm vi dự án</a:t>
            </a:r>
          </a:p>
          <a:p>
            <a:pPr eaLnBrk="1" hangingPunct="1">
              <a:buFont typeface="Times New Roman" pitchFamily="18" charset="0"/>
              <a:buAutoNum type="arabicPeriod"/>
            </a:pPr>
            <a:r>
              <a:rPr lang="en-US" altLang="ja-JP"/>
              <a:t>Nguồn nhân lực</a:t>
            </a:r>
          </a:p>
          <a:p>
            <a:pPr eaLnBrk="1" hangingPunct="1">
              <a:buFont typeface="Times New Roman" pitchFamily="18" charset="0"/>
              <a:buAutoNum type="arabicPeriod"/>
            </a:pPr>
            <a:r>
              <a:rPr lang="en-US" altLang="ja-JP"/>
              <a:t>Môi tr</a:t>
            </a:r>
            <a:r>
              <a:rPr lang="vi-VN" altLang="ja-JP"/>
              <a:t>ư</a:t>
            </a:r>
            <a:r>
              <a:rPr lang="en-US" altLang="ja-JP"/>
              <a:t>ờng doanh nghiệp</a:t>
            </a:r>
          </a:p>
        </p:txBody>
      </p:sp>
      <p:sp>
        <p:nvSpPr>
          <p:cNvPr id="12" name="Text Box 15">
            <a:extLst>
              <a:ext uri="{FF2B5EF4-FFF2-40B4-BE49-F238E27FC236}">
                <a16:creationId xmlns:a16="http://schemas.microsoft.com/office/drawing/2014/main" xmlns="" id="{EAEF246E-1849-43D1-A3E0-F79AD922FD83}"/>
              </a:ext>
            </a:extLst>
          </p:cNvPr>
          <p:cNvSpPr txBox="1">
            <a:spLocks noChangeArrowheads="1"/>
          </p:cNvSpPr>
          <p:nvPr/>
        </p:nvSpPr>
        <p:spPr bwMode="auto">
          <a:xfrm>
            <a:off x="3733800" y="2438400"/>
            <a:ext cx="1800493" cy="2862322"/>
          </a:xfrm>
          <a:prstGeom prst="rect">
            <a:avLst/>
          </a:prstGeom>
          <a:noFill/>
          <a:ln>
            <a:noFill/>
          </a:ln>
          <a:effectLst>
            <a:prstShdw prst="shdw13" dist="53882" dir="13500000">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buFont typeface="Times New Roman" pitchFamily="18" charset="0"/>
              <a:buAutoNum type="arabicPeriod"/>
            </a:pPr>
            <a:r>
              <a:rPr lang="en-US" altLang="ja-JP"/>
              <a:t>Analogous </a:t>
            </a:r>
            <a:br>
              <a:rPr lang="en-US" altLang="ja-JP"/>
            </a:br>
            <a:r>
              <a:rPr lang="en-US" altLang="ja-JP"/>
              <a:t>Estimating</a:t>
            </a:r>
          </a:p>
          <a:p>
            <a:pPr eaLnBrk="1" hangingPunct="1">
              <a:buFont typeface="Times New Roman" pitchFamily="18" charset="0"/>
              <a:buAutoNum type="arabicPeriod"/>
            </a:pPr>
            <a:r>
              <a:rPr lang="en-US" altLang="ja-JP"/>
              <a:t>Parametric</a:t>
            </a:r>
            <a:br>
              <a:rPr lang="en-US" altLang="ja-JP"/>
            </a:br>
            <a:r>
              <a:rPr lang="en-US" altLang="ja-JP"/>
              <a:t>Estimating</a:t>
            </a:r>
          </a:p>
          <a:p>
            <a:pPr eaLnBrk="1" hangingPunct="1">
              <a:buFont typeface="Times New Roman" pitchFamily="18" charset="0"/>
              <a:buAutoNum type="arabicPeriod"/>
            </a:pPr>
            <a:r>
              <a:rPr lang="en-US" altLang="ja-JP"/>
              <a:t>Three-Point </a:t>
            </a:r>
            <a:br>
              <a:rPr lang="en-US" altLang="ja-JP"/>
            </a:br>
            <a:r>
              <a:rPr lang="en-US" altLang="ja-JP"/>
              <a:t>Estimates</a:t>
            </a:r>
          </a:p>
          <a:p>
            <a:pPr eaLnBrk="1" hangingPunct="1">
              <a:buFont typeface="Times New Roman" pitchFamily="18" charset="0"/>
              <a:buAutoNum type="arabicPeriod"/>
            </a:pPr>
            <a:r>
              <a:rPr lang="en-US" altLang="ja-JP"/>
              <a:t>Bottom-Up</a:t>
            </a:r>
            <a:br>
              <a:rPr lang="en-US" altLang="ja-JP"/>
            </a:br>
            <a:r>
              <a:rPr lang="en-US" altLang="ja-JP"/>
              <a:t>Estimating</a:t>
            </a:r>
          </a:p>
          <a:p>
            <a:pPr eaLnBrk="1" hangingPunct="1">
              <a:buFont typeface="Times New Roman" pitchFamily="18" charset="0"/>
              <a:buAutoNum type="arabicPeriod"/>
            </a:pPr>
            <a:r>
              <a:rPr lang="en-US" altLang="ja-JP"/>
              <a:t>Expert </a:t>
            </a:r>
            <a:br>
              <a:rPr lang="en-US" altLang="ja-JP"/>
            </a:br>
            <a:r>
              <a:rPr lang="en-US" altLang="ja-JP"/>
              <a:t>Judgment</a:t>
            </a:r>
          </a:p>
        </p:txBody>
      </p:sp>
      <p:sp>
        <p:nvSpPr>
          <p:cNvPr id="13" name="Text Box 16">
            <a:extLst>
              <a:ext uri="{FF2B5EF4-FFF2-40B4-BE49-F238E27FC236}">
                <a16:creationId xmlns:a16="http://schemas.microsoft.com/office/drawing/2014/main" xmlns="" id="{6A6AA87A-0774-49DD-BD13-ED5925C20434}"/>
              </a:ext>
            </a:extLst>
          </p:cNvPr>
          <p:cNvSpPr txBox="1">
            <a:spLocks noChangeArrowheads="1"/>
          </p:cNvSpPr>
          <p:nvPr/>
        </p:nvSpPr>
        <p:spPr bwMode="auto">
          <a:xfrm>
            <a:off x="6357618" y="2634908"/>
            <a:ext cx="2133600" cy="2031325"/>
          </a:xfrm>
          <a:prstGeom prst="rect">
            <a:avLst/>
          </a:prstGeom>
          <a:noFill/>
          <a:ln>
            <a:noFill/>
          </a:ln>
          <a:effectLst>
            <a:prstShdw prst="shdw13" dist="53882" dir="13500000">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buFont typeface="Times New Roman" pitchFamily="18" charset="0"/>
              <a:buAutoNum type="arabicPeriod"/>
            </a:pPr>
            <a:r>
              <a:rPr lang="en-US" altLang="ja-JP"/>
              <a:t>Ước l</a:t>
            </a:r>
            <a:r>
              <a:rPr lang="vi-VN" altLang="ja-JP"/>
              <a:t>ư</a:t>
            </a:r>
            <a:r>
              <a:rPr lang="en-US" altLang="ja-JP"/>
              <a:t>ợng chi phí cho các hoạt động</a:t>
            </a:r>
          </a:p>
          <a:p>
            <a:pPr eaLnBrk="1" hangingPunct="1">
              <a:buFont typeface="Times New Roman" pitchFamily="18" charset="0"/>
              <a:buAutoNum type="arabicPeriod"/>
            </a:pPr>
            <a:r>
              <a:rPr lang="en-US" altLang="ja-JP"/>
              <a:t>Các c</a:t>
            </a:r>
            <a:r>
              <a:rPr lang="vi-VN" altLang="ja-JP"/>
              <a:t>ơ</a:t>
            </a:r>
            <a:r>
              <a:rPr lang="en-US" altLang="ja-JP"/>
              <a:t> sở của việc </a:t>
            </a:r>
            <a:r>
              <a:rPr lang="vi-VN" altLang="ja-JP"/>
              <a:t>ư</a:t>
            </a:r>
            <a:r>
              <a:rPr lang="en-US" altLang="ja-JP"/>
              <a:t>ớc lượng</a:t>
            </a:r>
          </a:p>
          <a:p>
            <a:pPr eaLnBrk="1" hangingPunct="1">
              <a:buFont typeface="Times New Roman" pitchFamily="18" charset="0"/>
              <a:buAutoNum type="arabicPeriod"/>
            </a:pPr>
            <a:r>
              <a:rPr lang="en-US" altLang="ja-JP"/>
              <a:t>Cập nhật tài liệu dự án</a:t>
            </a:r>
          </a:p>
        </p:txBody>
      </p:sp>
      <p:sp>
        <p:nvSpPr>
          <p:cNvPr id="14" name="AutoShape 13">
            <a:extLst>
              <a:ext uri="{FF2B5EF4-FFF2-40B4-BE49-F238E27FC236}">
                <a16:creationId xmlns:a16="http://schemas.microsoft.com/office/drawing/2014/main" xmlns="" id="{CA2E2051-8D29-4226-9DF5-7A740BACB493}"/>
              </a:ext>
            </a:extLst>
          </p:cNvPr>
          <p:cNvSpPr>
            <a:spLocks noChangeArrowheads="1"/>
          </p:cNvSpPr>
          <p:nvPr/>
        </p:nvSpPr>
        <p:spPr bwMode="auto">
          <a:xfrm>
            <a:off x="5715000" y="3124200"/>
            <a:ext cx="762000" cy="533400"/>
          </a:xfrm>
          <a:prstGeom prst="rightArrow">
            <a:avLst>
              <a:gd name="adj1" fmla="val 50000"/>
              <a:gd name="adj2" fmla="val 35714"/>
            </a:avLst>
          </a:prstGeom>
          <a:solidFill>
            <a:schemeClr val="accent1"/>
          </a:solidFill>
          <a:ln w="9525">
            <a:solidFill>
              <a:schemeClr val="tx1"/>
            </a:solidFill>
            <a:miter lim="800000"/>
            <a:headEnd/>
            <a:tailEnd/>
          </a:ln>
          <a:effectLst>
            <a:prstShdw prst="shdw13" dist="53882" dir="13500000">
              <a:schemeClr val="bg2">
                <a:alpha val="50000"/>
              </a:schemeClr>
            </a:prstShdw>
          </a:effectLst>
        </p:spPr>
        <p:txBody>
          <a:bodyPr wrap="none" anchor="ctr"/>
          <a:lstStyle/>
          <a:p>
            <a:endParaRPr lang="ja-JP" altLang="en-US"/>
          </a:p>
        </p:txBody>
      </p:sp>
    </p:spTree>
    <p:extLst>
      <p:ext uri="{BB962C8B-B14F-4D97-AF65-F5344CB8AC3E}">
        <p14:creationId xmlns:p14="http://schemas.microsoft.com/office/powerpoint/2010/main" val="157096893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2674300C-0310-44FA-8A12-9B0BB974C472}"/>
              </a:ext>
            </a:extLst>
          </p:cNvPr>
          <p:cNvSpPr>
            <a:spLocks noGrp="1"/>
          </p:cNvSpPr>
          <p:nvPr>
            <p:ph type="sldNum" sz="quarter" idx="12"/>
          </p:nvPr>
        </p:nvSpPr>
        <p:spPr/>
        <p:txBody>
          <a:bodyPr/>
          <a:lstStyle/>
          <a:p>
            <a:fld id="{9EA0BE3B-158A-4EDF-80DC-E394A0D1600F}" type="slidenum">
              <a:rPr lang="en-US" smtClean="0"/>
              <a:pPr/>
              <a:t>53</a:t>
            </a:fld>
            <a:endParaRPr lang="en-US" dirty="0"/>
          </a:p>
        </p:txBody>
      </p:sp>
      <p:sp>
        <p:nvSpPr>
          <p:cNvPr id="75778" name="Rectangle 2"/>
          <p:cNvSpPr>
            <a:spLocks noGrp="1" noChangeArrowheads="1"/>
          </p:cNvSpPr>
          <p:nvPr>
            <p:ph type="title"/>
          </p:nvPr>
        </p:nvSpPr>
        <p:spPr/>
        <p:txBody>
          <a:bodyPr/>
          <a:lstStyle/>
          <a:p>
            <a:pPr eaLnBrk="1" hangingPunct="1"/>
            <a:r>
              <a:rPr lang="en-US" altLang="ja-JP" sz="3200" dirty="0" err="1" smtClean="0"/>
              <a:t>Duyệt</a:t>
            </a:r>
            <a:r>
              <a:rPr lang="en-US" altLang="ja-JP" sz="3200" dirty="0" smtClean="0"/>
              <a:t> </a:t>
            </a:r>
            <a:r>
              <a:rPr lang="en-US" altLang="ja-JP" sz="3200" dirty="0" err="1"/>
              <a:t>ngân</a:t>
            </a:r>
            <a:r>
              <a:rPr lang="en-US" altLang="ja-JP" sz="3200" dirty="0"/>
              <a:t> </a:t>
            </a:r>
            <a:r>
              <a:rPr lang="en-US" altLang="ja-JP" sz="3200" dirty="0" err="1"/>
              <a:t>sách</a:t>
            </a:r>
            <a:endParaRPr lang="en-US" altLang="ja-JP" sz="3200" dirty="0"/>
          </a:p>
        </p:txBody>
      </p:sp>
      <p:sp>
        <p:nvSpPr>
          <p:cNvPr id="75779" name="Rectangle 3"/>
          <p:cNvSpPr>
            <a:spLocks noGrp="1" noChangeArrowheads="1"/>
          </p:cNvSpPr>
          <p:nvPr>
            <p:ph type="body" sz="quarter" idx="13"/>
          </p:nvPr>
        </p:nvSpPr>
        <p:spPr>
          <a:xfrm>
            <a:off x="234950" y="762000"/>
            <a:ext cx="8674100" cy="5132832"/>
          </a:xfrm>
        </p:spPr>
        <p:txBody>
          <a:bodyPr/>
          <a:lstStyle/>
          <a:p>
            <a:pPr eaLnBrk="1" hangingPunct="1">
              <a:buClrTx/>
              <a:buFont typeface="Wingdings" pitchFamily="2" charset="2"/>
              <a:buChar char="Ø"/>
            </a:pPr>
            <a:r>
              <a:rPr lang="en-US" altLang="ja-JP" sz="2400"/>
              <a:t>Là quá trình cộng dồn các chi phí đã đ</a:t>
            </a:r>
            <a:r>
              <a:rPr lang="vi-VN" altLang="ja-JP" sz="2400"/>
              <a:t>ư</a:t>
            </a:r>
            <a:r>
              <a:rPr lang="en-US" altLang="ja-JP" sz="2400"/>
              <a:t>ợc </a:t>
            </a:r>
            <a:r>
              <a:rPr lang="vi-VN" altLang="ja-JP" sz="2400"/>
              <a:t>ư</a:t>
            </a:r>
            <a:r>
              <a:rPr lang="en-US" altLang="ja-JP" sz="2400"/>
              <a:t>ớc lượng của các hoạt động hoặc các nhóm hoạt động để hình thành nên </a:t>
            </a:r>
            <a:r>
              <a:rPr lang="en-US" altLang="ja-JP" sz="2400">
                <a:solidFill>
                  <a:srgbClr val="FF0000"/>
                </a:solidFill>
              </a:rPr>
              <a:t>đ</a:t>
            </a:r>
            <a:r>
              <a:rPr lang="vi-VN" altLang="ja-JP" sz="2400">
                <a:solidFill>
                  <a:srgbClr val="FF0000"/>
                </a:solidFill>
              </a:rPr>
              <a:t>ư</a:t>
            </a:r>
            <a:r>
              <a:rPr lang="en-US" altLang="ja-JP" sz="2400">
                <a:solidFill>
                  <a:srgbClr val="FF0000"/>
                </a:solidFill>
              </a:rPr>
              <a:t>ờng chi phí cơ sở (cost baseline)</a:t>
            </a:r>
            <a:r>
              <a:rPr lang="en-US" altLang="ja-JP" sz="2400"/>
              <a:t> </a:t>
            </a:r>
          </a:p>
          <a:p>
            <a:pPr eaLnBrk="1" hangingPunct="1">
              <a:buClrTx/>
              <a:buFont typeface="Wingdings" pitchFamily="2" charset="2"/>
              <a:buChar char="Ø"/>
            </a:pPr>
            <a:r>
              <a:rPr lang="en-US" altLang="ja-JP" sz="2400"/>
              <a:t>Liên quan tới giám sát chi tiêu trong dự án</a:t>
            </a:r>
          </a:p>
        </p:txBody>
      </p:sp>
      <p:sp>
        <p:nvSpPr>
          <p:cNvPr id="75780" name="AutoShape 4"/>
          <p:cNvSpPr>
            <a:spLocks noChangeArrowheads="1"/>
          </p:cNvSpPr>
          <p:nvPr/>
        </p:nvSpPr>
        <p:spPr bwMode="auto">
          <a:xfrm>
            <a:off x="914400" y="2694432"/>
            <a:ext cx="2057400" cy="3581400"/>
          </a:xfrm>
          <a:prstGeom prst="roundRect">
            <a:avLst>
              <a:gd name="adj" fmla="val 8907"/>
            </a:avLst>
          </a:prstGeom>
          <a:solidFill>
            <a:srgbClr val="CCFFFF">
              <a:alpha val="30196"/>
            </a:srgbClr>
          </a:solidFill>
          <a:ln w="9525">
            <a:solidFill>
              <a:schemeClr val="tx1"/>
            </a:solidFill>
            <a:round/>
            <a:headEnd/>
            <a:tailEnd/>
          </a:ln>
        </p:spPr>
        <p:txBody>
          <a:bodyPr wrap="none" anchorCtr="1"/>
          <a:lstStyle/>
          <a:p>
            <a:pPr algn="ctr"/>
            <a:r>
              <a:rPr lang="en-US" altLang="ja-JP"/>
              <a:t>Input</a:t>
            </a:r>
            <a:endParaRPr lang="en-US" altLang="ja-JP" sz="2000"/>
          </a:p>
        </p:txBody>
      </p:sp>
      <p:sp>
        <p:nvSpPr>
          <p:cNvPr id="75781" name="AutoShape 7"/>
          <p:cNvSpPr>
            <a:spLocks noChangeArrowheads="1"/>
          </p:cNvSpPr>
          <p:nvPr/>
        </p:nvSpPr>
        <p:spPr bwMode="auto">
          <a:xfrm>
            <a:off x="3581400" y="2694432"/>
            <a:ext cx="2362200" cy="3581400"/>
          </a:xfrm>
          <a:prstGeom prst="roundRect">
            <a:avLst>
              <a:gd name="adj" fmla="val 11137"/>
            </a:avLst>
          </a:prstGeom>
          <a:solidFill>
            <a:srgbClr val="CCFF99">
              <a:alpha val="30196"/>
            </a:srgbClr>
          </a:solidFill>
          <a:ln w="9525">
            <a:solidFill>
              <a:schemeClr val="tx1"/>
            </a:solidFill>
            <a:round/>
            <a:headEnd/>
            <a:tailEnd/>
          </a:ln>
        </p:spPr>
        <p:txBody>
          <a:bodyPr wrap="none" anchorCtr="1"/>
          <a:lstStyle/>
          <a:p>
            <a:pPr algn="ctr"/>
            <a:r>
              <a:rPr lang="en-US" altLang="ja-JP" sz="2000"/>
              <a:t>Tools </a:t>
            </a:r>
          </a:p>
          <a:p>
            <a:pPr algn="ctr"/>
            <a:r>
              <a:rPr lang="en-US" altLang="ja-JP" sz="2000"/>
              <a:t>&amp; Technique</a:t>
            </a:r>
          </a:p>
        </p:txBody>
      </p:sp>
      <p:sp>
        <p:nvSpPr>
          <p:cNvPr id="75782" name="AutoShape 8"/>
          <p:cNvSpPr>
            <a:spLocks noChangeArrowheads="1"/>
          </p:cNvSpPr>
          <p:nvPr/>
        </p:nvSpPr>
        <p:spPr bwMode="auto">
          <a:xfrm>
            <a:off x="6553200" y="2694432"/>
            <a:ext cx="2209800" cy="3505200"/>
          </a:xfrm>
          <a:prstGeom prst="roundRect">
            <a:avLst>
              <a:gd name="adj" fmla="val 11412"/>
            </a:avLst>
          </a:prstGeom>
          <a:solidFill>
            <a:srgbClr val="FFCCFF">
              <a:alpha val="30196"/>
            </a:srgbClr>
          </a:solidFill>
          <a:ln w="9525">
            <a:solidFill>
              <a:schemeClr val="tx1"/>
            </a:solidFill>
            <a:round/>
            <a:headEnd/>
            <a:tailEnd/>
          </a:ln>
        </p:spPr>
        <p:txBody>
          <a:bodyPr wrap="none" anchorCtr="1"/>
          <a:lstStyle/>
          <a:p>
            <a:pPr algn="ctr"/>
            <a:r>
              <a:rPr lang="en-US" altLang="ja-JP"/>
              <a:t>Output</a:t>
            </a:r>
          </a:p>
        </p:txBody>
      </p:sp>
      <p:sp>
        <p:nvSpPr>
          <p:cNvPr id="75783" name="Line 9"/>
          <p:cNvSpPr>
            <a:spLocks noChangeShapeType="1"/>
          </p:cNvSpPr>
          <p:nvPr/>
        </p:nvSpPr>
        <p:spPr bwMode="auto">
          <a:xfrm>
            <a:off x="914400" y="3456432"/>
            <a:ext cx="2057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784" name="Line 10"/>
          <p:cNvSpPr>
            <a:spLocks noChangeShapeType="1"/>
          </p:cNvSpPr>
          <p:nvPr/>
        </p:nvSpPr>
        <p:spPr bwMode="auto">
          <a:xfrm>
            <a:off x="3657600" y="3456432"/>
            <a:ext cx="2362200"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785" name="Line 11"/>
          <p:cNvSpPr>
            <a:spLocks noChangeShapeType="1"/>
          </p:cNvSpPr>
          <p:nvPr/>
        </p:nvSpPr>
        <p:spPr bwMode="auto">
          <a:xfrm>
            <a:off x="6553200" y="3456432"/>
            <a:ext cx="2209800"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786" name="AutoShape 12"/>
          <p:cNvSpPr>
            <a:spLocks noChangeArrowheads="1"/>
          </p:cNvSpPr>
          <p:nvPr/>
        </p:nvSpPr>
        <p:spPr bwMode="auto">
          <a:xfrm>
            <a:off x="2971800" y="4218432"/>
            <a:ext cx="625475" cy="533400"/>
          </a:xfrm>
          <a:prstGeom prst="rightArrow">
            <a:avLst>
              <a:gd name="adj1" fmla="val 50000"/>
              <a:gd name="adj2" fmla="val 35714"/>
            </a:avLst>
          </a:prstGeom>
          <a:solidFill>
            <a:schemeClr val="accent1"/>
          </a:solidFill>
          <a:ln w="9525">
            <a:solidFill>
              <a:schemeClr val="tx1"/>
            </a:solidFill>
            <a:miter lim="800000"/>
            <a:headEnd/>
            <a:tailEnd/>
          </a:ln>
          <a:effectLst>
            <a:prstShdw prst="shdw13" dist="53882" dir="13500000">
              <a:schemeClr val="bg2">
                <a:alpha val="50000"/>
              </a:schemeClr>
            </a:prstShdw>
          </a:effectLst>
        </p:spPr>
        <p:txBody>
          <a:bodyPr wrap="none" anchor="ctr"/>
          <a:lstStyle/>
          <a:p>
            <a:endParaRPr lang="ja-JP" altLang="en-US"/>
          </a:p>
        </p:txBody>
      </p:sp>
      <p:sp>
        <p:nvSpPr>
          <p:cNvPr id="75787" name="Text Box 14"/>
          <p:cNvSpPr txBox="1">
            <a:spLocks noChangeArrowheads="1"/>
          </p:cNvSpPr>
          <p:nvPr/>
        </p:nvSpPr>
        <p:spPr bwMode="auto">
          <a:xfrm>
            <a:off x="974725" y="3492945"/>
            <a:ext cx="1997075" cy="2585323"/>
          </a:xfrm>
          <a:prstGeom prst="rect">
            <a:avLst/>
          </a:prstGeom>
          <a:noFill/>
          <a:ln>
            <a:noFill/>
          </a:ln>
          <a:effectLst>
            <a:prstShdw prst="shdw13" dist="53882" dir="13500000">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buFont typeface="Times New Roman" pitchFamily="18" charset="0"/>
              <a:buAutoNum type="arabicPeriod"/>
            </a:pPr>
            <a:r>
              <a:rPr lang="en-US" altLang="ja-JP"/>
              <a:t>Ước l</a:t>
            </a:r>
            <a:r>
              <a:rPr lang="vi-VN" altLang="ja-JP"/>
              <a:t>ư</a:t>
            </a:r>
            <a:r>
              <a:rPr lang="en-US" altLang="ja-JP"/>
              <a:t>ợng chi phí của các hoạt động</a:t>
            </a:r>
          </a:p>
          <a:p>
            <a:pPr eaLnBrk="1" hangingPunct="1">
              <a:buFont typeface="Times New Roman" pitchFamily="18" charset="0"/>
              <a:buAutoNum type="arabicPeriod"/>
            </a:pPr>
            <a:r>
              <a:rPr lang="en-US" altLang="ja-JP"/>
              <a:t>Phạm vi</a:t>
            </a:r>
          </a:p>
          <a:p>
            <a:pPr eaLnBrk="1" hangingPunct="1">
              <a:buFont typeface="Times New Roman" pitchFamily="18" charset="0"/>
              <a:buAutoNum type="arabicPeriod"/>
            </a:pPr>
            <a:r>
              <a:rPr lang="en-US" altLang="ja-JP"/>
              <a:t>Kế hoạch</a:t>
            </a:r>
          </a:p>
          <a:p>
            <a:pPr eaLnBrk="1" hangingPunct="1">
              <a:buFont typeface="Times New Roman" pitchFamily="18" charset="0"/>
              <a:buAutoNum type="arabicPeriod"/>
            </a:pPr>
            <a:r>
              <a:rPr lang="en-US" altLang="ja-JP"/>
              <a:t>Thời gian biểu của các nguồn lực</a:t>
            </a:r>
          </a:p>
          <a:p>
            <a:pPr eaLnBrk="1" hangingPunct="1">
              <a:buFont typeface="Times New Roman" pitchFamily="18" charset="0"/>
              <a:buAutoNum type="arabicPeriod"/>
            </a:pPr>
            <a:r>
              <a:rPr lang="en-US" altLang="ja-JP"/>
              <a:t>Hợp đồng</a:t>
            </a:r>
          </a:p>
        </p:txBody>
      </p:sp>
      <p:sp>
        <p:nvSpPr>
          <p:cNvPr id="75788" name="Text Box 15"/>
          <p:cNvSpPr txBox="1">
            <a:spLocks noChangeArrowheads="1"/>
          </p:cNvSpPr>
          <p:nvPr/>
        </p:nvSpPr>
        <p:spPr bwMode="auto">
          <a:xfrm>
            <a:off x="3581400" y="3456432"/>
            <a:ext cx="2285999" cy="2862322"/>
          </a:xfrm>
          <a:prstGeom prst="rect">
            <a:avLst/>
          </a:prstGeom>
          <a:noFill/>
          <a:ln>
            <a:noFill/>
          </a:ln>
          <a:effectLst>
            <a:prstShdw prst="shdw13" dist="53882" dir="13500000">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buFont typeface="Times New Roman" pitchFamily="18" charset="0"/>
              <a:buAutoNum type="arabicPeriod"/>
            </a:pPr>
            <a:r>
              <a:rPr lang="en-US" altLang="ja-JP"/>
              <a:t>Cộng dồn chi phí</a:t>
            </a:r>
          </a:p>
          <a:p>
            <a:pPr eaLnBrk="1" hangingPunct="1">
              <a:buFont typeface="Times New Roman" pitchFamily="18" charset="0"/>
              <a:buAutoNum type="arabicPeriod"/>
            </a:pPr>
            <a:r>
              <a:rPr lang="en-US" altLang="ja-JP" b="1"/>
              <a:t>Phân tích dự phòng</a:t>
            </a:r>
          </a:p>
          <a:p>
            <a:pPr eaLnBrk="1" hangingPunct="1">
              <a:buFont typeface="Times New Roman" pitchFamily="18" charset="0"/>
              <a:buAutoNum type="arabicPeriod"/>
            </a:pPr>
            <a:r>
              <a:rPr lang="en-US" altLang="ja-JP"/>
              <a:t>Chuyên gia đánh giá</a:t>
            </a:r>
          </a:p>
          <a:p>
            <a:pPr eaLnBrk="1" hangingPunct="1">
              <a:buFont typeface="Times New Roman" pitchFamily="18" charset="0"/>
              <a:buAutoNum type="arabicPeriod"/>
            </a:pPr>
            <a:r>
              <a:rPr lang="en-US" altLang="ja-JP"/>
              <a:t>Dữ liệu lịch sử liên quan</a:t>
            </a:r>
          </a:p>
          <a:p>
            <a:pPr eaLnBrk="1" hangingPunct="1">
              <a:buFont typeface="Times New Roman" pitchFamily="18" charset="0"/>
              <a:buAutoNum type="arabicPeriod"/>
            </a:pPr>
            <a:r>
              <a:rPr lang="en-US" altLang="ja-JP"/>
              <a:t>Điều chỉnh giữa các giới hạn tài chính</a:t>
            </a:r>
          </a:p>
        </p:txBody>
      </p:sp>
      <p:sp>
        <p:nvSpPr>
          <p:cNvPr id="75789" name="Text Box 16"/>
          <p:cNvSpPr txBox="1">
            <a:spLocks noChangeArrowheads="1"/>
          </p:cNvSpPr>
          <p:nvPr/>
        </p:nvSpPr>
        <p:spPr bwMode="auto">
          <a:xfrm>
            <a:off x="6705600" y="3532632"/>
            <a:ext cx="2057400" cy="2031325"/>
          </a:xfrm>
          <a:prstGeom prst="rect">
            <a:avLst/>
          </a:prstGeom>
          <a:noFill/>
          <a:ln>
            <a:noFill/>
          </a:ln>
          <a:effectLst>
            <a:prstShdw prst="shdw13" dist="53882" dir="13500000">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buFont typeface="Times New Roman" pitchFamily="18" charset="0"/>
              <a:buAutoNum type="arabicPeriod"/>
            </a:pPr>
            <a:r>
              <a:rPr lang="en-US" altLang="ja-JP"/>
              <a:t>Đường chi phi hiệu suất c</a:t>
            </a:r>
            <a:r>
              <a:rPr lang="vi-VN" altLang="ja-JP"/>
              <a:t>ơ</a:t>
            </a:r>
            <a:r>
              <a:rPr lang="en-US" altLang="ja-JP"/>
              <a:t> sở</a:t>
            </a:r>
          </a:p>
          <a:p>
            <a:pPr eaLnBrk="1" hangingPunct="1">
              <a:buFont typeface="Times New Roman" pitchFamily="18" charset="0"/>
              <a:buAutoNum type="arabicPeriod"/>
            </a:pPr>
            <a:r>
              <a:rPr lang="en-US" altLang="ja-JP"/>
              <a:t>Các yêu cầu tài chính</a:t>
            </a:r>
          </a:p>
          <a:p>
            <a:pPr eaLnBrk="1" hangingPunct="1">
              <a:buFont typeface="Times New Roman" pitchFamily="18" charset="0"/>
              <a:buAutoNum type="arabicPeriod"/>
            </a:pPr>
            <a:r>
              <a:rPr lang="en-US" altLang="ja-JP"/>
              <a:t>Cập nhật tài liệu dự án</a:t>
            </a:r>
          </a:p>
        </p:txBody>
      </p:sp>
      <p:sp>
        <p:nvSpPr>
          <p:cNvPr id="75790" name="AutoShape 13"/>
          <p:cNvSpPr>
            <a:spLocks noChangeArrowheads="1"/>
          </p:cNvSpPr>
          <p:nvPr/>
        </p:nvSpPr>
        <p:spPr bwMode="auto">
          <a:xfrm>
            <a:off x="5943600" y="4218432"/>
            <a:ext cx="685800" cy="533400"/>
          </a:xfrm>
          <a:prstGeom prst="rightArrow">
            <a:avLst>
              <a:gd name="adj1" fmla="val 50000"/>
              <a:gd name="adj2" fmla="val 35714"/>
            </a:avLst>
          </a:prstGeom>
          <a:solidFill>
            <a:schemeClr val="accent1"/>
          </a:solidFill>
          <a:ln w="9525">
            <a:solidFill>
              <a:schemeClr val="tx1"/>
            </a:solidFill>
            <a:miter lim="800000"/>
            <a:headEnd/>
            <a:tailEnd/>
          </a:ln>
          <a:effectLst>
            <a:prstShdw prst="shdw13" dist="53882" dir="13500000">
              <a:schemeClr val="bg2">
                <a:alpha val="50000"/>
              </a:schemeClr>
            </a:prstShdw>
          </a:effectLst>
        </p:spPr>
        <p:txBody>
          <a:bodyPr wrap="none" anchor="ctr"/>
          <a:lstStyle/>
          <a:p>
            <a:endParaRPr lang="ja-JP" alt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75EA3338-3E97-4BC5-85D5-15019C693C49}"/>
              </a:ext>
            </a:extLst>
          </p:cNvPr>
          <p:cNvSpPr>
            <a:spLocks noGrp="1"/>
          </p:cNvSpPr>
          <p:nvPr>
            <p:ph type="sldNum" sz="quarter" idx="12"/>
          </p:nvPr>
        </p:nvSpPr>
        <p:spPr/>
        <p:txBody>
          <a:bodyPr/>
          <a:lstStyle/>
          <a:p>
            <a:fld id="{9EA0BE3B-158A-4EDF-80DC-E394A0D1600F}" type="slidenum">
              <a:rPr lang="en-US" smtClean="0"/>
              <a:pPr/>
              <a:t>54</a:t>
            </a:fld>
            <a:endParaRPr lang="en-US" dirty="0"/>
          </a:p>
        </p:txBody>
      </p:sp>
      <p:sp>
        <p:nvSpPr>
          <p:cNvPr id="2" name="Title 1">
            <a:extLst>
              <a:ext uri="{FF2B5EF4-FFF2-40B4-BE49-F238E27FC236}">
                <a16:creationId xmlns:a16="http://schemas.microsoft.com/office/drawing/2014/main" xmlns="" id="{34A184AF-8CF2-4965-9ED1-F8549CA8199A}"/>
              </a:ext>
            </a:extLst>
          </p:cNvPr>
          <p:cNvSpPr>
            <a:spLocks noGrp="1"/>
          </p:cNvSpPr>
          <p:nvPr>
            <p:ph type="title"/>
          </p:nvPr>
        </p:nvSpPr>
        <p:spPr/>
        <p:txBody>
          <a:bodyPr/>
          <a:lstStyle/>
          <a:p>
            <a:r>
              <a:rPr lang="en-US"/>
              <a:t>Các kỹ thuật </a:t>
            </a:r>
            <a:r>
              <a:rPr lang="vi-VN"/>
              <a:t>ư</a:t>
            </a:r>
            <a:r>
              <a:rPr lang="en-US"/>
              <a:t>ớc lượng</a:t>
            </a:r>
          </a:p>
        </p:txBody>
      </p:sp>
      <p:graphicFrame>
        <p:nvGraphicFramePr>
          <p:cNvPr id="6" name="Diagram 5">
            <a:extLst>
              <a:ext uri="{FF2B5EF4-FFF2-40B4-BE49-F238E27FC236}">
                <a16:creationId xmlns:a16="http://schemas.microsoft.com/office/drawing/2014/main" xmlns="" id="{731E2D75-466E-49A4-9ACE-AA136968B8B8}"/>
              </a:ext>
            </a:extLst>
          </p:cNvPr>
          <p:cNvGraphicFramePr/>
          <p:nvPr>
            <p:extLst>
              <p:ext uri="{D42A27DB-BD31-4B8C-83A1-F6EECF244321}">
                <p14:modId xmlns:p14="http://schemas.microsoft.com/office/powerpoint/2010/main" val="1618143423"/>
              </p:ext>
            </p:extLst>
          </p:nvPr>
        </p:nvGraphicFramePr>
        <p:xfrm>
          <a:off x="457200" y="762000"/>
          <a:ext cx="8382000" cy="5715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24705537"/>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6</a:t>
            </a:r>
            <a:r>
              <a:rPr lang="en-US" dirty="0" smtClean="0"/>
              <a:t>. </a:t>
            </a:r>
            <a:r>
              <a:rPr lang="en-US" dirty="0" err="1" smtClean="0"/>
              <a:t>Lập</a:t>
            </a:r>
            <a:r>
              <a:rPr lang="en-US" dirty="0" smtClean="0"/>
              <a:t> kế </a:t>
            </a:r>
            <a:r>
              <a:rPr lang="en-US" dirty="0" err="1" smtClean="0"/>
              <a:t>hoạch</a:t>
            </a:r>
            <a:r>
              <a:rPr lang="en-US" dirty="0" smtClean="0"/>
              <a:t> QL </a:t>
            </a:r>
            <a:r>
              <a:rPr lang="en-US" dirty="0" err="1" smtClean="0"/>
              <a:t>chất</a:t>
            </a:r>
            <a:r>
              <a:rPr lang="en-US" dirty="0" smtClean="0"/>
              <a:t> </a:t>
            </a:r>
            <a:r>
              <a:rPr lang="en-US" dirty="0" err="1" smtClean="0"/>
              <a:t>lượng</a:t>
            </a:r>
            <a:endParaRPr lang="en-US" dirty="0"/>
          </a:p>
        </p:txBody>
      </p:sp>
      <p:sp>
        <p:nvSpPr>
          <p:cNvPr id="3" name="Text Placeholder 2"/>
          <p:cNvSpPr>
            <a:spLocks noGrp="1"/>
          </p:cNvSpPr>
          <p:nvPr>
            <p:ph type="body" sz="quarter" idx="13"/>
          </p:nvPr>
        </p:nvSpPr>
        <p:spPr/>
        <p:txBody>
          <a:bodyPr/>
          <a:lstStyle/>
          <a:p>
            <a:endParaRPr lang="en-US"/>
          </a:p>
        </p:txBody>
      </p:sp>
      <p:sp>
        <p:nvSpPr>
          <p:cNvPr id="4" name="Slide Number Placeholder 3"/>
          <p:cNvSpPr>
            <a:spLocks noGrp="1"/>
          </p:cNvSpPr>
          <p:nvPr>
            <p:ph type="sldNum" sz="quarter" idx="12"/>
          </p:nvPr>
        </p:nvSpPr>
        <p:spPr/>
        <p:txBody>
          <a:bodyPr/>
          <a:lstStyle/>
          <a:p>
            <a:fld id="{9EA0BE3B-158A-4EDF-80DC-E394A0D1600F}" type="slidenum">
              <a:rPr lang="en-US" smtClean="0"/>
              <a:pPr/>
              <a:t>55</a:t>
            </a:fld>
            <a:endParaRPr lang="en-US" dirty="0"/>
          </a:p>
        </p:txBody>
      </p:sp>
    </p:spTree>
    <p:extLst>
      <p:ext uri="{BB962C8B-B14F-4D97-AF65-F5344CB8AC3E}">
        <p14:creationId xmlns:p14="http://schemas.microsoft.com/office/powerpoint/2010/main" val="204251358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64FA3AD5-B1A9-4967-98C0-C4F984547BD4}"/>
              </a:ext>
            </a:extLst>
          </p:cNvPr>
          <p:cNvSpPr>
            <a:spLocks noGrp="1"/>
          </p:cNvSpPr>
          <p:nvPr>
            <p:ph type="sldNum" sz="quarter" idx="12"/>
          </p:nvPr>
        </p:nvSpPr>
        <p:spPr/>
        <p:txBody>
          <a:bodyPr/>
          <a:lstStyle/>
          <a:p>
            <a:fld id="{9EA0BE3B-158A-4EDF-80DC-E394A0D1600F}" type="slidenum">
              <a:rPr lang="en-US" smtClean="0"/>
              <a:pPr/>
              <a:t>56</a:t>
            </a:fld>
            <a:endParaRPr lang="en-US" dirty="0"/>
          </a:p>
        </p:txBody>
      </p:sp>
      <p:sp>
        <p:nvSpPr>
          <p:cNvPr id="76802" name="Rectangle 2"/>
          <p:cNvSpPr>
            <a:spLocks noGrp="1" noChangeArrowheads="1"/>
          </p:cNvSpPr>
          <p:nvPr>
            <p:ph type="title"/>
          </p:nvPr>
        </p:nvSpPr>
        <p:spPr/>
        <p:txBody>
          <a:bodyPr/>
          <a:lstStyle/>
          <a:p>
            <a:pPr eaLnBrk="1" hangingPunct="1"/>
            <a:r>
              <a:rPr lang="en-US" altLang="ja-JP" sz="3200" dirty="0" err="1" smtClean="0"/>
              <a:t>Lập</a:t>
            </a:r>
            <a:r>
              <a:rPr lang="en-US" altLang="ja-JP" sz="3200" dirty="0" smtClean="0"/>
              <a:t> kế </a:t>
            </a:r>
            <a:r>
              <a:rPr lang="en-US" altLang="ja-JP" sz="3200" dirty="0" err="1" smtClean="0"/>
              <a:t>hoạch</a:t>
            </a:r>
            <a:r>
              <a:rPr lang="en-US" altLang="ja-JP" sz="3200" dirty="0" smtClean="0"/>
              <a:t> </a:t>
            </a:r>
            <a:r>
              <a:rPr lang="en-US" altLang="ja-JP" sz="3200" dirty="0" err="1" smtClean="0"/>
              <a:t>Quản</a:t>
            </a:r>
            <a:r>
              <a:rPr lang="en-US" altLang="ja-JP" sz="3200" dirty="0" smtClean="0"/>
              <a:t> </a:t>
            </a:r>
            <a:r>
              <a:rPr lang="en-US" altLang="ja-JP" sz="3200" dirty="0" err="1"/>
              <a:t>lý</a:t>
            </a:r>
            <a:r>
              <a:rPr lang="en-US" altLang="ja-JP" sz="3200" dirty="0"/>
              <a:t> </a:t>
            </a:r>
            <a:r>
              <a:rPr lang="en-US" altLang="ja-JP" sz="3200" dirty="0" err="1"/>
              <a:t>chất</a:t>
            </a:r>
            <a:r>
              <a:rPr lang="en-US" altLang="ja-JP" sz="3200" dirty="0"/>
              <a:t> l</a:t>
            </a:r>
            <a:r>
              <a:rPr lang="vi-VN" altLang="ja-JP" sz="3200" dirty="0"/>
              <a:t>ư</a:t>
            </a:r>
            <a:r>
              <a:rPr lang="en-US" altLang="ja-JP" sz="3200" dirty="0" err="1"/>
              <a:t>ợng</a:t>
            </a:r>
            <a:endParaRPr lang="en-US" altLang="ja-JP" sz="3200" dirty="0"/>
          </a:p>
        </p:txBody>
      </p:sp>
      <p:sp>
        <p:nvSpPr>
          <p:cNvPr id="76803" name="Rectangle 3"/>
          <p:cNvSpPr>
            <a:spLocks noGrp="1" noChangeArrowheads="1"/>
          </p:cNvSpPr>
          <p:nvPr>
            <p:ph type="body" sz="quarter" idx="13"/>
          </p:nvPr>
        </p:nvSpPr>
        <p:spPr>
          <a:xfrm>
            <a:off x="234950" y="685800"/>
            <a:ext cx="8674100" cy="5132832"/>
          </a:xfrm>
        </p:spPr>
        <p:txBody>
          <a:bodyPr/>
          <a:lstStyle/>
          <a:p>
            <a:pPr eaLnBrk="1" hangingPunct="1">
              <a:buClrTx/>
              <a:buFont typeface="Wingdings" pitchFamily="2" charset="2"/>
              <a:buChar char="Ø"/>
            </a:pPr>
            <a:r>
              <a:rPr lang="en-US" altLang="ja-JP" sz="2000"/>
              <a:t>Quản lý trên cả quá trình và kết quả cuối cùng. </a:t>
            </a:r>
          </a:p>
          <a:p>
            <a:pPr eaLnBrk="1" hangingPunct="1">
              <a:buClrTx/>
              <a:buFont typeface="Wingdings" pitchFamily="2" charset="2"/>
              <a:buChar char="Ø"/>
            </a:pPr>
            <a:r>
              <a:rPr lang="en-US" altLang="ja-JP" sz="2000"/>
              <a:t>Chất l</a:t>
            </a:r>
            <a:r>
              <a:rPr lang="vi-VN" altLang="ja-JP" sz="2000"/>
              <a:t>ư</a:t>
            </a:r>
            <a:r>
              <a:rPr lang="en-US" altLang="ja-JP" sz="2000"/>
              <a:t>ợng là vô hình, nên khó quản lý h</a:t>
            </a:r>
            <a:r>
              <a:rPr lang="vi-VN" altLang="ja-JP" sz="2000"/>
              <a:t>ơ</a:t>
            </a:r>
            <a:r>
              <a:rPr lang="en-US" altLang="ja-JP" sz="2000"/>
              <a:t>n so  với thời gian hay chi phí.</a:t>
            </a:r>
          </a:p>
          <a:p>
            <a:pPr eaLnBrk="1" hangingPunct="1">
              <a:buClrTx/>
              <a:buFont typeface="Wingdings" pitchFamily="2" charset="2"/>
              <a:buChar char="Ø"/>
            </a:pPr>
            <a:r>
              <a:rPr lang="en-US" altLang="ja-JP" sz="2000"/>
              <a:t>Kiểm thử là quan trọng, nh</a:t>
            </a:r>
            <a:r>
              <a:rPr lang="vi-VN" altLang="ja-JP" sz="2000"/>
              <a:t>ư</a:t>
            </a:r>
            <a:r>
              <a:rPr lang="en-US" altLang="ja-JP" sz="2000"/>
              <a:t>ng thiết kế kiểm thử và giám sát còn quan trọng h</a:t>
            </a:r>
            <a:r>
              <a:rPr lang="vi-VN" altLang="ja-JP" sz="2000"/>
              <a:t>ơ</a:t>
            </a:r>
            <a:r>
              <a:rPr lang="en-US" altLang="ja-JP" sz="2000"/>
              <a:t>n.</a:t>
            </a:r>
          </a:p>
          <a:p>
            <a:pPr eaLnBrk="1" hangingPunct="1">
              <a:buClrTx/>
              <a:buFont typeface="Wingdings" pitchFamily="2" charset="2"/>
              <a:buChar char="Ø"/>
            </a:pPr>
            <a:r>
              <a:rPr lang="en-US" altLang="ja-JP" sz="2000"/>
              <a:t>Chất l</a:t>
            </a:r>
            <a:r>
              <a:rPr lang="vi-VN" altLang="ja-JP" sz="2000"/>
              <a:t>ư</a:t>
            </a:r>
            <a:r>
              <a:rPr lang="en-US" altLang="ja-JP" sz="2000"/>
              <a:t>ợng cũng có mức độ, tùy theo yêu cầu của khách hàng.</a:t>
            </a:r>
          </a:p>
        </p:txBody>
      </p:sp>
      <p:sp>
        <p:nvSpPr>
          <p:cNvPr id="76804" name="AutoShape 4"/>
          <p:cNvSpPr>
            <a:spLocks noChangeArrowheads="1"/>
          </p:cNvSpPr>
          <p:nvPr/>
        </p:nvSpPr>
        <p:spPr bwMode="auto">
          <a:xfrm>
            <a:off x="533400" y="2923032"/>
            <a:ext cx="2362200" cy="3581400"/>
          </a:xfrm>
          <a:prstGeom prst="roundRect">
            <a:avLst>
              <a:gd name="adj" fmla="val 11137"/>
            </a:avLst>
          </a:prstGeom>
          <a:solidFill>
            <a:srgbClr val="CCFFFF">
              <a:alpha val="30196"/>
            </a:srgbClr>
          </a:solidFill>
          <a:ln w="9525">
            <a:solidFill>
              <a:schemeClr val="tx1"/>
            </a:solidFill>
            <a:round/>
            <a:headEnd/>
            <a:tailEnd/>
          </a:ln>
        </p:spPr>
        <p:txBody>
          <a:bodyPr wrap="none" anchorCtr="1"/>
          <a:lstStyle/>
          <a:p>
            <a:pPr algn="ctr"/>
            <a:r>
              <a:rPr lang="en-US" altLang="ja-JP" sz="2000"/>
              <a:t>Input</a:t>
            </a:r>
          </a:p>
        </p:txBody>
      </p:sp>
      <p:sp>
        <p:nvSpPr>
          <p:cNvPr id="76805" name="AutoShape 7"/>
          <p:cNvSpPr>
            <a:spLocks noChangeArrowheads="1"/>
          </p:cNvSpPr>
          <p:nvPr/>
        </p:nvSpPr>
        <p:spPr bwMode="auto">
          <a:xfrm>
            <a:off x="3352800" y="2923032"/>
            <a:ext cx="2590800" cy="3581400"/>
          </a:xfrm>
          <a:prstGeom prst="roundRect">
            <a:avLst>
              <a:gd name="adj" fmla="val 11137"/>
            </a:avLst>
          </a:prstGeom>
          <a:solidFill>
            <a:srgbClr val="CCFF99">
              <a:alpha val="30196"/>
            </a:srgbClr>
          </a:solidFill>
          <a:ln w="9525">
            <a:solidFill>
              <a:schemeClr val="tx1"/>
            </a:solidFill>
            <a:round/>
            <a:headEnd/>
            <a:tailEnd/>
          </a:ln>
        </p:spPr>
        <p:txBody>
          <a:bodyPr wrap="none" anchorCtr="1"/>
          <a:lstStyle/>
          <a:p>
            <a:pPr algn="ctr"/>
            <a:r>
              <a:rPr lang="en-US" altLang="ja-JP" sz="2000"/>
              <a:t>Tools </a:t>
            </a:r>
          </a:p>
          <a:p>
            <a:pPr algn="ctr"/>
            <a:r>
              <a:rPr lang="en-US" altLang="ja-JP" sz="2000"/>
              <a:t>&amp; Technique</a:t>
            </a:r>
          </a:p>
        </p:txBody>
      </p:sp>
      <p:sp>
        <p:nvSpPr>
          <p:cNvPr id="76806" name="AutoShape 8"/>
          <p:cNvSpPr>
            <a:spLocks noChangeArrowheads="1"/>
          </p:cNvSpPr>
          <p:nvPr/>
        </p:nvSpPr>
        <p:spPr bwMode="auto">
          <a:xfrm>
            <a:off x="6553200" y="2923032"/>
            <a:ext cx="2286000" cy="3505200"/>
          </a:xfrm>
          <a:prstGeom prst="roundRect">
            <a:avLst>
              <a:gd name="adj" fmla="val 10318"/>
            </a:avLst>
          </a:prstGeom>
          <a:solidFill>
            <a:srgbClr val="FFCCFF">
              <a:alpha val="30196"/>
            </a:srgbClr>
          </a:solidFill>
          <a:ln w="9525">
            <a:solidFill>
              <a:schemeClr val="tx1"/>
            </a:solidFill>
            <a:round/>
            <a:headEnd/>
            <a:tailEnd/>
          </a:ln>
        </p:spPr>
        <p:txBody>
          <a:bodyPr wrap="none" anchorCtr="1"/>
          <a:lstStyle/>
          <a:p>
            <a:pPr algn="ctr"/>
            <a:r>
              <a:rPr lang="en-US" altLang="ja-JP" sz="2000"/>
              <a:t>Output</a:t>
            </a:r>
          </a:p>
        </p:txBody>
      </p:sp>
      <p:sp>
        <p:nvSpPr>
          <p:cNvPr id="76807" name="Line 9"/>
          <p:cNvSpPr>
            <a:spLocks noChangeShapeType="1"/>
          </p:cNvSpPr>
          <p:nvPr/>
        </p:nvSpPr>
        <p:spPr bwMode="auto">
          <a:xfrm>
            <a:off x="533400" y="3685032"/>
            <a:ext cx="2362200"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808" name="Line 10"/>
          <p:cNvSpPr>
            <a:spLocks noChangeShapeType="1"/>
          </p:cNvSpPr>
          <p:nvPr/>
        </p:nvSpPr>
        <p:spPr bwMode="auto">
          <a:xfrm>
            <a:off x="3352800" y="3685032"/>
            <a:ext cx="2362200"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809" name="Line 11"/>
          <p:cNvSpPr>
            <a:spLocks noChangeShapeType="1"/>
          </p:cNvSpPr>
          <p:nvPr/>
        </p:nvSpPr>
        <p:spPr bwMode="auto">
          <a:xfrm>
            <a:off x="6553200" y="3685032"/>
            <a:ext cx="2286000"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810" name="AutoShape 12"/>
          <p:cNvSpPr>
            <a:spLocks noChangeArrowheads="1"/>
          </p:cNvSpPr>
          <p:nvPr/>
        </p:nvSpPr>
        <p:spPr bwMode="auto">
          <a:xfrm>
            <a:off x="2819400" y="4447032"/>
            <a:ext cx="609600" cy="533400"/>
          </a:xfrm>
          <a:prstGeom prst="rightArrow">
            <a:avLst>
              <a:gd name="adj1" fmla="val 50000"/>
              <a:gd name="adj2" fmla="val 28571"/>
            </a:avLst>
          </a:prstGeom>
          <a:solidFill>
            <a:schemeClr val="accent1"/>
          </a:solidFill>
          <a:ln w="9525">
            <a:solidFill>
              <a:schemeClr val="tx1"/>
            </a:solidFill>
            <a:miter lim="800000"/>
            <a:headEnd/>
            <a:tailEnd/>
          </a:ln>
          <a:effectLst>
            <a:prstShdw prst="shdw13" dist="53882" dir="13500000">
              <a:schemeClr val="bg2">
                <a:alpha val="50000"/>
              </a:schemeClr>
            </a:prstShdw>
          </a:effectLst>
        </p:spPr>
        <p:txBody>
          <a:bodyPr wrap="none" anchor="ctr"/>
          <a:lstStyle/>
          <a:p>
            <a:endParaRPr lang="ja-JP" altLang="en-US"/>
          </a:p>
        </p:txBody>
      </p:sp>
      <p:sp>
        <p:nvSpPr>
          <p:cNvPr id="76811" name="Text Box 14"/>
          <p:cNvSpPr txBox="1">
            <a:spLocks noChangeArrowheads="1"/>
          </p:cNvSpPr>
          <p:nvPr/>
        </p:nvSpPr>
        <p:spPr bwMode="auto">
          <a:xfrm>
            <a:off x="669925" y="3721545"/>
            <a:ext cx="2149475" cy="2585323"/>
          </a:xfrm>
          <a:prstGeom prst="rect">
            <a:avLst/>
          </a:prstGeom>
          <a:noFill/>
          <a:ln>
            <a:noFill/>
          </a:ln>
          <a:effectLst>
            <a:prstShdw prst="shdw13" dist="53882" dir="13500000">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buFont typeface="Times New Roman" pitchFamily="18" charset="0"/>
              <a:buAutoNum type="arabicPeriod"/>
            </a:pPr>
            <a:r>
              <a:rPr lang="en-US" altLang="ja-JP"/>
              <a:t>Phạm vi dự án</a:t>
            </a:r>
          </a:p>
          <a:p>
            <a:pPr eaLnBrk="1" hangingPunct="1">
              <a:buFont typeface="Times New Roman" pitchFamily="18" charset="0"/>
              <a:buAutoNum type="arabicPeriod"/>
            </a:pPr>
            <a:r>
              <a:rPr lang="en-US" altLang="ja-JP"/>
              <a:t>Chi phí c</a:t>
            </a:r>
            <a:r>
              <a:rPr lang="vi-VN" altLang="ja-JP"/>
              <a:t>ơ</a:t>
            </a:r>
            <a:r>
              <a:rPr lang="en-US" altLang="ja-JP"/>
              <a:t> sở</a:t>
            </a:r>
          </a:p>
          <a:p>
            <a:pPr eaLnBrk="1" hangingPunct="1">
              <a:buFont typeface="Times New Roman" pitchFamily="18" charset="0"/>
              <a:buAutoNum type="arabicPeriod"/>
            </a:pPr>
            <a:r>
              <a:rPr lang="en-US" altLang="ja-JP"/>
              <a:t>Lịch trình c</a:t>
            </a:r>
            <a:r>
              <a:rPr lang="vi-VN" altLang="ja-JP"/>
              <a:t>ơ</a:t>
            </a:r>
            <a:r>
              <a:rPr lang="en-US" altLang="ja-JP"/>
              <a:t> sở</a:t>
            </a:r>
          </a:p>
          <a:p>
            <a:pPr eaLnBrk="1" hangingPunct="1">
              <a:buFont typeface="Times New Roman" pitchFamily="18" charset="0"/>
              <a:buAutoNum type="arabicPeriod"/>
            </a:pPr>
            <a:r>
              <a:rPr lang="en-US" altLang="ja-JP"/>
              <a:t>Các rủi ro</a:t>
            </a:r>
          </a:p>
          <a:p>
            <a:pPr eaLnBrk="1" hangingPunct="1">
              <a:buFont typeface="Times New Roman" pitchFamily="18" charset="0"/>
              <a:buAutoNum type="arabicPeriod"/>
            </a:pPr>
            <a:r>
              <a:rPr lang="en-US" altLang="ja-JP"/>
              <a:t>Môi tr</a:t>
            </a:r>
            <a:r>
              <a:rPr lang="vi-VN" altLang="ja-JP"/>
              <a:t>ư</a:t>
            </a:r>
            <a:r>
              <a:rPr lang="en-US" altLang="ja-JP"/>
              <a:t>ờng hoat động</a:t>
            </a:r>
          </a:p>
          <a:p>
            <a:pPr eaLnBrk="1" hangingPunct="1">
              <a:buFont typeface="Times New Roman" pitchFamily="18" charset="0"/>
              <a:buAutoNum type="arabicPeriod"/>
            </a:pPr>
            <a:r>
              <a:rPr lang="en-US" altLang="ja-JP"/>
              <a:t>Tài sản qui trình</a:t>
            </a:r>
          </a:p>
          <a:p>
            <a:pPr eaLnBrk="1" hangingPunct="1">
              <a:buFont typeface="Times New Roman" pitchFamily="18" charset="0"/>
              <a:buAutoNum type="arabicPeriod"/>
            </a:pPr>
            <a:endParaRPr lang="en-US" altLang="ja-JP"/>
          </a:p>
        </p:txBody>
      </p:sp>
      <p:sp>
        <p:nvSpPr>
          <p:cNvPr id="76812" name="Text Box 15"/>
          <p:cNvSpPr txBox="1">
            <a:spLocks noChangeArrowheads="1"/>
          </p:cNvSpPr>
          <p:nvPr/>
        </p:nvSpPr>
        <p:spPr bwMode="auto">
          <a:xfrm>
            <a:off x="3429000" y="3761232"/>
            <a:ext cx="2362200" cy="2585323"/>
          </a:xfrm>
          <a:prstGeom prst="rect">
            <a:avLst/>
          </a:prstGeom>
          <a:noFill/>
          <a:ln>
            <a:noFill/>
          </a:ln>
          <a:effectLst>
            <a:prstShdw prst="shdw13" dist="53882" dir="13500000">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buFont typeface="Times New Roman" pitchFamily="18" charset="0"/>
              <a:buAutoNum type="arabicPeriod"/>
            </a:pPr>
            <a:r>
              <a:rPr lang="en-US" altLang="ja-JP"/>
              <a:t>Phân tích </a:t>
            </a:r>
            <a:r>
              <a:rPr lang="en-US" altLang="ja-JP" b="1"/>
              <a:t>chi phí-lợi nhuận</a:t>
            </a:r>
          </a:p>
          <a:p>
            <a:pPr eaLnBrk="1" hangingPunct="1">
              <a:buFont typeface="Times New Roman" pitchFamily="18" charset="0"/>
              <a:buAutoNum type="arabicPeriod"/>
            </a:pPr>
            <a:r>
              <a:rPr lang="en-US" altLang="ja-JP"/>
              <a:t>Chi phí cho chất l</a:t>
            </a:r>
            <a:r>
              <a:rPr lang="vi-VN" altLang="ja-JP"/>
              <a:t>ư</a:t>
            </a:r>
            <a:r>
              <a:rPr lang="en-US" altLang="ja-JP"/>
              <a:t>ợng</a:t>
            </a:r>
          </a:p>
          <a:p>
            <a:pPr eaLnBrk="1" hangingPunct="1">
              <a:buFont typeface="Times New Roman" pitchFamily="18" charset="0"/>
              <a:buAutoNum type="arabicPeriod"/>
            </a:pPr>
            <a:r>
              <a:rPr lang="en-US" altLang="ja-JP"/>
              <a:t>Bảng kiểm soát</a:t>
            </a:r>
          </a:p>
          <a:p>
            <a:pPr eaLnBrk="1" hangingPunct="1">
              <a:buFont typeface="Times New Roman" pitchFamily="18" charset="0"/>
              <a:buAutoNum type="arabicPeriod"/>
            </a:pPr>
            <a:r>
              <a:rPr lang="en-US" altLang="ja-JP"/>
              <a:t>Đo đạc đánh giá</a:t>
            </a:r>
          </a:p>
          <a:p>
            <a:pPr eaLnBrk="1" hangingPunct="1">
              <a:buFont typeface="Times New Roman" pitchFamily="18" charset="0"/>
              <a:buAutoNum type="arabicPeriod"/>
            </a:pPr>
            <a:r>
              <a:rPr lang="en-US" altLang="ja-JP"/>
              <a:t>Thiết kế các thử nghiệm</a:t>
            </a:r>
          </a:p>
          <a:p>
            <a:pPr eaLnBrk="1" hangingPunct="1">
              <a:buFont typeface="Times New Roman" pitchFamily="18" charset="0"/>
              <a:buAutoNum type="arabicPeriod"/>
            </a:pPr>
            <a:r>
              <a:rPr lang="en-US" altLang="ja-JP"/>
              <a:t>Lấy mẫu thống kê</a:t>
            </a:r>
          </a:p>
        </p:txBody>
      </p:sp>
      <p:sp>
        <p:nvSpPr>
          <p:cNvPr id="76813" name="Text Box 16"/>
          <p:cNvSpPr txBox="1">
            <a:spLocks noChangeArrowheads="1"/>
          </p:cNvSpPr>
          <p:nvPr/>
        </p:nvSpPr>
        <p:spPr bwMode="auto">
          <a:xfrm>
            <a:off x="6705600" y="3761232"/>
            <a:ext cx="2286000" cy="2308324"/>
          </a:xfrm>
          <a:prstGeom prst="rect">
            <a:avLst/>
          </a:prstGeom>
          <a:noFill/>
          <a:ln>
            <a:noFill/>
          </a:ln>
          <a:effectLst>
            <a:prstShdw prst="shdw13" dist="53882" dir="13500000">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buFont typeface="Times New Roman" pitchFamily="18" charset="0"/>
              <a:buAutoNum type="arabicPeriod"/>
            </a:pPr>
            <a:r>
              <a:rPr lang="en-US" altLang="ja-JP"/>
              <a:t>Kế hoạch quản lý chất l</a:t>
            </a:r>
            <a:r>
              <a:rPr lang="vi-VN" altLang="ja-JP"/>
              <a:t>ư</a:t>
            </a:r>
            <a:r>
              <a:rPr lang="en-US" altLang="ja-JP"/>
              <a:t>ợng</a:t>
            </a:r>
          </a:p>
          <a:p>
            <a:pPr eaLnBrk="1" hangingPunct="1">
              <a:buFont typeface="Times New Roman" pitchFamily="18" charset="0"/>
              <a:buAutoNum type="arabicPeriod"/>
            </a:pPr>
            <a:r>
              <a:rPr lang="en-US" altLang="ja-JP"/>
              <a:t>Checklists</a:t>
            </a:r>
          </a:p>
          <a:p>
            <a:pPr eaLnBrk="1" hangingPunct="1">
              <a:buFont typeface="Times New Roman" pitchFamily="18" charset="0"/>
              <a:buAutoNum type="arabicPeriod"/>
            </a:pPr>
            <a:r>
              <a:rPr lang="en-US" altLang="ja-JP"/>
              <a:t>Kế hoạch cải thiện</a:t>
            </a:r>
          </a:p>
          <a:p>
            <a:pPr eaLnBrk="1" hangingPunct="1">
              <a:buFont typeface="Times New Roman" pitchFamily="18" charset="0"/>
              <a:buAutoNum type="arabicPeriod"/>
            </a:pPr>
            <a:r>
              <a:rPr lang="en-US" altLang="ja-JP"/>
              <a:t>Đ</a:t>
            </a:r>
            <a:r>
              <a:rPr lang="vi-VN" altLang="ja-JP"/>
              <a:t>ơ</a:t>
            </a:r>
            <a:r>
              <a:rPr lang="en-US" altLang="ja-JP"/>
              <a:t>n vị đo chất l</a:t>
            </a:r>
            <a:r>
              <a:rPr lang="vi-VN" altLang="ja-JP"/>
              <a:t>ư</a:t>
            </a:r>
            <a:r>
              <a:rPr lang="en-US" altLang="ja-JP"/>
              <a:t>ợng</a:t>
            </a:r>
          </a:p>
          <a:p>
            <a:pPr eaLnBrk="1" hangingPunct="1">
              <a:buFont typeface="Times New Roman" pitchFamily="18" charset="0"/>
              <a:buAutoNum type="arabicPeriod"/>
            </a:pPr>
            <a:r>
              <a:rPr lang="en-US" altLang="ja-JP"/>
              <a:t>Cập nhật tài liệu</a:t>
            </a:r>
          </a:p>
        </p:txBody>
      </p:sp>
      <p:sp>
        <p:nvSpPr>
          <p:cNvPr id="76814" name="AutoShape 13"/>
          <p:cNvSpPr>
            <a:spLocks noChangeArrowheads="1"/>
          </p:cNvSpPr>
          <p:nvPr/>
        </p:nvSpPr>
        <p:spPr bwMode="auto">
          <a:xfrm>
            <a:off x="5943600" y="4447032"/>
            <a:ext cx="609600" cy="533400"/>
          </a:xfrm>
          <a:prstGeom prst="rightArrow">
            <a:avLst>
              <a:gd name="adj1" fmla="val 50000"/>
              <a:gd name="adj2" fmla="val 28571"/>
            </a:avLst>
          </a:prstGeom>
          <a:solidFill>
            <a:schemeClr val="accent1"/>
          </a:solidFill>
          <a:ln w="9525">
            <a:solidFill>
              <a:schemeClr val="tx1"/>
            </a:solidFill>
            <a:miter lim="800000"/>
            <a:headEnd/>
            <a:tailEnd/>
          </a:ln>
          <a:effectLst>
            <a:prstShdw prst="shdw13" dist="53882" dir="13500000">
              <a:schemeClr val="bg2">
                <a:alpha val="50000"/>
              </a:schemeClr>
            </a:prstShdw>
          </a:effectLst>
        </p:spPr>
        <p:txBody>
          <a:bodyPr wrap="none" anchor="ctr"/>
          <a:lstStyle/>
          <a:p>
            <a:endParaRPr lang="ja-JP" altLang="en-US"/>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117221"/>
            <a:ext cx="8072119" cy="983808"/>
          </a:xfrm>
          <a:prstGeom prst="rect">
            <a:avLst/>
          </a:prstGeom>
        </p:spPr>
        <p:txBody>
          <a:bodyPr vert="horz" wrap="square" lIns="0" tIns="486613" rIns="0" bIns="0" rtlCol="0">
            <a:spAutoFit/>
          </a:bodyPr>
          <a:lstStyle/>
          <a:p>
            <a:pPr marL="241300">
              <a:lnSpc>
                <a:spcPct val="100000"/>
              </a:lnSpc>
              <a:spcBef>
                <a:spcPts val="105"/>
              </a:spcBef>
            </a:pPr>
            <a:r>
              <a:rPr dirty="0"/>
              <a:t>Sample</a:t>
            </a:r>
            <a:r>
              <a:rPr spc="-45" dirty="0"/>
              <a:t> </a:t>
            </a:r>
            <a:r>
              <a:rPr dirty="0"/>
              <a:t>Quality</a:t>
            </a:r>
            <a:r>
              <a:rPr spc="-15" dirty="0"/>
              <a:t> </a:t>
            </a:r>
            <a:r>
              <a:rPr spc="-10" dirty="0" smtClean="0"/>
              <a:t>Planning</a:t>
            </a:r>
            <a:r>
              <a:rPr lang="en-US" spc="-10" dirty="0" smtClean="0"/>
              <a:t> – </a:t>
            </a:r>
            <a:r>
              <a:rPr lang="en-US" spc="-10" dirty="0" err="1" smtClean="0"/>
              <a:t>Ví</a:t>
            </a:r>
            <a:r>
              <a:rPr lang="en-US" spc="-10" dirty="0" smtClean="0"/>
              <a:t> </a:t>
            </a:r>
            <a:r>
              <a:rPr lang="en-US" spc="-10" dirty="0" err="1" smtClean="0"/>
              <a:t>dụ</a:t>
            </a:r>
            <a:endParaRPr spc="-10" dirty="0"/>
          </a:p>
        </p:txBody>
      </p:sp>
      <p:sp>
        <p:nvSpPr>
          <p:cNvPr id="3" name="object 3"/>
          <p:cNvSpPr txBox="1"/>
          <p:nvPr/>
        </p:nvSpPr>
        <p:spPr>
          <a:xfrm>
            <a:off x="3821448" y="1277282"/>
            <a:ext cx="2696845" cy="354965"/>
          </a:xfrm>
          <a:prstGeom prst="rect">
            <a:avLst/>
          </a:prstGeom>
        </p:spPr>
        <p:txBody>
          <a:bodyPr vert="horz" wrap="square" lIns="0" tIns="13970" rIns="0" bIns="0" rtlCol="0">
            <a:spAutoFit/>
          </a:bodyPr>
          <a:lstStyle/>
          <a:p>
            <a:pPr marL="12700">
              <a:lnSpc>
                <a:spcPct val="100000"/>
              </a:lnSpc>
              <a:spcBef>
                <a:spcPts val="110"/>
              </a:spcBef>
            </a:pPr>
            <a:r>
              <a:rPr sz="2150" b="1" dirty="0">
                <a:latin typeface="MS PGothic"/>
                <a:cs typeface="MS PGothic"/>
              </a:rPr>
              <a:t>HTML</a:t>
            </a:r>
            <a:r>
              <a:rPr sz="2150" b="1" spc="-5" dirty="0">
                <a:latin typeface="MS PGothic"/>
                <a:cs typeface="MS PGothic"/>
              </a:rPr>
              <a:t> </a:t>
            </a:r>
            <a:r>
              <a:rPr sz="2150" b="1" dirty="0">
                <a:latin typeface="MS PGothic"/>
                <a:cs typeface="MS PGothic"/>
              </a:rPr>
              <a:t>Cording</a:t>
            </a:r>
            <a:r>
              <a:rPr sz="2150" b="1" spc="-10" dirty="0">
                <a:latin typeface="MS PGothic"/>
                <a:cs typeface="MS PGothic"/>
              </a:rPr>
              <a:t> Guidline</a:t>
            </a:r>
            <a:endParaRPr sz="2150">
              <a:latin typeface="MS PGothic"/>
              <a:cs typeface="MS PGothic"/>
            </a:endParaRPr>
          </a:p>
        </p:txBody>
      </p:sp>
      <p:graphicFrame>
        <p:nvGraphicFramePr>
          <p:cNvPr id="4" name="object 4"/>
          <p:cNvGraphicFramePr>
            <a:graphicFrameLocks noGrp="1"/>
          </p:cNvGraphicFramePr>
          <p:nvPr/>
        </p:nvGraphicFramePr>
        <p:xfrm>
          <a:off x="762000" y="1884661"/>
          <a:ext cx="7978774" cy="1045845"/>
        </p:xfrm>
        <a:graphic>
          <a:graphicData uri="http://schemas.openxmlformats.org/drawingml/2006/table">
            <a:tbl>
              <a:tblPr firstRow="1" bandRow="1">
                <a:tableStyleId>{2D5ABB26-0587-4C30-8999-92F81FD0307C}</a:tableStyleId>
              </a:tblPr>
              <a:tblGrid>
                <a:gridCol w="753745"/>
                <a:gridCol w="1367790"/>
                <a:gridCol w="4545330"/>
                <a:gridCol w="1311909"/>
              </a:tblGrid>
              <a:tr h="237490">
                <a:tc>
                  <a:txBody>
                    <a:bodyPr/>
                    <a:lstStyle/>
                    <a:p>
                      <a:pPr>
                        <a:lnSpc>
                          <a:spcPct val="100000"/>
                        </a:lnSpc>
                      </a:pPr>
                      <a:endParaRPr sz="1400">
                        <a:latin typeface="Times New Roman"/>
                        <a:cs typeface="Times New Roman"/>
                      </a:endParaRPr>
                    </a:p>
                  </a:txBody>
                  <a:tcPr marL="0" marR="0" marT="0" marB="0">
                    <a:lnL w="28575">
                      <a:solidFill>
                        <a:srgbClr val="000000"/>
                      </a:solidFill>
                      <a:prstDash val="solid"/>
                    </a:lnL>
                    <a:lnR w="19050">
                      <a:solidFill>
                        <a:srgbClr val="000000"/>
                      </a:solidFill>
                      <a:prstDash val="solid"/>
                    </a:lnR>
                    <a:lnT w="38100">
                      <a:solidFill>
                        <a:srgbClr val="000000"/>
                      </a:solidFill>
                      <a:prstDash val="solid"/>
                    </a:lnT>
                    <a:lnB w="19050">
                      <a:solidFill>
                        <a:srgbClr val="000000"/>
                      </a:solidFill>
                      <a:prstDash val="solid"/>
                    </a:lnB>
                    <a:solidFill>
                      <a:srgbClr val="FFFF00"/>
                    </a:solidFill>
                  </a:tcPr>
                </a:tc>
                <a:tc>
                  <a:txBody>
                    <a:bodyPr/>
                    <a:lstStyle/>
                    <a:p>
                      <a:pPr marL="438784">
                        <a:lnSpc>
                          <a:spcPts val="1770"/>
                        </a:lnSpc>
                      </a:pPr>
                      <a:r>
                        <a:rPr sz="1650" b="1" spc="-10" dirty="0">
                          <a:latin typeface="MS PGothic"/>
                          <a:cs typeface="MS PGothic"/>
                        </a:rPr>
                        <a:t>Items</a:t>
                      </a:r>
                      <a:endParaRPr sz="1650">
                        <a:latin typeface="MS PGothic"/>
                        <a:cs typeface="MS PGothic"/>
                      </a:endParaRPr>
                    </a:p>
                  </a:txBody>
                  <a:tcPr marL="0" marR="0" marT="0" marB="0">
                    <a:lnL w="19050">
                      <a:solidFill>
                        <a:srgbClr val="000000"/>
                      </a:solidFill>
                      <a:prstDash val="solid"/>
                    </a:lnL>
                    <a:lnR w="19050">
                      <a:solidFill>
                        <a:srgbClr val="000000"/>
                      </a:solidFill>
                      <a:prstDash val="solid"/>
                    </a:lnR>
                    <a:lnT w="38100">
                      <a:solidFill>
                        <a:srgbClr val="000000"/>
                      </a:solidFill>
                      <a:prstDash val="solid"/>
                    </a:lnT>
                    <a:lnB w="19050">
                      <a:solidFill>
                        <a:srgbClr val="000000"/>
                      </a:solidFill>
                      <a:prstDash val="solid"/>
                    </a:lnB>
                    <a:solidFill>
                      <a:srgbClr val="FFFF00"/>
                    </a:solidFill>
                  </a:tcPr>
                </a:tc>
                <a:tc>
                  <a:txBody>
                    <a:bodyPr/>
                    <a:lstStyle/>
                    <a:p>
                      <a:pPr marL="8255" algn="ctr">
                        <a:lnSpc>
                          <a:spcPts val="1770"/>
                        </a:lnSpc>
                      </a:pPr>
                      <a:r>
                        <a:rPr sz="1650" b="1" dirty="0">
                          <a:latin typeface="MS PGothic"/>
                          <a:cs typeface="MS PGothic"/>
                        </a:rPr>
                        <a:t>Basic</a:t>
                      </a:r>
                      <a:r>
                        <a:rPr sz="1650" b="1" spc="114" dirty="0">
                          <a:latin typeface="MS PGothic"/>
                          <a:cs typeface="MS PGothic"/>
                        </a:rPr>
                        <a:t> </a:t>
                      </a:r>
                      <a:r>
                        <a:rPr sz="1650" b="1" spc="-10" dirty="0">
                          <a:latin typeface="MS PGothic"/>
                          <a:cs typeface="MS PGothic"/>
                        </a:rPr>
                        <a:t>Rules</a:t>
                      </a:r>
                      <a:endParaRPr sz="1650">
                        <a:latin typeface="MS PGothic"/>
                        <a:cs typeface="MS PGothic"/>
                      </a:endParaRPr>
                    </a:p>
                  </a:txBody>
                  <a:tcPr marL="0" marR="0" marT="0" marB="0">
                    <a:lnL w="19050">
                      <a:solidFill>
                        <a:srgbClr val="000000"/>
                      </a:solidFill>
                      <a:prstDash val="solid"/>
                    </a:lnL>
                    <a:lnR w="19050">
                      <a:solidFill>
                        <a:srgbClr val="000000"/>
                      </a:solidFill>
                      <a:prstDash val="solid"/>
                    </a:lnR>
                    <a:lnT w="38100">
                      <a:solidFill>
                        <a:srgbClr val="000000"/>
                      </a:solidFill>
                      <a:prstDash val="solid"/>
                    </a:lnT>
                    <a:lnB w="19050">
                      <a:solidFill>
                        <a:srgbClr val="000000"/>
                      </a:solidFill>
                      <a:prstDash val="solid"/>
                    </a:lnB>
                    <a:solidFill>
                      <a:srgbClr val="FFFF00"/>
                    </a:solidFill>
                  </a:tcPr>
                </a:tc>
                <a:tc>
                  <a:txBody>
                    <a:bodyPr/>
                    <a:lstStyle/>
                    <a:p>
                      <a:pPr marL="270510">
                        <a:lnSpc>
                          <a:spcPts val="1770"/>
                        </a:lnSpc>
                      </a:pPr>
                      <a:r>
                        <a:rPr sz="1650" b="1" spc="-10" dirty="0">
                          <a:latin typeface="MS PGothic"/>
                          <a:cs typeface="MS PGothic"/>
                        </a:rPr>
                        <a:t>Changed</a:t>
                      </a:r>
                      <a:endParaRPr sz="1650">
                        <a:latin typeface="MS PGothic"/>
                        <a:cs typeface="MS PGothic"/>
                      </a:endParaRPr>
                    </a:p>
                  </a:txBody>
                  <a:tcPr marL="0" marR="0" marT="0" marB="0">
                    <a:lnL w="19050">
                      <a:solidFill>
                        <a:srgbClr val="000000"/>
                      </a:solidFill>
                      <a:prstDash val="solid"/>
                    </a:lnL>
                    <a:lnR w="28575">
                      <a:solidFill>
                        <a:srgbClr val="000000"/>
                      </a:solidFill>
                      <a:prstDash val="solid"/>
                    </a:lnR>
                    <a:lnT w="38100">
                      <a:solidFill>
                        <a:srgbClr val="000000"/>
                      </a:solidFill>
                      <a:prstDash val="solid"/>
                    </a:lnT>
                    <a:lnB w="19050">
                      <a:solidFill>
                        <a:srgbClr val="000000"/>
                      </a:solidFill>
                      <a:prstDash val="solid"/>
                    </a:lnB>
                    <a:solidFill>
                      <a:srgbClr val="FFFF00"/>
                    </a:solidFill>
                  </a:tcPr>
                </a:tc>
              </a:tr>
              <a:tr h="808355">
                <a:tc>
                  <a:txBody>
                    <a:bodyPr/>
                    <a:lstStyle/>
                    <a:p>
                      <a:pPr>
                        <a:lnSpc>
                          <a:spcPct val="100000"/>
                        </a:lnSpc>
                        <a:spcBef>
                          <a:spcPts val="20"/>
                        </a:spcBef>
                      </a:pPr>
                      <a:endParaRPr sz="1850">
                        <a:latin typeface="Times New Roman"/>
                        <a:cs typeface="Times New Roman"/>
                      </a:endParaRPr>
                    </a:p>
                    <a:p>
                      <a:pPr marL="58419">
                        <a:lnSpc>
                          <a:spcPct val="100000"/>
                        </a:lnSpc>
                      </a:pPr>
                      <a:r>
                        <a:rPr sz="1650" b="1" spc="-10" dirty="0">
                          <a:latin typeface="MS PGothic"/>
                          <a:cs typeface="MS PGothic"/>
                        </a:rPr>
                        <a:t>Overall</a:t>
                      </a:r>
                      <a:endParaRPr sz="1650">
                        <a:latin typeface="MS PGothic"/>
                        <a:cs typeface="MS PGothic"/>
                      </a:endParaRPr>
                    </a:p>
                  </a:txBody>
                  <a:tcPr marL="0" marR="0" marT="2540" marB="0">
                    <a:lnL w="28575">
                      <a:solidFill>
                        <a:srgbClr val="000000"/>
                      </a:solidFill>
                      <a:prstDash val="solid"/>
                    </a:lnL>
                    <a:lnR w="19050">
                      <a:solidFill>
                        <a:srgbClr val="000000"/>
                      </a:solidFill>
                      <a:prstDash val="solid"/>
                    </a:lnR>
                    <a:lnT w="19050">
                      <a:solidFill>
                        <a:srgbClr val="000000"/>
                      </a:solidFill>
                      <a:prstDash val="solid"/>
                    </a:lnT>
                    <a:lnB w="38100">
                      <a:solidFill>
                        <a:srgbClr val="000000"/>
                      </a:solidFill>
                      <a:prstDash val="solid"/>
                    </a:lnB>
                  </a:tcPr>
                </a:tc>
                <a:tc>
                  <a:txBody>
                    <a:bodyPr/>
                    <a:lstStyle/>
                    <a:p>
                      <a:pPr marL="451484" marR="189865" indent="-245745">
                        <a:lnSpc>
                          <a:spcPts val="1830"/>
                        </a:lnSpc>
                        <a:spcBef>
                          <a:spcPts val="1430"/>
                        </a:spcBef>
                      </a:pPr>
                      <a:r>
                        <a:rPr sz="1650" dirty="0">
                          <a:latin typeface="MS PGothic"/>
                          <a:cs typeface="MS PGothic"/>
                        </a:rPr>
                        <a:t>Rule</a:t>
                      </a:r>
                      <a:r>
                        <a:rPr sz="1650" spc="60" dirty="0">
                          <a:latin typeface="MS PGothic"/>
                          <a:cs typeface="MS PGothic"/>
                        </a:rPr>
                        <a:t> </a:t>
                      </a:r>
                      <a:r>
                        <a:rPr sz="1650" dirty="0">
                          <a:latin typeface="MS PGothic"/>
                          <a:cs typeface="MS PGothic"/>
                        </a:rPr>
                        <a:t>of</a:t>
                      </a:r>
                      <a:r>
                        <a:rPr sz="1650" spc="60" dirty="0">
                          <a:latin typeface="MS PGothic"/>
                          <a:cs typeface="MS PGothic"/>
                        </a:rPr>
                        <a:t> </a:t>
                      </a:r>
                      <a:r>
                        <a:rPr sz="1650" spc="-20" dirty="0">
                          <a:latin typeface="MS PGothic"/>
                          <a:cs typeface="MS PGothic"/>
                        </a:rPr>
                        <a:t>file name</a:t>
                      </a:r>
                      <a:endParaRPr sz="1650">
                        <a:latin typeface="MS PGothic"/>
                        <a:cs typeface="MS PGothic"/>
                      </a:endParaRPr>
                    </a:p>
                  </a:txBody>
                  <a:tcPr marL="0" marR="0" marT="181610" marB="0">
                    <a:lnL w="19050">
                      <a:solidFill>
                        <a:srgbClr val="000000"/>
                      </a:solidFill>
                      <a:prstDash val="solid"/>
                    </a:lnL>
                    <a:lnR w="19050">
                      <a:solidFill>
                        <a:srgbClr val="000000"/>
                      </a:solidFill>
                      <a:prstDash val="solid"/>
                    </a:lnR>
                    <a:lnT w="19050">
                      <a:solidFill>
                        <a:srgbClr val="000000"/>
                      </a:solidFill>
                      <a:prstDash val="solid"/>
                    </a:lnT>
                    <a:lnB w="38100">
                      <a:solidFill>
                        <a:srgbClr val="000000"/>
                      </a:solidFill>
                      <a:prstDash val="solid"/>
                    </a:lnB>
                  </a:tcPr>
                </a:tc>
                <a:tc>
                  <a:txBody>
                    <a:bodyPr/>
                    <a:lstStyle/>
                    <a:p>
                      <a:pPr marL="34290">
                        <a:lnSpc>
                          <a:spcPts val="1905"/>
                        </a:lnSpc>
                        <a:spcBef>
                          <a:spcPts val="320"/>
                        </a:spcBef>
                      </a:pPr>
                      <a:r>
                        <a:rPr sz="1650" dirty="0">
                          <a:latin typeface="MS PGothic"/>
                          <a:cs typeface="MS PGothic"/>
                        </a:rPr>
                        <a:t>Usable</a:t>
                      </a:r>
                      <a:r>
                        <a:rPr sz="1650" spc="95" dirty="0">
                          <a:latin typeface="MS PGothic"/>
                          <a:cs typeface="MS PGothic"/>
                        </a:rPr>
                        <a:t> </a:t>
                      </a:r>
                      <a:r>
                        <a:rPr sz="1650" dirty="0">
                          <a:latin typeface="MS PGothic"/>
                          <a:cs typeface="MS PGothic"/>
                        </a:rPr>
                        <a:t>caracter</a:t>
                      </a:r>
                      <a:r>
                        <a:rPr sz="1650" spc="95" dirty="0">
                          <a:latin typeface="MS PGothic"/>
                          <a:cs typeface="MS PGothic"/>
                        </a:rPr>
                        <a:t> </a:t>
                      </a:r>
                      <a:r>
                        <a:rPr sz="1650" dirty="0">
                          <a:latin typeface="MS PGothic"/>
                          <a:cs typeface="MS PGothic"/>
                        </a:rPr>
                        <a:t>:</a:t>
                      </a:r>
                      <a:r>
                        <a:rPr sz="1650" spc="95" dirty="0">
                          <a:latin typeface="MS PGothic"/>
                          <a:cs typeface="MS PGothic"/>
                        </a:rPr>
                        <a:t> </a:t>
                      </a:r>
                      <a:r>
                        <a:rPr sz="1650" dirty="0">
                          <a:latin typeface="MS PGothic"/>
                          <a:cs typeface="MS PGothic"/>
                        </a:rPr>
                        <a:t>0-9,</a:t>
                      </a:r>
                      <a:r>
                        <a:rPr sz="1650" spc="100" dirty="0">
                          <a:latin typeface="MS PGothic"/>
                          <a:cs typeface="MS PGothic"/>
                        </a:rPr>
                        <a:t> </a:t>
                      </a:r>
                      <a:r>
                        <a:rPr sz="1650" dirty="0">
                          <a:latin typeface="MS PGothic"/>
                          <a:cs typeface="MS PGothic"/>
                        </a:rPr>
                        <a:t>a-z,</a:t>
                      </a:r>
                      <a:r>
                        <a:rPr sz="1650" spc="95" dirty="0">
                          <a:latin typeface="MS PGothic"/>
                          <a:cs typeface="MS PGothic"/>
                        </a:rPr>
                        <a:t> </a:t>
                      </a:r>
                      <a:r>
                        <a:rPr sz="1650" dirty="0">
                          <a:latin typeface="MS PGothic"/>
                          <a:cs typeface="MS PGothic"/>
                        </a:rPr>
                        <a:t>A-</a:t>
                      </a:r>
                      <a:r>
                        <a:rPr sz="1650" spc="-50" dirty="0">
                          <a:latin typeface="MS PGothic"/>
                          <a:cs typeface="MS PGothic"/>
                        </a:rPr>
                        <a:t>Z</a:t>
                      </a:r>
                      <a:endParaRPr sz="1650">
                        <a:latin typeface="MS PGothic"/>
                        <a:cs typeface="MS PGothic"/>
                      </a:endParaRPr>
                    </a:p>
                    <a:p>
                      <a:pPr marL="34290" marR="33020">
                        <a:lnSpc>
                          <a:spcPts val="1830"/>
                        </a:lnSpc>
                        <a:spcBef>
                          <a:spcPts val="110"/>
                        </a:spcBef>
                      </a:pPr>
                      <a:r>
                        <a:rPr sz="1650" dirty="0">
                          <a:latin typeface="MS PGothic"/>
                          <a:cs typeface="MS PGothic"/>
                        </a:rPr>
                        <a:t>Don't</a:t>
                      </a:r>
                      <a:r>
                        <a:rPr sz="1650" spc="55" dirty="0">
                          <a:latin typeface="MS PGothic"/>
                          <a:cs typeface="MS PGothic"/>
                        </a:rPr>
                        <a:t> </a:t>
                      </a:r>
                      <a:r>
                        <a:rPr sz="1650" dirty="0">
                          <a:latin typeface="MS PGothic"/>
                          <a:cs typeface="MS PGothic"/>
                        </a:rPr>
                        <a:t>use</a:t>
                      </a:r>
                      <a:r>
                        <a:rPr sz="1650" spc="60" dirty="0">
                          <a:latin typeface="MS PGothic"/>
                          <a:cs typeface="MS PGothic"/>
                        </a:rPr>
                        <a:t> </a:t>
                      </a:r>
                      <a:r>
                        <a:rPr sz="1650" dirty="0">
                          <a:latin typeface="MS PGothic"/>
                          <a:cs typeface="MS PGothic"/>
                        </a:rPr>
                        <a:t>number</a:t>
                      </a:r>
                      <a:r>
                        <a:rPr sz="1650" spc="60" dirty="0">
                          <a:latin typeface="MS PGothic"/>
                          <a:cs typeface="MS PGothic"/>
                        </a:rPr>
                        <a:t> </a:t>
                      </a:r>
                      <a:r>
                        <a:rPr sz="1650" dirty="0">
                          <a:latin typeface="MS PGothic"/>
                          <a:cs typeface="MS PGothic"/>
                        </a:rPr>
                        <a:t>and</a:t>
                      </a:r>
                      <a:r>
                        <a:rPr sz="1650" spc="55" dirty="0">
                          <a:latin typeface="MS PGothic"/>
                          <a:cs typeface="MS PGothic"/>
                        </a:rPr>
                        <a:t> </a:t>
                      </a:r>
                      <a:r>
                        <a:rPr sz="1650" dirty="0">
                          <a:latin typeface="MS PGothic"/>
                          <a:cs typeface="MS PGothic"/>
                        </a:rPr>
                        <a:t>under</a:t>
                      </a:r>
                      <a:r>
                        <a:rPr sz="1650" spc="65" dirty="0">
                          <a:latin typeface="MS PGothic"/>
                          <a:cs typeface="MS PGothic"/>
                        </a:rPr>
                        <a:t> </a:t>
                      </a:r>
                      <a:r>
                        <a:rPr sz="1650" dirty="0">
                          <a:latin typeface="MS PGothic"/>
                          <a:cs typeface="MS PGothic"/>
                        </a:rPr>
                        <a:t>bar</a:t>
                      </a:r>
                      <a:r>
                        <a:rPr sz="1650" spc="60" dirty="0">
                          <a:latin typeface="MS PGothic"/>
                          <a:cs typeface="MS PGothic"/>
                        </a:rPr>
                        <a:t> </a:t>
                      </a:r>
                      <a:r>
                        <a:rPr sz="1650" dirty="0">
                          <a:latin typeface="MS PGothic"/>
                          <a:cs typeface="MS PGothic"/>
                        </a:rPr>
                        <a:t>(</a:t>
                      </a:r>
                      <a:r>
                        <a:rPr sz="1650" spc="60" dirty="0">
                          <a:latin typeface="MS PGothic"/>
                          <a:cs typeface="MS PGothic"/>
                        </a:rPr>
                        <a:t> </a:t>
                      </a:r>
                      <a:r>
                        <a:rPr sz="1650" dirty="0">
                          <a:latin typeface="MS PGothic"/>
                          <a:cs typeface="MS PGothic"/>
                        </a:rPr>
                        <a:t>_</a:t>
                      </a:r>
                      <a:r>
                        <a:rPr sz="1650" spc="60" dirty="0">
                          <a:latin typeface="MS PGothic"/>
                          <a:cs typeface="MS PGothic"/>
                        </a:rPr>
                        <a:t> </a:t>
                      </a:r>
                      <a:r>
                        <a:rPr sz="1650" dirty="0">
                          <a:latin typeface="MS PGothic"/>
                          <a:cs typeface="MS PGothic"/>
                        </a:rPr>
                        <a:t>)</a:t>
                      </a:r>
                      <a:r>
                        <a:rPr sz="1650" spc="65" dirty="0">
                          <a:latin typeface="MS PGothic"/>
                          <a:cs typeface="MS PGothic"/>
                        </a:rPr>
                        <a:t> </a:t>
                      </a:r>
                      <a:r>
                        <a:rPr sz="1650" dirty="0">
                          <a:latin typeface="MS PGothic"/>
                          <a:cs typeface="MS PGothic"/>
                        </a:rPr>
                        <a:t>at</a:t>
                      </a:r>
                      <a:r>
                        <a:rPr sz="1650" spc="55" dirty="0">
                          <a:latin typeface="MS PGothic"/>
                          <a:cs typeface="MS PGothic"/>
                        </a:rPr>
                        <a:t> </a:t>
                      </a:r>
                      <a:r>
                        <a:rPr sz="1650" dirty="0">
                          <a:latin typeface="MS PGothic"/>
                          <a:cs typeface="MS PGothic"/>
                        </a:rPr>
                        <a:t>the</a:t>
                      </a:r>
                      <a:r>
                        <a:rPr sz="1650" spc="60" dirty="0">
                          <a:latin typeface="MS PGothic"/>
                          <a:cs typeface="MS PGothic"/>
                        </a:rPr>
                        <a:t> </a:t>
                      </a:r>
                      <a:r>
                        <a:rPr sz="1650" dirty="0">
                          <a:latin typeface="MS PGothic"/>
                          <a:cs typeface="MS PGothic"/>
                        </a:rPr>
                        <a:t>top</a:t>
                      </a:r>
                      <a:r>
                        <a:rPr sz="1650" spc="55" dirty="0">
                          <a:latin typeface="MS PGothic"/>
                          <a:cs typeface="MS PGothic"/>
                        </a:rPr>
                        <a:t> </a:t>
                      </a:r>
                      <a:r>
                        <a:rPr sz="1650" spc="-25" dirty="0">
                          <a:latin typeface="MS PGothic"/>
                          <a:cs typeface="MS PGothic"/>
                        </a:rPr>
                        <a:t>of </a:t>
                      </a:r>
                      <a:r>
                        <a:rPr sz="1650" dirty="0">
                          <a:latin typeface="MS PGothic"/>
                          <a:cs typeface="MS PGothic"/>
                        </a:rPr>
                        <a:t>file</a:t>
                      </a:r>
                      <a:r>
                        <a:rPr sz="1650" spc="65" dirty="0">
                          <a:latin typeface="MS PGothic"/>
                          <a:cs typeface="MS PGothic"/>
                        </a:rPr>
                        <a:t> </a:t>
                      </a:r>
                      <a:r>
                        <a:rPr sz="1650" spc="-10" dirty="0">
                          <a:latin typeface="MS PGothic"/>
                          <a:cs typeface="MS PGothic"/>
                        </a:rPr>
                        <a:t>name.</a:t>
                      </a:r>
                      <a:endParaRPr sz="1650">
                        <a:latin typeface="MS PGothic"/>
                        <a:cs typeface="MS PGothic"/>
                      </a:endParaRPr>
                    </a:p>
                  </a:txBody>
                  <a:tcPr marL="0" marR="0" marT="40640" marB="0">
                    <a:lnL w="19050">
                      <a:solidFill>
                        <a:srgbClr val="000000"/>
                      </a:solidFill>
                      <a:prstDash val="solid"/>
                    </a:lnL>
                    <a:lnR w="19050">
                      <a:solidFill>
                        <a:srgbClr val="000000"/>
                      </a:solidFill>
                      <a:prstDash val="solid"/>
                    </a:lnR>
                    <a:lnT w="19050">
                      <a:solidFill>
                        <a:srgbClr val="000000"/>
                      </a:solidFill>
                      <a:prstDash val="solid"/>
                    </a:lnT>
                    <a:lnB w="38100">
                      <a:solidFill>
                        <a:srgbClr val="000000"/>
                      </a:solidFill>
                      <a:prstDash val="solid"/>
                    </a:lnB>
                  </a:tcPr>
                </a:tc>
                <a:tc>
                  <a:txBody>
                    <a:bodyPr/>
                    <a:lstStyle/>
                    <a:p>
                      <a:pPr>
                        <a:lnSpc>
                          <a:spcPct val="100000"/>
                        </a:lnSpc>
                      </a:pPr>
                      <a:endParaRPr sz="1700">
                        <a:latin typeface="Times New Roman"/>
                        <a:cs typeface="Times New Roman"/>
                      </a:endParaRPr>
                    </a:p>
                  </a:txBody>
                  <a:tcPr marL="0" marR="0" marT="0" marB="0">
                    <a:lnL w="19050">
                      <a:solidFill>
                        <a:srgbClr val="000000"/>
                      </a:solidFill>
                      <a:prstDash val="solid"/>
                    </a:lnL>
                    <a:lnR w="28575">
                      <a:solidFill>
                        <a:srgbClr val="000000"/>
                      </a:solidFill>
                      <a:prstDash val="solid"/>
                    </a:lnR>
                    <a:lnT w="19050">
                      <a:solidFill>
                        <a:srgbClr val="000000"/>
                      </a:solidFill>
                      <a:prstDash val="solid"/>
                    </a:lnT>
                    <a:lnB w="38100">
                      <a:solidFill>
                        <a:srgbClr val="000000"/>
                      </a:solidFill>
                      <a:prstDash val="solid"/>
                    </a:lnB>
                  </a:tcPr>
                </a:tc>
              </a:tr>
            </a:tbl>
          </a:graphicData>
        </a:graphic>
      </p:graphicFrame>
      <p:graphicFrame>
        <p:nvGraphicFramePr>
          <p:cNvPr id="5" name="object 5"/>
          <p:cNvGraphicFramePr>
            <a:graphicFrameLocks noGrp="1"/>
          </p:cNvGraphicFramePr>
          <p:nvPr/>
        </p:nvGraphicFramePr>
        <p:xfrm>
          <a:off x="762000" y="3417143"/>
          <a:ext cx="7978774" cy="2577465"/>
        </p:xfrm>
        <a:graphic>
          <a:graphicData uri="http://schemas.openxmlformats.org/drawingml/2006/table">
            <a:tbl>
              <a:tblPr firstRow="1" bandRow="1">
                <a:tableStyleId>{2D5ABB26-0587-4C30-8999-92F81FD0307C}</a:tableStyleId>
              </a:tblPr>
              <a:tblGrid>
                <a:gridCol w="753745"/>
                <a:gridCol w="1367790"/>
                <a:gridCol w="4545330"/>
                <a:gridCol w="1311909"/>
              </a:tblGrid>
              <a:tr h="237490">
                <a:tc>
                  <a:txBody>
                    <a:bodyPr/>
                    <a:lstStyle/>
                    <a:p>
                      <a:pPr>
                        <a:lnSpc>
                          <a:spcPct val="100000"/>
                        </a:lnSpc>
                      </a:pPr>
                      <a:endParaRPr sz="1400">
                        <a:latin typeface="Times New Roman"/>
                        <a:cs typeface="Times New Roman"/>
                      </a:endParaRPr>
                    </a:p>
                  </a:txBody>
                  <a:tcPr marL="0" marR="0" marT="0" marB="0">
                    <a:lnL w="28575">
                      <a:solidFill>
                        <a:srgbClr val="000000"/>
                      </a:solidFill>
                      <a:prstDash val="solid"/>
                    </a:lnL>
                    <a:lnR w="19050">
                      <a:solidFill>
                        <a:srgbClr val="000000"/>
                      </a:solidFill>
                      <a:prstDash val="solid"/>
                    </a:lnR>
                    <a:lnT w="38100">
                      <a:solidFill>
                        <a:srgbClr val="000000"/>
                      </a:solidFill>
                      <a:prstDash val="solid"/>
                    </a:lnT>
                    <a:lnB w="19050">
                      <a:solidFill>
                        <a:srgbClr val="000000"/>
                      </a:solidFill>
                      <a:prstDash val="solid"/>
                    </a:lnB>
                    <a:solidFill>
                      <a:srgbClr val="FFFF00"/>
                    </a:solidFill>
                  </a:tcPr>
                </a:tc>
                <a:tc>
                  <a:txBody>
                    <a:bodyPr/>
                    <a:lstStyle/>
                    <a:p>
                      <a:pPr marL="438784">
                        <a:lnSpc>
                          <a:spcPts val="1770"/>
                        </a:lnSpc>
                      </a:pPr>
                      <a:r>
                        <a:rPr sz="1650" b="1" spc="-10" dirty="0">
                          <a:latin typeface="MS PGothic"/>
                          <a:cs typeface="MS PGothic"/>
                        </a:rPr>
                        <a:t>Items</a:t>
                      </a:r>
                      <a:endParaRPr sz="1650">
                        <a:latin typeface="MS PGothic"/>
                        <a:cs typeface="MS PGothic"/>
                      </a:endParaRPr>
                    </a:p>
                  </a:txBody>
                  <a:tcPr marL="0" marR="0" marT="0" marB="0">
                    <a:lnL w="19050">
                      <a:solidFill>
                        <a:srgbClr val="000000"/>
                      </a:solidFill>
                      <a:prstDash val="solid"/>
                    </a:lnL>
                    <a:lnR w="19050">
                      <a:solidFill>
                        <a:srgbClr val="000000"/>
                      </a:solidFill>
                      <a:prstDash val="solid"/>
                    </a:lnR>
                    <a:lnT w="38100">
                      <a:solidFill>
                        <a:srgbClr val="000000"/>
                      </a:solidFill>
                      <a:prstDash val="solid"/>
                    </a:lnT>
                    <a:lnB w="19050">
                      <a:solidFill>
                        <a:srgbClr val="000000"/>
                      </a:solidFill>
                      <a:prstDash val="solid"/>
                    </a:lnB>
                    <a:solidFill>
                      <a:srgbClr val="FFFF00"/>
                    </a:solidFill>
                  </a:tcPr>
                </a:tc>
                <a:tc>
                  <a:txBody>
                    <a:bodyPr/>
                    <a:lstStyle/>
                    <a:p>
                      <a:pPr marL="8255" algn="ctr">
                        <a:lnSpc>
                          <a:spcPts val="1770"/>
                        </a:lnSpc>
                      </a:pPr>
                      <a:r>
                        <a:rPr sz="1650" b="1" dirty="0">
                          <a:latin typeface="MS PGothic"/>
                          <a:cs typeface="MS PGothic"/>
                        </a:rPr>
                        <a:t>Basic</a:t>
                      </a:r>
                      <a:r>
                        <a:rPr sz="1650" b="1" spc="114" dirty="0">
                          <a:latin typeface="MS PGothic"/>
                          <a:cs typeface="MS PGothic"/>
                        </a:rPr>
                        <a:t> </a:t>
                      </a:r>
                      <a:r>
                        <a:rPr sz="1650" b="1" spc="-10" dirty="0">
                          <a:latin typeface="MS PGothic"/>
                          <a:cs typeface="MS PGothic"/>
                        </a:rPr>
                        <a:t>Rules</a:t>
                      </a:r>
                      <a:endParaRPr sz="1650">
                        <a:latin typeface="MS PGothic"/>
                        <a:cs typeface="MS PGothic"/>
                      </a:endParaRPr>
                    </a:p>
                  </a:txBody>
                  <a:tcPr marL="0" marR="0" marT="0" marB="0">
                    <a:lnL w="19050">
                      <a:solidFill>
                        <a:srgbClr val="000000"/>
                      </a:solidFill>
                      <a:prstDash val="solid"/>
                    </a:lnL>
                    <a:lnR w="19050">
                      <a:solidFill>
                        <a:srgbClr val="000000"/>
                      </a:solidFill>
                      <a:prstDash val="solid"/>
                    </a:lnR>
                    <a:lnT w="38100">
                      <a:solidFill>
                        <a:srgbClr val="000000"/>
                      </a:solidFill>
                      <a:prstDash val="solid"/>
                    </a:lnT>
                    <a:lnB w="19050">
                      <a:solidFill>
                        <a:srgbClr val="000000"/>
                      </a:solidFill>
                      <a:prstDash val="solid"/>
                    </a:lnB>
                    <a:solidFill>
                      <a:srgbClr val="FFFF00"/>
                    </a:solidFill>
                  </a:tcPr>
                </a:tc>
                <a:tc>
                  <a:txBody>
                    <a:bodyPr/>
                    <a:lstStyle/>
                    <a:p>
                      <a:pPr marL="270510">
                        <a:lnSpc>
                          <a:spcPts val="1770"/>
                        </a:lnSpc>
                      </a:pPr>
                      <a:r>
                        <a:rPr sz="1650" b="1" spc="-10" dirty="0">
                          <a:latin typeface="MS PGothic"/>
                          <a:cs typeface="MS PGothic"/>
                        </a:rPr>
                        <a:t>Changed</a:t>
                      </a:r>
                      <a:endParaRPr sz="1650">
                        <a:latin typeface="MS PGothic"/>
                        <a:cs typeface="MS PGothic"/>
                      </a:endParaRPr>
                    </a:p>
                  </a:txBody>
                  <a:tcPr marL="0" marR="0" marT="0" marB="0">
                    <a:lnL w="19050">
                      <a:solidFill>
                        <a:srgbClr val="000000"/>
                      </a:solidFill>
                      <a:prstDash val="solid"/>
                    </a:lnL>
                    <a:lnR w="28575">
                      <a:solidFill>
                        <a:srgbClr val="000000"/>
                      </a:solidFill>
                      <a:prstDash val="solid"/>
                    </a:lnR>
                    <a:lnT w="38100">
                      <a:solidFill>
                        <a:srgbClr val="000000"/>
                      </a:solidFill>
                      <a:prstDash val="solid"/>
                    </a:lnT>
                    <a:lnB w="19050">
                      <a:solidFill>
                        <a:srgbClr val="000000"/>
                      </a:solidFill>
                      <a:prstDash val="solid"/>
                    </a:lnB>
                    <a:solidFill>
                      <a:srgbClr val="FFFF00"/>
                    </a:solidFill>
                  </a:tcPr>
                </a:tc>
              </a:tr>
              <a:tr h="559435">
                <a:tc rowSpan="2">
                  <a:txBody>
                    <a:bodyPr/>
                    <a:lstStyle/>
                    <a:p>
                      <a:pPr>
                        <a:lnSpc>
                          <a:spcPct val="100000"/>
                        </a:lnSpc>
                      </a:pPr>
                      <a:endParaRPr sz="1700">
                        <a:latin typeface="Times New Roman"/>
                        <a:cs typeface="Times New Roman"/>
                      </a:endParaRPr>
                    </a:p>
                    <a:p>
                      <a:pPr marL="168275">
                        <a:lnSpc>
                          <a:spcPct val="100000"/>
                        </a:lnSpc>
                        <a:spcBef>
                          <a:spcPts val="1525"/>
                        </a:spcBef>
                      </a:pPr>
                      <a:r>
                        <a:rPr sz="1650" b="1" spc="-10" dirty="0">
                          <a:latin typeface="MS PGothic"/>
                          <a:cs typeface="MS PGothic"/>
                        </a:rPr>
                        <a:t>Files</a:t>
                      </a:r>
                      <a:endParaRPr sz="1650">
                        <a:latin typeface="MS PGothic"/>
                        <a:cs typeface="MS PGothic"/>
                      </a:endParaRPr>
                    </a:p>
                  </a:txBody>
                  <a:tcPr marL="0" marR="0" marT="0" marB="0">
                    <a:lnL w="28575">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marR="242570" algn="r">
                        <a:lnSpc>
                          <a:spcPct val="100000"/>
                        </a:lnSpc>
                        <a:spcBef>
                          <a:spcPts val="1175"/>
                        </a:spcBef>
                      </a:pPr>
                      <a:r>
                        <a:rPr sz="1650" dirty="0">
                          <a:latin typeface="MS PGothic"/>
                          <a:cs typeface="MS PGothic"/>
                        </a:rPr>
                        <a:t>File</a:t>
                      </a:r>
                      <a:r>
                        <a:rPr sz="1650" spc="55" dirty="0">
                          <a:latin typeface="MS PGothic"/>
                          <a:cs typeface="MS PGothic"/>
                        </a:rPr>
                        <a:t> </a:t>
                      </a:r>
                      <a:r>
                        <a:rPr sz="1650" spc="-20" dirty="0">
                          <a:latin typeface="MS PGothic"/>
                          <a:cs typeface="MS PGothic"/>
                        </a:rPr>
                        <a:t>name</a:t>
                      </a:r>
                      <a:endParaRPr sz="1650">
                        <a:latin typeface="MS PGothic"/>
                        <a:cs typeface="MS PGothic"/>
                      </a:endParaRPr>
                    </a:p>
                  </a:txBody>
                  <a:tcPr marL="0" marR="0" marT="14922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marL="34290" marR="71120">
                        <a:lnSpc>
                          <a:spcPts val="1830"/>
                        </a:lnSpc>
                        <a:spcBef>
                          <a:spcPts val="455"/>
                        </a:spcBef>
                      </a:pPr>
                      <a:r>
                        <a:rPr sz="1650" dirty="0">
                          <a:latin typeface="MS PGothic"/>
                          <a:cs typeface="MS PGothic"/>
                        </a:rPr>
                        <a:t>Name</a:t>
                      </a:r>
                      <a:r>
                        <a:rPr sz="1650" spc="85" dirty="0">
                          <a:latin typeface="MS PGothic"/>
                          <a:cs typeface="MS PGothic"/>
                        </a:rPr>
                        <a:t> </a:t>
                      </a:r>
                      <a:r>
                        <a:rPr sz="1650" dirty="0">
                          <a:latin typeface="MS PGothic"/>
                          <a:cs typeface="MS PGothic"/>
                        </a:rPr>
                        <a:t>the</a:t>
                      </a:r>
                      <a:r>
                        <a:rPr sz="1650" spc="85" dirty="0">
                          <a:latin typeface="MS PGothic"/>
                          <a:cs typeface="MS PGothic"/>
                        </a:rPr>
                        <a:t> </a:t>
                      </a:r>
                      <a:r>
                        <a:rPr sz="1650" dirty="0">
                          <a:latin typeface="MS PGothic"/>
                          <a:cs typeface="MS PGothic"/>
                        </a:rPr>
                        <a:t>easy</a:t>
                      </a:r>
                      <a:r>
                        <a:rPr sz="1650" spc="80" dirty="0">
                          <a:latin typeface="MS PGothic"/>
                          <a:cs typeface="MS PGothic"/>
                        </a:rPr>
                        <a:t> </a:t>
                      </a:r>
                      <a:r>
                        <a:rPr sz="1650" dirty="0">
                          <a:latin typeface="MS PGothic"/>
                          <a:cs typeface="MS PGothic"/>
                        </a:rPr>
                        <a:t>file</a:t>
                      </a:r>
                      <a:r>
                        <a:rPr sz="1650" spc="85" dirty="0">
                          <a:latin typeface="MS PGothic"/>
                          <a:cs typeface="MS PGothic"/>
                        </a:rPr>
                        <a:t> </a:t>
                      </a:r>
                      <a:r>
                        <a:rPr sz="1650" dirty="0">
                          <a:latin typeface="MS PGothic"/>
                          <a:cs typeface="MS PGothic"/>
                        </a:rPr>
                        <a:t>name</a:t>
                      </a:r>
                      <a:r>
                        <a:rPr sz="1650" spc="85" dirty="0">
                          <a:latin typeface="MS PGothic"/>
                          <a:cs typeface="MS PGothic"/>
                        </a:rPr>
                        <a:t> </a:t>
                      </a:r>
                      <a:r>
                        <a:rPr sz="1650" dirty="0">
                          <a:latin typeface="MS PGothic"/>
                          <a:cs typeface="MS PGothic"/>
                        </a:rPr>
                        <a:t>to</a:t>
                      </a:r>
                      <a:r>
                        <a:rPr sz="1650" spc="80" dirty="0">
                          <a:latin typeface="MS PGothic"/>
                          <a:cs typeface="MS PGothic"/>
                        </a:rPr>
                        <a:t> </a:t>
                      </a:r>
                      <a:r>
                        <a:rPr sz="1650" dirty="0">
                          <a:latin typeface="MS PGothic"/>
                          <a:cs typeface="MS PGothic"/>
                        </a:rPr>
                        <a:t>know</a:t>
                      </a:r>
                      <a:r>
                        <a:rPr sz="1650" spc="75" dirty="0">
                          <a:latin typeface="MS PGothic"/>
                          <a:cs typeface="MS PGothic"/>
                        </a:rPr>
                        <a:t> </a:t>
                      </a:r>
                      <a:r>
                        <a:rPr sz="1650" dirty="0">
                          <a:latin typeface="MS PGothic"/>
                          <a:cs typeface="MS PGothic"/>
                        </a:rPr>
                        <a:t>the</a:t>
                      </a:r>
                      <a:r>
                        <a:rPr sz="1650" spc="90" dirty="0">
                          <a:latin typeface="MS PGothic"/>
                          <a:cs typeface="MS PGothic"/>
                        </a:rPr>
                        <a:t> </a:t>
                      </a:r>
                      <a:r>
                        <a:rPr sz="1650" dirty="0">
                          <a:latin typeface="MS PGothic"/>
                          <a:cs typeface="MS PGothic"/>
                        </a:rPr>
                        <a:t>contents</a:t>
                      </a:r>
                      <a:r>
                        <a:rPr sz="1650" spc="75" dirty="0">
                          <a:latin typeface="MS PGothic"/>
                          <a:cs typeface="MS PGothic"/>
                        </a:rPr>
                        <a:t> </a:t>
                      </a:r>
                      <a:r>
                        <a:rPr sz="1650" spc="-25" dirty="0">
                          <a:latin typeface="MS PGothic"/>
                          <a:cs typeface="MS PGothic"/>
                        </a:rPr>
                        <a:t>at </a:t>
                      </a:r>
                      <a:r>
                        <a:rPr sz="1650" dirty="0">
                          <a:latin typeface="MS PGothic"/>
                          <a:cs typeface="MS PGothic"/>
                        </a:rPr>
                        <a:t>a</a:t>
                      </a:r>
                      <a:r>
                        <a:rPr sz="1650" spc="30" dirty="0">
                          <a:latin typeface="MS PGothic"/>
                          <a:cs typeface="MS PGothic"/>
                        </a:rPr>
                        <a:t> </a:t>
                      </a:r>
                      <a:r>
                        <a:rPr sz="1650" spc="-10" dirty="0">
                          <a:latin typeface="MS PGothic"/>
                          <a:cs typeface="MS PGothic"/>
                        </a:rPr>
                        <a:t>sight.</a:t>
                      </a:r>
                      <a:endParaRPr sz="1650">
                        <a:latin typeface="MS PGothic"/>
                        <a:cs typeface="MS PGothic"/>
                      </a:endParaRPr>
                    </a:p>
                  </a:txBody>
                  <a:tcPr marL="0" marR="0" marT="5778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nSpc>
                          <a:spcPct val="100000"/>
                        </a:lnSpc>
                      </a:pPr>
                      <a:endParaRPr sz="1700">
                        <a:latin typeface="Times New Roman"/>
                        <a:cs typeface="Times New Roman"/>
                      </a:endParaRPr>
                    </a:p>
                  </a:txBody>
                  <a:tcPr marL="0" marR="0" marT="0" marB="0">
                    <a:lnL w="19050">
                      <a:solidFill>
                        <a:srgbClr val="000000"/>
                      </a:solidFill>
                      <a:prstDash val="solid"/>
                    </a:lnL>
                    <a:lnR w="28575">
                      <a:solidFill>
                        <a:srgbClr val="000000"/>
                      </a:solidFill>
                      <a:prstDash val="solid"/>
                    </a:lnR>
                    <a:lnT w="19050">
                      <a:solidFill>
                        <a:srgbClr val="000000"/>
                      </a:solidFill>
                      <a:prstDash val="solid"/>
                    </a:lnT>
                    <a:lnB w="19050">
                      <a:solidFill>
                        <a:srgbClr val="000000"/>
                      </a:solidFill>
                      <a:prstDash val="solid"/>
                    </a:lnB>
                  </a:tcPr>
                </a:tc>
              </a:tr>
              <a:tr h="599440">
                <a:tc vMerge="1">
                  <a:txBody>
                    <a:bodyPr/>
                    <a:lstStyle/>
                    <a:p>
                      <a:endParaRPr/>
                    </a:p>
                  </a:txBody>
                  <a:tcPr marL="0" marR="0" marT="0" marB="0">
                    <a:lnL w="28575">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marL="411480" marR="159385" indent="-232410">
                        <a:lnSpc>
                          <a:spcPts val="1830"/>
                        </a:lnSpc>
                        <a:spcBef>
                          <a:spcPts val="610"/>
                        </a:spcBef>
                      </a:pPr>
                      <a:r>
                        <a:rPr sz="1650" spc="-10" dirty="0">
                          <a:latin typeface="MS PGothic"/>
                          <a:cs typeface="MS PGothic"/>
                        </a:rPr>
                        <a:t>Verification Scope</a:t>
                      </a:r>
                      <a:endParaRPr sz="1650">
                        <a:latin typeface="MS PGothic"/>
                        <a:cs typeface="MS PGothic"/>
                      </a:endParaRPr>
                    </a:p>
                  </a:txBody>
                  <a:tcPr marL="0" marR="0" marT="7747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marL="34290" marR="932180">
                        <a:lnSpc>
                          <a:spcPts val="1830"/>
                        </a:lnSpc>
                        <a:spcBef>
                          <a:spcPts val="610"/>
                        </a:spcBef>
                      </a:pPr>
                      <a:r>
                        <a:rPr sz="1650" dirty="0">
                          <a:latin typeface="MS PGothic"/>
                          <a:cs typeface="MS PGothic"/>
                        </a:rPr>
                        <a:t>Over</a:t>
                      </a:r>
                      <a:r>
                        <a:rPr sz="1650" spc="100" dirty="0">
                          <a:latin typeface="MS PGothic"/>
                          <a:cs typeface="MS PGothic"/>
                        </a:rPr>
                        <a:t> </a:t>
                      </a:r>
                      <a:r>
                        <a:rPr sz="1650" dirty="0">
                          <a:latin typeface="MS PGothic"/>
                          <a:cs typeface="MS PGothic"/>
                        </a:rPr>
                        <a:t>WindowsXP</a:t>
                      </a:r>
                      <a:r>
                        <a:rPr sz="1650" spc="90" dirty="0">
                          <a:latin typeface="MS PGothic"/>
                          <a:cs typeface="MS PGothic"/>
                        </a:rPr>
                        <a:t> </a:t>
                      </a:r>
                      <a:r>
                        <a:rPr sz="1650" dirty="0">
                          <a:latin typeface="MS PGothic"/>
                          <a:cs typeface="MS PGothic"/>
                        </a:rPr>
                        <a:t>and</a:t>
                      </a:r>
                      <a:r>
                        <a:rPr sz="1650" spc="95" dirty="0">
                          <a:latin typeface="MS PGothic"/>
                          <a:cs typeface="MS PGothic"/>
                        </a:rPr>
                        <a:t> </a:t>
                      </a:r>
                      <a:r>
                        <a:rPr sz="1650" spc="-10" dirty="0">
                          <a:latin typeface="MS PGothic"/>
                          <a:cs typeface="MS PGothic"/>
                        </a:rPr>
                        <a:t>InternetExplorer6, </a:t>
                      </a:r>
                      <a:r>
                        <a:rPr sz="1650" dirty="0">
                          <a:latin typeface="MS PGothic"/>
                          <a:cs typeface="MS PGothic"/>
                        </a:rPr>
                        <a:t>Mac</a:t>
                      </a:r>
                      <a:r>
                        <a:rPr sz="1650" spc="90" dirty="0">
                          <a:latin typeface="MS PGothic"/>
                          <a:cs typeface="MS PGothic"/>
                        </a:rPr>
                        <a:t> </a:t>
                      </a:r>
                      <a:r>
                        <a:rPr sz="1650" dirty="0">
                          <a:latin typeface="MS PGothic"/>
                          <a:cs typeface="MS PGothic"/>
                        </a:rPr>
                        <a:t>OS10.4</a:t>
                      </a:r>
                      <a:r>
                        <a:rPr sz="1650" spc="95" dirty="0">
                          <a:latin typeface="MS PGothic"/>
                          <a:cs typeface="MS PGothic"/>
                        </a:rPr>
                        <a:t> </a:t>
                      </a:r>
                      <a:r>
                        <a:rPr sz="1650" dirty="0">
                          <a:latin typeface="MS PGothic"/>
                          <a:cs typeface="MS PGothic"/>
                        </a:rPr>
                        <a:t>and</a:t>
                      </a:r>
                      <a:r>
                        <a:rPr sz="1650" spc="90" dirty="0">
                          <a:latin typeface="MS PGothic"/>
                          <a:cs typeface="MS PGothic"/>
                        </a:rPr>
                        <a:t> </a:t>
                      </a:r>
                      <a:r>
                        <a:rPr sz="1650" dirty="0">
                          <a:latin typeface="MS PGothic"/>
                          <a:cs typeface="MS PGothic"/>
                        </a:rPr>
                        <a:t>Forefox</a:t>
                      </a:r>
                      <a:r>
                        <a:rPr sz="1650" spc="85" dirty="0">
                          <a:latin typeface="MS PGothic"/>
                          <a:cs typeface="MS PGothic"/>
                        </a:rPr>
                        <a:t> </a:t>
                      </a:r>
                      <a:r>
                        <a:rPr sz="1650" spc="-25" dirty="0">
                          <a:latin typeface="MS PGothic"/>
                          <a:cs typeface="MS PGothic"/>
                        </a:rPr>
                        <a:t>2.0</a:t>
                      </a:r>
                      <a:endParaRPr sz="1650">
                        <a:latin typeface="MS PGothic"/>
                        <a:cs typeface="MS PGothic"/>
                      </a:endParaRPr>
                    </a:p>
                  </a:txBody>
                  <a:tcPr marL="0" marR="0" marT="7747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nSpc>
                          <a:spcPct val="100000"/>
                        </a:lnSpc>
                      </a:pPr>
                      <a:endParaRPr sz="1700">
                        <a:latin typeface="Times New Roman"/>
                        <a:cs typeface="Times New Roman"/>
                      </a:endParaRPr>
                    </a:p>
                  </a:txBody>
                  <a:tcPr marL="0" marR="0" marT="0" marB="0">
                    <a:lnL w="19050">
                      <a:solidFill>
                        <a:srgbClr val="000000"/>
                      </a:solidFill>
                      <a:prstDash val="solid"/>
                    </a:lnL>
                    <a:lnR w="28575">
                      <a:solidFill>
                        <a:srgbClr val="000000"/>
                      </a:solidFill>
                      <a:prstDash val="solid"/>
                    </a:lnR>
                    <a:lnT w="19050">
                      <a:solidFill>
                        <a:srgbClr val="000000"/>
                      </a:solidFill>
                      <a:prstDash val="solid"/>
                    </a:lnT>
                    <a:lnB w="19050">
                      <a:solidFill>
                        <a:srgbClr val="000000"/>
                      </a:solidFill>
                      <a:prstDash val="solid"/>
                    </a:lnB>
                  </a:tcPr>
                </a:tc>
              </a:tr>
              <a:tr h="443865">
                <a:tc rowSpan="2">
                  <a:txBody>
                    <a:bodyPr/>
                    <a:lstStyle/>
                    <a:p>
                      <a:pPr>
                        <a:lnSpc>
                          <a:spcPct val="100000"/>
                        </a:lnSpc>
                      </a:pPr>
                      <a:endParaRPr sz="1700">
                        <a:latin typeface="Times New Roman"/>
                        <a:cs typeface="Times New Roman"/>
                      </a:endParaRPr>
                    </a:p>
                    <a:p>
                      <a:pPr>
                        <a:lnSpc>
                          <a:spcPct val="100000"/>
                        </a:lnSpc>
                        <a:spcBef>
                          <a:spcPts val="10"/>
                        </a:spcBef>
                      </a:pPr>
                      <a:endParaRPr sz="1350">
                        <a:latin typeface="Times New Roman"/>
                        <a:cs typeface="Times New Roman"/>
                      </a:endParaRPr>
                    </a:p>
                    <a:p>
                      <a:pPr marL="107314">
                        <a:lnSpc>
                          <a:spcPct val="100000"/>
                        </a:lnSpc>
                      </a:pPr>
                      <a:r>
                        <a:rPr sz="1650" b="1" spc="-20" dirty="0">
                          <a:latin typeface="MS PGothic"/>
                          <a:cs typeface="MS PGothic"/>
                        </a:rPr>
                        <a:t>HTML</a:t>
                      </a:r>
                      <a:endParaRPr sz="1650">
                        <a:latin typeface="MS PGothic"/>
                        <a:cs typeface="MS PGothic"/>
                      </a:endParaRPr>
                    </a:p>
                  </a:txBody>
                  <a:tcPr marL="0" marR="0" marT="0" marB="0">
                    <a:lnL w="28575">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marL="12065" algn="ctr">
                        <a:lnSpc>
                          <a:spcPct val="100000"/>
                        </a:lnSpc>
                        <a:spcBef>
                          <a:spcPts val="725"/>
                        </a:spcBef>
                      </a:pPr>
                      <a:r>
                        <a:rPr sz="1650" spc="-20" dirty="0">
                          <a:latin typeface="MS PGothic"/>
                          <a:cs typeface="MS PGothic"/>
                        </a:rPr>
                        <a:t>Link</a:t>
                      </a:r>
                      <a:endParaRPr sz="1650">
                        <a:latin typeface="MS PGothic"/>
                        <a:cs typeface="MS PGothic"/>
                      </a:endParaRPr>
                    </a:p>
                  </a:txBody>
                  <a:tcPr marL="0" marR="0" marT="9207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marL="34290" marR="898525">
                        <a:lnSpc>
                          <a:spcPts val="1830"/>
                        </a:lnSpc>
                      </a:pPr>
                      <a:r>
                        <a:rPr sz="1650" dirty="0">
                          <a:latin typeface="MS PGothic"/>
                          <a:cs typeface="MS PGothic"/>
                        </a:rPr>
                        <a:t>Standardize</a:t>
                      </a:r>
                      <a:r>
                        <a:rPr sz="1650" spc="85" dirty="0">
                          <a:latin typeface="MS PGothic"/>
                          <a:cs typeface="MS PGothic"/>
                        </a:rPr>
                        <a:t> </a:t>
                      </a:r>
                      <a:r>
                        <a:rPr sz="1650" dirty="0">
                          <a:latin typeface="MS PGothic"/>
                          <a:cs typeface="MS PGothic"/>
                        </a:rPr>
                        <a:t>the</a:t>
                      </a:r>
                      <a:r>
                        <a:rPr sz="1650" spc="95" dirty="0">
                          <a:latin typeface="MS PGothic"/>
                          <a:cs typeface="MS PGothic"/>
                        </a:rPr>
                        <a:t> </a:t>
                      </a:r>
                      <a:r>
                        <a:rPr sz="1650" dirty="0">
                          <a:latin typeface="MS PGothic"/>
                          <a:cs typeface="MS PGothic"/>
                        </a:rPr>
                        <a:t>type</a:t>
                      </a:r>
                      <a:r>
                        <a:rPr sz="1650" spc="95" dirty="0">
                          <a:latin typeface="MS PGothic"/>
                          <a:cs typeface="MS PGothic"/>
                        </a:rPr>
                        <a:t> </a:t>
                      </a:r>
                      <a:r>
                        <a:rPr sz="1650" dirty="0">
                          <a:latin typeface="MS PGothic"/>
                          <a:cs typeface="MS PGothic"/>
                        </a:rPr>
                        <a:t>of</a:t>
                      </a:r>
                      <a:r>
                        <a:rPr sz="1650" spc="85" dirty="0">
                          <a:latin typeface="MS PGothic"/>
                          <a:cs typeface="MS PGothic"/>
                        </a:rPr>
                        <a:t> </a:t>
                      </a:r>
                      <a:r>
                        <a:rPr sz="1650" dirty="0">
                          <a:latin typeface="MS PGothic"/>
                          <a:cs typeface="MS PGothic"/>
                        </a:rPr>
                        <a:t>path</a:t>
                      </a:r>
                      <a:r>
                        <a:rPr sz="1650" spc="90" dirty="0">
                          <a:latin typeface="MS PGothic"/>
                          <a:cs typeface="MS PGothic"/>
                        </a:rPr>
                        <a:t> </a:t>
                      </a:r>
                      <a:r>
                        <a:rPr sz="1650" dirty="0">
                          <a:latin typeface="MS PGothic"/>
                          <a:cs typeface="MS PGothic"/>
                        </a:rPr>
                        <a:t>(relative</a:t>
                      </a:r>
                      <a:r>
                        <a:rPr sz="1650" spc="95" dirty="0">
                          <a:latin typeface="MS PGothic"/>
                          <a:cs typeface="MS PGothic"/>
                        </a:rPr>
                        <a:t> </a:t>
                      </a:r>
                      <a:r>
                        <a:rPr sz="1650" spc="-25" dirty="0">
                          <a:latin typeface="MS PGothic"/>
                          <a:cs typeface="MS PGothic"/>
                        </a:rPr>
                        <a:t>or </a:t>
                      </a:r>
                      <a:r>
                        <a:rPr sz="1650" spc="-10" dirty="0">
                          <a:latin typeface="MS PGothic"/>
                          <a:cs typeface="MS PGothic"/>
                        </a:rPr>
                        <a:t>absolute)</a:t>
                      </a:r>
                      <a:endParaRPr sz="1650">
                        <a:latin typeface="MS PGothic"/>
                        <a:cs typeface="MS PGothic"/>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nSpc>
                          <a:spcPct val="100000"/>
                        </a:lnSpc>
                      </a:pPr>
                      <a:endParaRPr sz="1700">
                        <a:latin typeface="Times New Roman"/>
                        <a:cs typeface="Times New Roman"/>
                      </a:endParaRPr>
                    </a:p>
                  </a:txBody>
                  <a:tcPr marL="0" marR="0" marT="0" marB="0">
                    <a:lnL w="19050">
                      <a:solidFill>
                        <a:srgbClr val="000000"/>
                      </a:solidFill>
                      <a:prstDash val="solid"/>
                    </a:lnL>
                    <a:lnR w="28575">
                      <a:solidFill>
                        <a:srgbClr val="000000"/>
                      </a:solidFill>
                      <a:prstDash val="solid"/>
                    </a:lnR>
                    <a:lnT w="19050">
                      <a:solidFill>
                        <a:srgbClr val="000000"/>
                      </a:solidFill>
                      <a:prstDash val="solid"/>
                    </a:lnT>
                    <a:lnB w="19050">
                      <a:solidFill>
                        <a:srgbClr val="000000"/>
                      </a:solidFill>
                      <a:prstDash val="solid"/>
                    </a:lnB>
                  </a:tcPr>
                </a:tc>
              </a:tr>
              <a:tr h="723900">
                <a:tc vMerge="1">
                  <a:txBody>
                    <a:bodyPr/>
                    <a:lstStyle/>
                    <a:p>
                      <a:endParaRPr/>
                    </a:p>
                  </a:txBody>
                  <a:tcPr marL="0" marR="0" marT="0" marB="0">
                    <a:lnL w="28575">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nSpc>
                          <a:spcPct val="100000"/>
                        </a:lnSpc>
                        <a:spcBef>
                          <a:spcPts val="35"/>
                        </a:spcBef>
                      </a:pPr>
                      <a:endParaRPr sz="1550">
                        <a:latin typeface="Times New Roman"/>
                        <a:cs typeface="Times New Roman"/>
                      </a:endParaRPr>
                    </a:p>
                    <a:p>
                      <a:pPr marR="204470" algn="r">
                        <a:lnSpc>
                          <a:spcPct val="100000"/>
                        </a:lnSpc>
                      </a:pPr>
                      <a:r>
                        <a:rPr sz="1650" spc="-10" dirty="0">
                          <a:latin typeface="MS PGothic"/>
                          <a:cs typeface="MS PGothic"/>
                        </a:rPr>
                        <a:t>Javascript</a:t>
                      </a:r>
                      <a:endParaRPr sz="1650">
                        <a:latin typeface="MS PGothic"/>
                        <a:cs typeface="MS PGothic"/>
                      </a:endParaRPr>
                    </a:p>
                  </a:txBody>
                  <a:tcPr marL="0" marR="0" marT="444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marL="34290" marR="708025">
                        <a:lnSpc>
                          <a:spcPts val="1830"/>
                        </a:lnSpc>
                        <a:spcBef>
                          <a:spcPts val="1100"/>
                        </a:spcBef>
                      </a:pPr>
                      <a:r>
                        <a:rPr sz="1650" dirty="0">
                          <a:latin typeface="MS PGothic"/>
                          <a:cs typeface="MS PGothic"/>
                        </a:rPr>
                        <a:t>It</a:t>
                      </a:r>
                      <a:r>
                        <a:rPr sz="1650" spc="65" dirty="0">
                          <a:latin typeface="MS PGothic"/>
                          <a:cs typeface="MS PGothic"/>
                        </a:rPr>
                        <a:t> </a:t>
                      </a:r>
                      <a:r>
                        <a:rPr sz="1650" dirty="0">
                          <a:latin typeface="MS PGothic"/>
                          <a:cs typeface="MS PGothic"/>
                        </a:rPr>
                        <a:t>is</a:t>
                      </a:r>
                      <a:r>
                        <a:rPr sz="1650" spc="70" dirty="0">
                          <a:latin typeface="MS PGothic"/>
                          <a:cs typeface="MS PGothic"/>
                        </a:rPr>
                        <a:t> </a:t>
                      </a:r>
                      <a:r>
                        <a:rPr sz="1650" dirty="0">
                          <a:latin typeface="MS PGothic"/>
                          <a:cs typeface="MS PGothic"/>
                        </a:rPr>
                        <a:t>prohibited</a:t>
                      </a:r>
                      <a:r>
                        <a:rPr sz="1650" spc="70" dirty="0">
                          <a:latin typeface="MS PGothic"/>
                          <a:cs typeface="MS PGothic"/>
                        </a:rPr>
                        <a:t> </a:t>
                      </a:r>
                      <a:r>
                        <a:rPr sz="1650" dirty="0">
                          <a:latin typeface="MS PGothic"/>
                          <a:cs typeface="MS PGothic"/>
                        </a:rPr>
                        <a:t>to</a:t>
                      </a:r>
                      <a:r>
                        <a:rPr sz="1650" spc="70" dirty="0">
                          <a:latin typeface="MS PGothic"/>
                          <a:cs typeface="MS PGothic"/>
                        </a:rPr>
                        <a:t> </a:t>
                      </a:r>
                      <a:r>
                        <a:rPr sz="1650" dirty="0">
                          <a:latin typeface="MS PGothic"/>
                          <a:cs typeface="MS PGothic"/>
                        </a:rPr>
                        <a:t>write</a:t>
                      </a:r>
                      <a:r>
                        <a:rPr sz="1650" spc="75" dirty="0">
                          <a:latin typeface="MS PGothic"/>
                          <a:cs typeface="MS PGothic"/>
                        </a:rPr>
                        <a:t> </a:t>
                      </a:r>
                      <a:r>
                        <a:rPr sz="1650" dirty="0">
                          <a:latin typeface="MS PGothic"/>
                          <a:cs typeface="MS PGothic"/>
                        </a:rPr>
                        <a:t>javascript</a:t>
                      </a:r>
                      <a:r>
                        <a:rPr sz="1650" spc="70" dirty="0">
                          <a:latin typeface="MS PGothic"/>
                          <a:cs typeface="MS PGothic"/>
                        </a:rPr>
                        <a:t> </a:t>
                      </a:r>
                      <a:r>
                        <a:rPr sz="1650" dirty="0">
                          <a:latin typeface="MS PGothic"/>
                          <a:cs typeface="MS PGothic"/>
                        </a:rPr>
                        <a:t>in</a:t>
                      </a:r>
                      <a:r>
                        <a:rPr sz="1650" spc="75" dirty="0">
                          <a:latin typeface="MS PGothic"/>
                          <a:cs typeface="MS PGothic"/>
                        </a:rPr>
                        <a:t> </a:t>
                      </a:r>
                      <a:r>
                        <a:rPr sz="1650" spc="-20" dirty="0">
                          <a:latin typeface="MS PGothic"/>
                          <a:cs typeface="MS PGothic"/>
                        </a:rPr>
                        <a:t>HTML </a:t>
                      </a:r>
                      <a:r>
                        <a:rPr sz="1650" dirty="0">
                          <a:latin typeface="MS PGothic"/>
                          <a:cs typeface="MS PGothic"/>
                        </a:rPr>
                        <a:t>directly.</a:t>
                      </a:r>
                      <a:r>
                        <a:rPr sz="1650" spc="110" dirty="0">
                          <a:latin typeface="MS PGothic"/>
                          <a:cs typeface="MS PGothic"/>
                        </a:rPr>
                        <a:t> </a:t>
                      </a:r>
                      <a:r>
                        <a:rPr sz="1650" dirty="0">
                          <a:latin typeface="MS PGothic"/>
                          <a:cs typeface="MS PGothic"/>
                        </a:rPr>
                        <a:t>Use</a:t>
                      </a:r>
                      <a:r>
                        <a:rPr sz="1650" spc="114" dirty="0">
                          <a:latin typeface="MS PGothic"/>
                          <a:cs typeface="MS PGothic"/>
                        </a:rPr>
                        <a:t> </a:t>
                      </a:r>
                      <a:r>
                        <a:rPr sz="1650" dirty="0">
                          <a:latin typeface="MS PGothic"/>
                          <a:cs typeface="MS PGothic"/>
                        </a:rPr>
                        <a:t>external</a:t>
                      </a:r>
                      <a:r>
                        <a:rPr sz="1650" spc="114" dirty="0">
                          <a:latin typeface="MS PGothic"/>
                          <a:cs typeface="MS PGothic"/>
                        </a:rPr>
                        <a:t> </a:t>
                      </a:r>
                      <a:r>
                        <a:rPr sz="1650" spc="-20" dirty="0">
                          <a:latin typeface="MS PGothic"/>
                          <a:cs typeface="MS PGothic"/>
                        </a:rPr>
                        <a:t>file.</a:t>
                      </a:r>
                      <a:endParaRPr sz="1650">
                        <a:latin typeface="MS PGothic"/>
                        <a:cs typeface="MS PGothic"/>
                      </a:endParaRPr>
                    </a:p>
                  </a:txBody>
                  <a:tcPr marL="0" marR="0" marT="13970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nSpc>
                          <a:spcPct val="100000"/>
                        </a:lnSpc>
                      </a:pPr>
                      <a:endParaRPr sz="1700">
                        <a:latin typeface="Times New Roman"/>
                        <a:cs typeface="Times New Roman"/>
                      </a:endParaRPr>
                    </a:p>
                  </a:txBody>
                  <a:tcPr marL="0" marR="0" marT="0" marB="0">
                    <a:lnL w="19050">
                      <a:solidFill>
                        <a:srgbClr val="000000"/>
                      </a:solidFill>
                      <a:prstDash val="solid"/>
                    </a:lnL>
                    <a:lnR w="28575">
                      <a:solidFill>
                        <a:srgbClr val="000000"/>
                      </a:solidFill>
                      <a:prstDash val="solid"/>
                    </a:lnR>
                    <a:lnT w="19050">
                      <a:solidFill>
                        <a:srgbClr val="000000"/>
                      </a:solidFill>
                      <a:prstDash val="solid"/>
                    </a:lnT>
                    <a:lnB w="19050">
                      <a:solidFill>
                        <a:srgbClr val="000000"/>
                      </a:solidFill>
                      <a:prstDash val="solid"/>
                    </a:lnB>
                  </a:tcPr>
                </a:tc>
              </a:tr>
            </a:tbl>
          </a:graphicData>
        </a:graphic>
      </p:graphicFrame>
      <p:sp>
        <p:nvSpPr>
          <p:cNvPr id="6" name="object 6"/>
          <p:cNvSpPr txBox="1"/>
          <p:nvPr/>
        </p:nvSpPr>
        <p:spPr>
          <a:xfrm>
            <a:off x="791373" y="3146642"/>
            <a:ext cx="1330960" cy="282575"/>
          </a:xfrm>
          <a:prstGeom prst="rect">
            <a:avLst/>
          </a:prstGeom>
        </p:spPr>
        <p:txBody>
          <a:bodyPr vert="horz" wrap="square" lIns="0" tIns="17145" rIns="0" bIns="0" rtlCol="0">
            <a:spAutoFit/>
          </a:bodyPr>
          <a:lstStyle/>
          <a:p>
            <a:pPr marL="12700">
              <a:lnSpc>
                <a:spcPct val="100000"/>
              </a:lnSpc>
              <a:spcBef>
                <a:spcPts val="135"/>
              </a:spcBef>
            </a:pPr>
            <a:r>
              <a:rPr sz="1650" b="1" dirty="0">
                <a:latin typeface="MS PGothic"/>
                <a:cs typeface="MS PGothic"/>
              </a:rPr>
              <a:t>HTML</a:t>
            </a:r>
            <a:r>
              <a:rPr sz="1650" b="1" spc="100" dirty="0">
                <a:latin typeface="MS PGothic"/>
                <a:cs typeface="MS PGothic"/>
              </a:rPr>
              <a:t> </a:t>
            </a:r>
            <a:r>
              <a:rPr sz="1650" b="1" spc="-10" dirty="0">
                <a:latin typeface="MS PGothic"/>
                <a:cs typeface="MS PGothic"/>
              </a:rPr>
              <a:t>Cording</a:t>
            </a:r>
            <a:endParaRPr sz="1650">
              <a:latin typeface="MS PGothic"/>
              <a:cs typeface="MS PGothic"/>
            </a:endParaRPr>
          </a:p>
        </p:txBody>
      </p:sp>
      <p:sp>
        <p:nvSpPr>
          <p:cNvPr id="7" name="object 7"/>
          <p:cNvSpPr txBox="1"/>
          <p:nvPr/>
        </p:nvSpPr>
        <p:spPr>
          <a:xfrm>
            <a:off x="791373" y="1614160"/>
            <a:ext cx="666115" cy="282575"/>
          </a:xfrm>
          <a:prstGeom prst="rect">
            <a:avLst/>
          </a:prstGeom>
        </p:spPr>
        <p:txBody>
          <a:bodyPr vert="horz" wrap="square" lIns="0" tIns="17145" rIns="0" bIns="0" rtlCol="0">
            <a:spAutoFit/>
          </a:bodyPr>
          <a:lstStyle/>
          <a:p>
            <a:pPr marL="12700">
              <a:lnSpc>
                <a:spcPct val="100000"/>
              </a:lnSpc>
              <a:spcBef>
                <a:spcPts val="135"/>
              </a:spcBef>
            </a:pPr>
            <a:r>
              <a:rPr sz="1650" b="1" spc="-10" dirty="0">
                <a:latin typeface="MS PGothic"/>
                <a:cs typeface="MS PGothic"/>
              </a:rPr>
              <a:t>Overall</a:t>
            </a:r>
            <a:endParaRPr sz="1650">
              <a:latin typeface="MS PGothic"/>
              <a:cs typeface="MS PGothic"/>
            </a:endParaRPr>
          </a:p>
        </p:txBody>
      </p:sp>
    </p:spTree>
    <p:extLst>
      <p:ext uri="{BB962C8B-B14F-4D97-AF65-F5344CB8AC3E}">
        <p14:creationId xmlns:p14="http://schemas.microsoft.com/office/powerpoint/2010/main" val="128302490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xmlns="" id="{494E5B66-AAD1-427C-A4E9-EC6EBA8188E3}"/>
              </a:ext>
            </a:extLst>
          </p:cNvPr>
          <p:cNvSpPr>
            <a:spLocks noGrp="1"/>
          </p:cNvSpPr>
          <p:nvPr>
            <p:ph type="sldNum" sz="quarter" idx="12"/>
          </p:nvPr>
        </p:nvSpPr>
        <p:spPr/>
        <p:txBody>
          <a:bodyPr/>
          <a:lstStyle/>
          <a:p>
            <a:fld id="{9EA0BE3B-158A-4EDF-80DC-E394A0D1600F}" type="slidenum">
              <a:rPr lang="en-US" smtClean="0"/>
              <a:pPr/>
              <a:t>58</a:t>
            </a:fld>
            <a:endParaRPr lang="en-US" dirty="0"/>
          </a:p>
        </p:txBody>
      </p:sp>
      <p:sp>
        <p:nvSpPr>
          <p:cNvPr id="78850" name="Rectangle 2"/>
          <p:cNvSpPr>
            <a:spLocks noGrp="1" noChangeArrowheads="1"/>
          </p:cNvSpPr>
          <p:nvPr>
            <p:ph type="title"/>
          </p:nvPr>
        </p:nvSpPr>
        <p:spPr/>
        <p:txBody>
          <a:bodyPr/>
          <a:lstStyle/>
          <a:p>
            <a:r>
              <a:rPr lang="en-US" altLang="ja-JP" sz="3200"/>
              <a:t>Bài tập: Quản lý chất l</a:t>
            </a:r>
            <a:r>
              <a:rPr lang="vi-VN" altLang="ja-JP" sz="3200"/>
              <a:t>ư</a:t>
            </a:r>
            <a:r>
              <a:rPr lang="en-US" altLang="ja-JP" sz="3200"/>
              <a:t>ợng cho bài tập lớn</a:t>
            </a:r>
          </a:p>
        </p:txBody>
      </p:sp>
      <p:pic>
        <p:nvPicPr>
          <p:cNvPr id="78851" name="Picture 4"/>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914400" y="1219200"/>
            <a:ext cx="7467600" cy="548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7</a:t>
            </a:r>
            <a:r>
              <a:rPr lang="en-US" dirty="0" smtClean="0"/>
              <a:t>. </a:t>
            </a:r>
            <a:r>
              <a:rPr lang="en-US" dirty="0" err="1" smtClean="0"/>
              <a:t>Lập</a:t>
            </a:r>
            <a:r>
              <a:rPr lang="en-US" dirty="0" smtClean="0"/>
              <a:t> kế </a:t>
            </a:r>
            <a:r>
              <a:rPr lang="en-US" dirty="0" err="1" smtClean="0"/>
              <a:t>hoạch</a:t>
            </a:r>
            <a:r>
              <a:rPr lang="en-US" dirty="0" smtClean="0"/>
              <a:t> QL </a:t>
            </a:r>
            <a:r>
              <a:rPr lang="en-US" dirty="0" err="1" smtClean="0"/>
              <a:t>Nhân</a:t>
            </a:r>
            <a:r>
              <a:rPr lang="en-US" dirty="0" smtClean="0"/>
              <a:t> </a:t>
            </a:r>
            <a:r>
              <a:rPr lang="en-US" dirty="0" err="1" smtClean="0"/>
              <a:t>lực</a:t>
            </a:r>
            <a:endParaRPr lang="en-US" dirty="0"/>
          </a:p>
        </p:txBody>
      </p:sp>
      <p:sp>
        <p:nvSpPr>
          <p:cNvPr id="3" name="Text Placeholder 2"/>
          <p:cNvSpPr>
            <a:spLocks noGrp="1"/>
          </p:cNvSpPr>
          <p:nvPr>
            <p:ph type="body" sz="quarter" idx="13"/>
          </p:nvPr>
        </p:nvSpPr>
        <p:spPr/>
        <p:txBody>
          <a:bodyPr/>
          <a:lstStyle/>
          <a:p>
            <a:endParaRPr lang="en-US"/>
          </a:p>
        </p:txBody>
      </p:sp>
      <p:sp>
        <p:nvSpPr>
          <p:cNvPr id="4" name="Slide Number Placeholder 3"/>
          <p:cNvSpPr>
            <a:spLocks noGrp="1"/>
          </p:cNvSpPr>
          <p:nvPr>
            <p:ph type="sldNum" sz="quarter" idx="12"/>
          </p:nvPr>
        </p:nvSpPr>
        <p:spPr/>
        <p:txBody>
          <a:bodyPr/>
          <a:lstStyle/>
          <a:p>
            <a:fld id="{9EA0BE3B-158A-4EDF-80DC-E394A0D1600F}" type="slidenum">
              <a:rPr lang="en-US" smtClean="0"/>
              <a:pPr/>
              <a:t>59</a:t>
            </a:fld>
            <a:endParaRPr lang="en-US" dirty="0"/>
          </a:p>
        </p:txBody>
      </p:sp>
    </p:spTree>
    <p:extLst>
      <p:ext uri="{BB962C8B-B14F-4D97-AF65-F5344CB8AC3E}">
        <p14:creationId xmlns:p14="http://schemas.microsoft.com/office/powerpoint/2010/main" val="263849083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F851E44A-9DEE-426C-9336-AA776AC184B1}"/>
              </a:ext>
            </a:extLst>
          </p:cNvPr>
          <p:cNvSpPr>
            <a:spLocks noGrp="1"/>
          </p:cNvSpPr>
          <p:nvPr>
            <p:ph type="sldNum" sz="quarter" idx="12"/>
          </p:nvPr>
        </p:nvSpPr>
        <p:spPr/>
        <p:txBody>
          <a:bodyPr/>
          <a:lstStyle/>
          <a:p>
            <a:fld id="{9EA0BE3B-158A-4EDF-80DC-E394A0D1600F}" type="slidenum">
              <a:rPr lang="en-US" smtClean="0"/>
              <a:pPr/>
              <a:t>60</a:t>
            </a:fld>
            <a:endParaRPr lang="en-US" dirty="0"/>
          </a:p>
        </p:txBody>
      </p:sp>
      <p:sp>
        <p:nvSpPr>
          <p:cNvPr id="79874" name="Rectangle 2"/>
          <p:cNvSpPr>
            <a:spLocks noGrp="1" noChangeArrowheads="1"/>
          </p:cNvSpPr>
          <p:nvPr>
            <p:ph type="title"/>
          </p:nvPr>
        </p:nvSpPr>
        <p:spPr/>
        <p:txBody>
          <a:bodyPr/>
          <a:lstStyle/>
          <a:p>
            <a:pPr eaLnBrk="1" hangingPunct="1"/>
            <a:r>
              <a:rPr lang="en-US" altLang="ja-JP" sz="3200" dirty="0" err="1" smtClean="0"/>
              <a:t>Lập</a:t>
            </a:r>
            <a:r>
              <a:rPr lang="en-US" altLang="ja-JP" sz="3200" dirty="0" smtClean="0"/>
              <a:t> kế </a:t>
            </a:r>
            <a:r>
              <a:rPr lang="en-US" altLang="ja-JP" sz="3200" dirty="0" err="1" smtClean="0"/>
              <a:t>hoạch</a:t>
            </a:r>
            <a:r>
              <a:rPr lang="en-US" altLang="ja-JP" sz="3200" dirty="0" smtClean="0"/>
              <a:t> </a:t>
            </a:r>
            <a:r>
              <a:rPr lang="en-US" altLang="ja-JP" sz="3200" dirty="0" err="1" smtClean="0"/>
              <a:t>Quản</a:t>
            </a:r>
            <a:r>
              <a:rPr lang="en-US" altLang="ja-JP" sz="3200" dirty="0" smtClean="0"/>
              <a:t> </a:t>
            </a:r>
            <a:r>
              <a:rPr lang="en-US" altLang="ja-JP" sz="3200" dirty="0" err="1"/>
              <a:t>lý</a:t>
            </a:r>
            <a:r>
              <a:rPr lang="en-US" altLang="ja-JP" sz="3200" dirty="0"/>
              <a:t> </a:t>
            </a:r>
            <a:r>
              <a:rPr lang="en-US" altLang="ja-JP" sz="3200" dirty="0" err="1"/>
              <a:t>nhân</a:t>
            </a:r>
            <a:r>
              <a:rPr lang="en-US" altLang="ja-JP" sz="3200" dirty="0"/>
              <a:t> </a:t>
            </a:r>
            <a:r>
              <a:rPr lang="en-US" altLang="ja-JP" sz="3200" dirty="0" err="1"/>
              <a:t>lực</a:t>
            </a:r>
            <a:endParaRPr lang="en-US" altLang="ja-JP" sz="3200" dirty="0"/>
          </a:p>
        </p:txBody>
      </p:sp>
      <p:sp>
        <p:nvSpPr>
          <p:cNvPr id="79875" name="Rectangle 3"/>
          <p:cNvSpPr>
            <a:spLocks noGrp="1" noChangeArrowheads="1"/>
          </p:cNvSpPr>
          <p:nvPr>
            <p:ph type="body" sz="quarter" idx="13"/>
          </p:nvPr>
        </p:nvSpPr>
        <p:spPr>
          <a:xfrm>
            <a:off x="234950" y="963168"/>
            <a:ext cx="7151688" cy="1754326"/>
          </a:xfrm>
        </p:spPr>
        <p:txBody>
          <a:bodyPr/>
          <a:lstStyle/>
          <a:p>
            <a:pPr eaLnBrk="1" hangingPunct="1">
              <a:buClrTx/>
              <a:buFont typeface="Wingdings" pitchFamily="2" charset="2"/>
              <a:buChar char="Ø"/>
            </a:pPr>
            <a:r>
              <a:rPr lang="en-US" altLang="ja-JP" sz="2400"/>
              <a:t>Xác định vai trò của từng cá nhân và ghi lại thành văn bản.</a:t>
            </a:r>
          </a:p>
          <a:p>
            <a:pPr eaLnBrk="1" hangingPunct="1">
              <a:buClrTx/>
              <a:buFont typeface="Wingdings" pitchFamily="2" charset="2"/>
              <a:buChar char="Ø"/>
            </a:pPr>
            <a:r>
              <a:rPr lang="en-US" altLang="ja-JP" sz="2400"/>
              <a:t>Trách nhiệm, kỹ năng, vai trò của từng người và xây dựng nên kế hoạch quản lý nhân sự.</a:t>
            </a:r>
          </a:p>
        </p:txBody>
      </p:sp>
      <p:sp>
        <p:nvSpPr>
          <p:cNvPr id="79876" name="AutoShape 4"/>
          <p:cNvSpPr>
            <a:spLocks noChangeArrowheads="1"/>
          </p:cNvSpPr>
          <p:nvPr/>
        </p:nvSpPr>
        <p:spPr bwMode="auto">
          <a:xfrm>
            <a:off x="750888" y="2895600"/>
            <a:ext cx="2438400" cy="3270250"/>
          </a:xfrm>
          <a:prstGeom prst="roundRect">
            <a:avLst>
              <a:gd name="adj" fmla="val 16667"/>
            </a:avLst>
          </a:prstGeom>
          <a:solidFill>
            <a:schemeClr val="accent1">
              <a:alpha val="30196"/>
            </a:schemeClr>
          </a:solidFill>
          <a:ln w="9525">
            <a:solidFill>
              <a:schemeClr val="tx1"/>
            </a:solidFill>
            <a:round/>
            <a:headEnd/>
            <a:tailEnd/>
          </a:ln>
        </p:spPr>
        <p:txBody>
          <a:bodyPr wrap="none" anchorCtr="1"/>
          <a:lstStyle/>
          <a:p>
            <a:pPr algn="ctr"/>
            <a:endParaRPr lang="en-US" altLang="ja-JP" sz="800"/>
          </a:p>
          <a:p>
            <a:pPr algn="ctr"/>
            <a:r>
              <a:rPr lang="en-US" altLang="ja-JP" sz="2000"/>
              <a:t>Đầu vào</a:t>
            </a:r>
          </a:p>
        </p:txBody>
      </p:sp>
      <p:sp>
        <p:nvSpPr>
          <p:cNvPr id="79877" name="AutoShape 7"/>
          <p:cNvSpPr>
            <a:spLocks noChangeArrowheads="1"/>
          </p:cNvSpPr>
          <p:nvPr/>
        </p:nvSpPr>
        <p:spPr bwMode="auto">
          <a:xfrm>
            <a:off x="3646488" y="2895600"/>
            <a:ext cx="2362200" cy="3270250"/>
          </a:xfrm>
          <a:prstGeom prst="roundRect">
            <a:avLst>
              <a:gd name="adj" fmla="val 16667"/>
            </a:avLst>
          </a:prstGeom>
          <a:solidFill>
            <a:schemeClr val="accent1">
              <a:alpha val="30196"/>
            </a:schemeClr>
          </a:solidFill>
          <a:ln w="9525">
            <a:solidFill>
              <a:schemeClr val="tx1"/>
            </a:solidFill>
            <a:round/>
            <a:headEnd/>
            <a:tailEnd/>
          </a:ln>
        </p:spPr>
        <p:txBody>
          <a:bodyPr wrap="none" anchorCtr="1"/>
          <a:lstStyle/>
          <a:p>
            <a:pPr algn="ctr"/>
            <a:r>
              <a:rPr lang="en-US" altLang="ja-JP" sz="2000"/>
              <a:t>Công cụ &amp;</a:t>
            </a:r>
            <a:br>
              <a:rPr lang="en-US" altLang="ja-JP" sz="2000"/>
            </a:br>
            <a:r>
              <a:rPr lang="en-US" altLang="ja-JP" sz="2000"/>
              <a:t>Kỹ thuật</a:t>
            </a:r>
          </a:p>
        </p:txBody>
      </p:sp>
      <p:sp>
        <p:nvSpPr>
          <p:cNvPr id="79878" name="AutoShape 8"/>
          <p:cNvSpPr>
            <a:spLocks noChangeArrowheads="1"/>
          </p:cNvSpPr>
          <p:nvPr/>
        </p:nvSpPr>
        <p:spPr bwMode="auto">
          <a:xfrm>
            <a:off x="6465888" y="2895600"/>
            <a:ext cx="2438400" cy="3505200"/>
          </a:xfrm>
          <a:prstGeom prst="roundRect">
            <a:avLst>
              <a:gd name="adj" fmla="val 16667"/>
            </a:avLst>
          </a:prstGeom>
          <a:solidFill>
            <a:schemeClr val="accent1">
              <a:alpha val="30196"/>
            </a:schemeClr>
          </a:solidFill>
          <a:ln w="9525">
            <a:solidFill>
              <a:schemeClr val="tx1"/>
            </a:solidFill>
            <a:round/>
            <a:headEnd/>
            <a:tailEnd/>
          </a:ln>
        </p:spPr>
        <p:txBody>
          <a:bodyPr wrap="none" anchorCtr="1"/>
          <a:lstStyle/>
          <a:p>
            <a:pPr algn="ctr"/>
            <a:endParaRPr lang="en-US" altLang="ja-JP" sz="800"/>
          </a:p>
          <a:p>
            <a:pPr algn="ctr"/>
            <a:r>
              <a:rPr lang="en-US" altLang="ja-JP" sz="2000"/>
              <a:t>Đầu ra</a:t>
            </a:r>
          </a:p>
        </p:txBody>
      </p:sp>
      <p:sp>
        <p:nvSpPr>
          <p:cNvPr id="79879" name="Line 9"/>
          <p:cNvSpPr>
            <a:spLocks noChangeShapeType="1"/>
          </p:cNvSpPr>
          <p:nvPr/>
        </p:nvSpPr>
        <p:spPr bwMode="auto">
          <a:xfrm>
            <a:off x="750888" y="3657600"/>
            <a:ext cx="2438400"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880" name="Line 10"/>
          <p:cNvSpPr>
            <a:spLocks noChangeShapeType="1"/>
          </p:cNvSpPr>
          <p:nvPr/>
        </p:nvSpPr>
        <p:spPr bwMode="auto">
          <a:xfrm>
            <a:off x="3646488" y="3657600"/>
            <a:ext cx="2362200"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881" name="Line 11"/>
          <p:cNvSpPr>
            <a:spLocks noChangeShapeType="1"/>
          </p:cNvSpPr>
          <p:nvPr/>
        </p:nvSpPr>
        <p:spPr bwMode="auto">
          <a:xfrm>
            <a:off x="6465888" y="3657600"/>
            <a:ext cx="2438400"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882" name="AutoShape 12"/>
          <p:cNvSpPr>
            <a:spLocks noChangeArrowheads="1"/>
          </p:cNvSpPr>
          <p:nvPr/>
        </p:nvSpPr>
        <p:spPr bwMode="auto">
          <a:xfrm>
            <a:off x="3113088" y="4419600"/>
            <a:ext cx="609600" cy="533400"/>
          </a:xfrm>
          <a:prstGeom prst="rightArrow">
            <a:avLst>
              <a:gd name="adj1" fmla="val 50000"/>
              <a:gd name="adj2" fmla="val 28571"/>
            </a:avLst>
          </a:prstGeom>
          <a:solidFill>
            <a:schemeClr val="accent1"/>
          </a:solidFill>
          <a:ln w="9525">
            <a:solidFill>
              <a:schemeClr val="tx1"/>
            </a:solidFill>
            <a:miter lim="800000"/>
            <a:headEnd/>
            <a:tailEnd/>
          </a:ln>
          <a:effectLst>
            <a:prstShdw prst="shdw13" dist="53882" dir="13500000">
              <a:schemeClr val="bg2">
                <a:alpha val="50000"/>
              </a:schemeClr>
            </a:prstShdw>
          </a:effectLst>
        </p:spPr>
        <p:txBody>
          <a:bodyPr wrap="none" anchor="ctr"/>
          <a:lstStyle/>
          <a:p>
            <a:endParaRPr lang="ja-JP" altLang="en-US"/>
          </a:p>
        </p:txBody>
      </p:sp>
      <p:sp>
        <p:nvSpPr>
          <p:cNvPr id="79883" name="Text Box 14"/>
          <p:cNvSpPr txBox="1">
            <a:spLocks noChangeArrowheads="1"/>
          </p:cNvSpPr>
          <p:nvPr/>
        </p:nvSpPr>
        <p:spPr bwMode="auto">
          <a:xfrm>
            <a:off x="765175" y="3694113"/>
            <a:ext cx="2511425" cy="1754326"/>
          </a:xfrm>
          <a:prstGeom prst="rect">
            <a:avLst/>
          </a:prstGeom>
          <a:noFill/>
          <a:ln>
            <a:noFill/>
          </a:ln>
          <a:effectLst>
            <a:prstShdw prst="shdw13" dist="53882" dir="13500000">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buFont typeface="Times New Roman" pitchFamily="18" charset="0"/>
              <a:buAutoNum type="arabicPeriod"/>
            </a:pPr>
            <a:r>
              <a:rPr lang="en-US" altLang="ja-JP"/>
              <a:t>Quản lý các nguồn lực hoạt động</a:t>
            </a:r>
          </a:p>
          <a:p>
            <a:pPr eaLnBrk="1" hangingPunct="1">
              <a:buFont typeface="Times New Roman" pitchFamily="18" charset="0"/>
              <a:buAutoNum type="arabicPeriod"/>
            </a:pPr>
            <a:r>
              <a:rPr lang="en-US" altLang="ja-JP"/>
              <a:t>Môi tr</a:t>
            </a:r>
            <a:r>
              <a:rPr lang="vi-VN" altLang="ja-JP"/>
              <a:t>ư</a:t>
            </a:r>
            <a:r>
              <a:rPr lang="en-US" altLang="ja-JP"/>
              <a:t>ờng doanh nghiệp</a:t>
            </a:r>
          </a:p>
          <a:p>
            <a:pPr eaLnBrk="1" hangingPunct="1">
              <a:buFont typeface="Times New Roman" pitchFamily="18" charset="0"/>
              <a:buAutoNum type="arabicPeriod"/>
            </a:pPr>
            <a:r>
              <a:rPr lang="en-US" altLang="ja-JP"/>
              <a:t>Tài liệu qui trình tổ chức</a:t>
            </a:r>
          </a:p>
        </p:txBody>
      </p:sp>
      <p:sp>
        <p:nvSpPr>
          <p:cNvPr id="79884" name="Text Box 15"/>
          <p:cNvSpPr txBox="1">
            <a:spLocks noChangeArrowheads="1"/>
          </p:cNvSpPr>
          <p:nvPr/>
        </p:nvSpPr>
        <p:spPr bwMode="auto">
          <a:xfrm>
            <a:off x="3722688" y="3733800"/>
            <a:ext cx="2000250" cy="2289175"/>
          </a:xfrm>
          <a:prstGeom prst="rect">
            <a:avLst/>
          </a:prstGeom>
          <a:noFill/>
          <a:ln>
            <a:noFill/>
          </a:ln>
          <a:effectLst>
            <a:prstShdw prst="shdw13" dist="53882" dir="13500000">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buFont typeface="Times New Roman" pitchFamily="18" charset="0"/>
              <a:buAutoNum type="arabicPeriod"/>
            </a:pPr>
            <a:r>
              <a:rPr lang="en-US" altLang="ja-JP"/>
              <a:t>Organization</a:t>
            </a:r>
            <a:br>
              <a:rPr lang="en-US" altLang="ja-JP"/>
            </a:br>
            <a:r>
              <a:rPr lang="en-US" altLang="ja-JP"/>
              <a:t>Charts and</a:t>
            </a:r>
            <a:br>
              <a:rPr lang="en-US" altLang="ja-JP"/>
            </a:br>
            <a:r>
              <a:rPr lang="en-US" altLang="ja-JP"/>
              <a:t>Position </a:t>
            </a:r>
            <a:br>
              <a:rPr lang="en-US" altLang="ja-JP"/>
            </a:br>
            <a:r>
              <a:rPr lang="en-US" altLang="ja-JP"/>
              <a:t>Descriptions</a:t>
            </a:r>
          </a:p>
          <a:p>
            <a:pPr eaLnBrk="1" hangingPunct="1">
              <a:buFont typeface="Times New Roman" pitchFamily="18" charset="0"/>
              <a:buAutoNum type="arabicPeriod"/>
            </a:pPr>
            <a:r>
              <a:rPr lang="en-US" altLang="ja-JP"/>
              <a:t>Networking</a:t>
            </a:r>
          </a:p>
          <a:p>
            <a:pPr eaLnBrk="1" hangingPunct="1">
              <a:buFont typeface="Times New Roman" pitchFamily="18" charset="0"/>
              <a:buAutoNum type="arabicPeriod"/>
            </a:pPr>
            <a:r>
              <a:rPr lang="en-US" altLang="ja-JP"/>
              <a:t>Organizational</a:t>
            </a:r>
            <a:br>
              <a:rPr lang="en-US" altLang="ja-JP"/>
            </a:br>
            <a:r>
              <a:rPr lang="en-US" altLang="ja-JP"/>
              <a:t>Theory</a:t>
            </a:r>
          </a:p>
          <a:p>
            <a:pPr eaLnBrk="1" hangingPunct="1">
              <a:buFont typeface="Times New Roman" pitchFamily="18" charset="0"/>
              <a:buAutoNum type="arabicPeriod"/>
            </a:pPr>
            <a:endParaRPr lang="en-US" altLang="ja-JP"/>
          </a:p>
        </p:txBody>
      </p:sp>
      <p:sp>
        <p:nvSpPr>
          <p:cNvPr id="79885" name="Text Box 16"/>
          <p:cNvSpPr txBox="1">
            <a:spLocks noChangeArrowheads="1"/>
          </p:cNvSpPr>
          <p:nvPr/>
        </p:nvSpPr>
        <p:spPr bwMode="auto">
          <a:xfrm>
            <a:off x="6618288" y="3733800"/>
            <a:ext cx="2438400" cy="2585323"/>
          </a:xfrm>
          <a:prstGeom prst="rect">
            <a:avLst/>
          </a:prstGeom>
          <a:noFill/>
          <a:ln>
            <a:noFill/>
          </a:ln>
          <a:effectLst>
            <a:prstShdw prst="shdw13" dist="53882" dir="13500000">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buFont typeface="Times New Roman" pitchFamily="18" charset="0"/>
              <a:buAutoNum type="arabicPeriod"/>
            </a:pPr>
            <a:r>
              <a:rPr lang="en-US" altLang="ja-JP"/>
              <a:t>Quản lý nhân sự</a:t>
            </a:r>
          </a:p>
          <a:p>
            <a:pPr eaLnBrk="1" hangingPunct="1">
              <a:buFont typeface="Times New Roman" pitchFamily="18" charset="0"/>
              <a:buChar char="•"/>
            </a:pPr>
            <a:r>
              <a:rPr lang="en-US" altLang="ja-JP"/>
              <a:t>Staff acquisition</a:t>
            </a:r>
          </a:p>
          <a:p>
            <a:pPr eaLnBrk="1" hangingPunct="1">
              <a:buFont typeface="Times New Roman" pitchFamily="18" charset="0"/>
              <a:buChar char="•"/>
            </a:pPr>
            <a:r>
              <a:rPr lang="en-US" altLang="ja-JP"/>
              <a:t>Lịch bố trí tài nguyên</a:t>
            </a:r>
          </a:p>
          <a:p>
            <a:pPr eaLnBrk="1" hangingPunct="1">
              <a:buFont typeface="Times New Roman" pitchFamily="18" charset="0"/>
              <a:buChar char="•"/>
            </a:pPr>
            <a:r>
              <a:rPr lang="en-US" altLang="ja-JP"/>
              <a:t>Staff release plan</a:t>
            </a:r>
          </a:p>
          <a:p>
            <a:pPr eaLnBrk="1" hangingPunct="1">
              <a:buFont typeface="Times New Roman" pitchFamily="18" charset="0"/>
              <a:buChar char="•"/>
            </a:pPr>
            <a:r>
              <a:rPr lang="en-US" altLang="ja-JP"/>
              <a:t>Yêu cầu đào tạo</a:t>
            </a:r>
          </a:p>
          <a:p>
            <a:pPr eaLnBrk="1" hangingPunct="1">
              <a:buFont typeface="Times New Roman" pitchFamily="18" charset="0"/>
              <a:buChar char="•"/>
            </a:pPr>
            <a:r>
              <a:rPr lang="en-US" altLang="ja-JP"/>
              <a:t>Ghi nhận và th</a:t>
            </a:r>
            <a:r>
              <a:rPr lang="vi-VN" altLang="ja-JP"/>
              <a:t>ư</a:t>
            </a:r>
            <a:r>
              <a:rPr lang="en-US" altLang="ja-JP"/>
              <a:t>ởng</a:t>
            </a:r>
          </a:p>
          <a:p>
            <a:pPr eaLnBrk="1" hangingPunct="1">
              <a:buFont typeface="Times New Roman" pitchFamily="18" charset="0"/>
              <a:buAutoNum type="arabicPeriod"/>
            </a:pPr>
            <a:endParaRPr lang="en-US" altLang="ja-JP"/>
          </a:p>
        </p:txBody>
      </p:sp>
      <p:sp>
        <p:nvSpPr>
          <p:cNvPr id="79886" name="AutoShape 13"/>
          <p:cNvSpPr>
            <a:spLocks noChangeArrowheads="1"/>
          </p:cNvSpPr>
          <p:nvPr/>
        </p:nvSpPr>
        <p:spPr bwMode="auto">
          <a:xfrm>
            <a:off x="5932488" y="4419600"/>
            <a:ext cx="609600" cy="533400"/>
          </a:xfrm>
          <a:prstGeom prst="rightArrow">
            <a:avLst>
              <a:gd name="adj1" fmla="val 50000"/>
              <a:gd name="adj2" fmla="val 28571"/>
            </a:avLst>
          </a:prstGeom>
          <a:solidFill>
            <a:schemeClr val="accent1"/>
          </a:solidFill>
          <a:ln w="9525">
            <a:solidFill>
              <a:schemeClr val="tx1"/>
            </a:solidFill>
            <a:miter lim="800000"/>
            <a:headEnd/>
            <a:tailEnd/>
          </a:ln>
          <a:effectLst>
            <a:prstShdw prst="shdw13" dist="53882" dir="13500000">
              <a:schemeClr val="bg2">
                <a:alpha val="50000"/>
              </a:schemeClr>
            </a:prstShdw>
          </a:effectLst>
        </p:spPr>
        <p:txBody>
          <a:bodyPr wrap="none" anchor="ctr"/>
          <a:lstStyle/>
          <a:p>
            <a:endParaRPr lang="ja-JP" altLang="en-US"/>
          </a:p>
        </p:txBody>
      </p:sp>
      <p:pic>
        <p:nvPicPr>
          <p:cNvPr id="79887" name="Picture 16"/>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7386638" y="997743"/>
            <a:ext cx="1517650" cy="1519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53882" dir="13500000" algn="ctr" rotWithShape="0">
                    <a:schemeClr val="bg2">
                      <a:alpha val="50000"/>
                    </a:schemeClr>
                  </a:outerShdw>
                </a:effectLst>
              </a14:hiddenEffects>
            </a:ext>
          </a:extLst>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xmlns="" id="{00634A77-8162-475E-8751-9EE8CA4F9F85}"/>
              </a:ext>
            </a:extLst>
          </p:cNvPr>
          <p:cNvSpPr>
            <a:spLocks noGrp="1"/>
          </p:cNvSpPr>
          <p:nvPr>
            <p:ph type="sldNum" sz="quarter" idx="12"/>
          </p:nvPr>
        </p:nvSpPr>
        <p:spPr/>
        <p:txBody>
          <a:bodyPr/>
          <a:lstStyle/>
          <a:p>
            <a:fld id="{9EA0BE3B-158A-4EDF-80DC-E394A0D1600F}" type="slidenum">
              <a:rPr lang="en-US" smtClean="0"/>
              <a:pPr/>
              <a:t>61</a:t>
            </a:fld>
            <a:endParaRPr lang="en-US" dirty="0"/>
          </a:p>
        </p:txBody>
      </p:sp>
      <p:sp>
        <p:nvSpPr>
          <p:cNvPr id="80898" name="Title 1"/>
          <p:cNvSpPr>
            <a:spLocks noGrp="1"/>
          </p:cNvSpPr>
          <p:nvPr>
            <p:ph type="title"/>
          </p:nvPr>
        </p:nvSpPr>
        <p:spPr>
          <a:xfrm>
            <a:off x="234950" y="87312"/>
            <a:ext cx="8673846" cy="451739"/>
          </a:xfrm>
        </p:spPr>
        <p:txBody>
          <a:bodyPr/>
          <a:lstStyle/>
          <a:p>
            <a:r>
              <a:rPr lang="en-US" altLang="ja-JP" sz="3200" dirty="0" smtClean="0"/>
              <a:t>Kế </a:t>
            </a:r>
            <a:r>
              <a:rPr lang="en-US" altLang="ja-JP" sz="3200" dirty="0" err="1"/>
              <a:t>hoạch</a:t>
            </a:r>
            <a:r>
              <a:rPr lang="en-US" altLang="ja-JP" sz="3200" dirty="0"/>
              <a:t> </a:t>
            </a:r>
            <a:r>
              <a:rPr lang="en-US" altLang="ja-JP" sz="3200" dirty="0" err="1"/>
              <a:t>quản</a:t>
            </a:r>
            <a:r>
              <a:rPr lang="en-US" altLang="ja-JP" sz="3200" dirty="0"/>
              <a:t> </a:t>
            </a:r>
            <a:r>
              <a:rPr lang="en-US" altLang="ja-JP" sz="3200" dirty="0" err="1"/>
              <a:t>lý</a:t>
            </a:r>
            <a:r>
              <a:rPr lang="en-US" altLang="ja-JP" sz="3200" dirty="0"/>
              <a:t> </a:t>
            </a:r>
            <a:r>
              <a:rPr lang="en-US" altLang="ja-JP" sz="3200" dirty="0" err="1"/>
              <a:t>nhân</a:t>
            </a:r>
            <a:r>
              <a:rPr lang="en-US" altLang="ja-JP" sz="3200" dirty="0"/>
              <a:t> </a:t>
            </a:r>
            <a:r>
              <a:rPr lang="en-US" altLang="ja-JP" sz="3200" dirty="0" err="1"/>
              <a:t>lực</a:t>
            </a:r>
            <a:endParaRPr lang="en-US" altLang="x-none" sz="3200" dirty="0"/>
          </a:p>
        </p:txBody>
      </p:sp>
      <p:pic>
        <p:nvPicPr>
          <p:cNvPr id="4" name="Picture 15"/>
          <p:cNvPicPr>
            <a:picLocks noGrp="1" noChangeAspect="1" noChangeArrowheads="1"/>
          </p:cNvPicPr>
          <p:nvPr>
            <p:ph idx="4294967295"/>
          </p:nvPr>
        </p:nvPicPr>
        <p:blipFill>
          <a:blip r:embed="rId2"/>
          <a:stretch>
            <a:fillRect/>
          </a:stretch>
        </p:blipFill>
        <p:spPr>
          <a:xfrm>
            <a:off x="0" y="0"/>
            <a:ext cx="0" cy="0"/>
          </a:xfrm>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0900" name="Rectangle 4"/>
          <p:cNvSpPr>
            <a:spLocks noChangeArrowheads="1"/>
          </p:cNvSpPr>
          <p:nvPr/>
        </p:nvSpPr>
        <p:spPr bwMode="auto">
          <a:xfrm>
            <a:off x="579125" y="6149335"/>
            <a:ext cx="8382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x-none"/>
              <a:t>D - Do; R - Review; A - Approve; I - Informed;  T - Translate;&lt;blank&gt;- Omitted</a:t>
            </a:r>
          </a:p>
        </p:txBody>
      </p:sp>
      <p:pic>
        <p:nvPicPr>
          <p:cNvPr id="6" name="Picture 5">
            <a:extLst>
              <a:ext uri="{FF2B5EF4-FFF2-40B4-BE49-F238E27FC236}">
                <a16:creationId xmlns:a16="http://schemas.microsoft.com/office/drawing/2014/main" xmlns="" id="{995F597F-F696-4DFB-B126-F355B1F3D12E}"/>
              </a:ext>
            </a:extLst>
          </p:cNvPr>
          <p:cNvPicPr>
            <a:picLocks noChangeAspect="1"/>
          </p:cNvPicPr>
          <p:nvPr/>
        </p:nvPicPr>
        <p:blipFill>
          <a:blip r:embed="rId3"/>
          <a:stretch>
            <a:fillRect/>
          </a:stretch>
        </p:blipFill>
        <p:spPr>
          <a:xfrm>
            <a:off x="947547" y="725087"/>
            <a:ext cx="7248652" cy="5238212"/>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8. </a:t>
            </a:r>
            <a:r>
              <a:rPr lang="en-US" dirty="0" err="1" smtClean="0"/>
              <a:t>Lập</a:t>
            </a:r>
            <a:r>
              <a:rPr lang="en-US" dirty="0" smtClean="0"/>
              <a:t> kế </a:t>
            </a:r>
            <a:r>
              <a:rPr lang="en-US" dirty="0" err="1" smtClean="0"/>
              <a:t>hoạch</a:t>
            </a:r>
            <a:r>
              <a:rPr lang="en-US" dirty="0"/>
              <a:t> Giao </a:t>
            </a:r>
            <a:r>
              <a:rPr lang="en-US" dirty="0" err="1"/>
              <a:t>tiếp</a:t>
            </a:r>
            <a:r>
              <a:rPr lang="en-US" dirty="0" smtClean="0"/>
              <a:t> /</a:t>
            </a:r>
            <a:r>
              <a:rPr lang="en-US" dirty="0" err="1" smtClean="0"/>
              <a:t>Liên</a:t>
            </a:r>
            <a:r>
              <a:rPr lang="en-US" dirty="0" smtClean="0"/>
              <a:t> </a:t>
            </a:r>
            <a:r>
              <a:rPr lang="en-US" dirty="0" err="1" smtClean="0"/>
              <a:t>lạc</a:t>
            </a:r>
            <a:endParaRPr lang="en-US" dirty="0"/>
          </a:p>
        </p:txBody>
      </p:sp>
      <p:sp>
        <p:nvSpPr>
          <p:cNvPr id="3" name="Text Placeholder 2"/>
          <p:cNvSpPr>
            <a:spLocks noGrp="1"/>
          </p:cNvSpPr>
          <p:nvPr>
            <p:ph type="body" sz="quarter" idx="13"/>
          </p:nvPr>
        </p:nvSpPr>
        <p:spPr/>
        <p:txBody>
          <a:bodyPr/>
          <a:lstStyle/>
          <a:p>
            <a:endParaRPr lang="en-US"/>
          </a:p>
        </p:txBody>
      </p:sp>
      <p:sp>
        <p:nvSpPr>
          <p:cNvPr id="4" name="Slide Number Placeholder 3"/>
          <p:cNvSpPr>
            <a:spLocks noGrp="1"/>
          </p:cNvSpPr>
          <p:nvPr>
            <p:ph type="sldNum" sz="quarter" idx="12"/>
          </p:nvPr>
        </p:nvSpPr>
        <p:spPr/>
        <p:txBody>
          <a:bodyPr/>
          <a:lstStyle/>
          <a:p>
            <a:fld id="{9EA0BE3B-158A-4EDF-80DC-E394A0D1600F}" type="slidenum">
              <a:rPr lang="en-US" smtClean="0"/>
              <a:pPr/>
              <a:t>62</a:t>
            </a:fld>
            <a:endParaRPr lang="en-US" dirty="0"/>
          </a:p>
        </p:txBody>
      </p:sp>
    </p:spTree>
    <p:extLst>
      <p:ext uri="{BB962C8B-B14F-4D97-AF65-F5344CB8AC3E}">
        <p14:creationId xmlns:p14="http://schemas.microsoft.com/office/powerpoint/2010/main" val="190159321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F1E9B835-0F88-41FC-8E97-3E62142C303D}"/>
              </a:ext>
            </a:extLst>
          </p:cNvPr>
          <p:cNvSpPr>
            <a:spLocks noGrp="1"/>
          </p:cNvSpPr>
          <p:nvPr>
            <p:ph type="sldNum" sz="quarter" idx="12"/>
          </p:nvPr>
        </p:nvSpPr>
        <p:spPr/>
        <p:txBody>
          <a:bodyPr/>
          <a:lstStyle/>
          <a:p>
            <a:fld id="{9EA0BE3B-158A-4EDF-80DC-E394A0D1600F}" type="slidenum">
              <a:rPr lang="en-US" smtClean="0"/>
              <a:pPr/>
              <a:t>63</a:t>
            </a:fld>
            <a:endParaRPr lang="en-US" dirty="0"/>
          </a:p>
        </p:txBody>
      </p:sp>
      <p:sp>
        <p:nvSpPr>
          <p:cNvPr id="81922" name="Rectangle 2"/>
          <p:cNvSpPr>
            <a:spLocks noGrp="1" noChangeArrowheads="1"/>
          </p:cNvSpPr>
          <p:nvPr>
            <p:ph type="title"/>
          </p:nvPr>
        </p:nvSpPr>
        <p:spPr/>
        <p:txBody>
          <a:bodyPr/>
          <a:lstStyle/>
          <a:p>
            <a:pPr eaLnBrk="1" hangingPunct="1"/>
            <a:r>
              <a:rPr lang="en-US" altLang="ja-JP" sz="3200" dirty="0" smtClean="0"/>
              <a:t>Kế </a:t>
            </a:r>
            <a:r>
              <a:rPr lang="en-US" altLang="ja-JP" sz="3200" dirty="0" err="1"/>
              <a:t>hoạch</a:t>
            </a:r>
            <a:r>
              <a:rPr lang="en-US" altLang="ja-JP" sz="3200" dirty="0"/>
              <a:t> giao </a:t>
            </a:r>
            <a:r>
              <a:rPr lang="en-US" altLang="ja-JP" sz="3200" dirty="0" err="1"/>
              <a:t>tiếp</a:t>
            </a:r>
            <a:r>
              <a:rPr lang="en-US" altLang="ja-JP" sz="3200" dirty="0"/>
              <a:t> </a:t>
            </a:r>
            <a:r>
              <a:rPr lang="en-US" altLang="ja-JP" sz="3200" dirty="0" smtClean="0"/>
              <a:t>- </a:t>
            </a:r>
            <a:r>
              <a:rPr lang="en-US" altLang="ja-JP" sz="3200" dirty="0" err="1" smtClean="0"/>
              <a:t>liên</a:t>
            </a:r>
            <a:r>
              <a:rPr lang="en-US" altLang="ja-JP" sz="3200" dirty="0" smtClean="0"/>
              <a:t> </a:t>
            </a:r>
            <a:r>
              <a:rPr lang="en-US" altLang="ja-JP" sz="3200" dirty="0" err="1"/>
              <a:t>lạc</a:t>
            </a:r>
            <a:endParaRPr lang="en-US" altLang="ja-JP" sz="3200" dirty="0"/>
          </a:p>
        </p:txBody>
      </p:sp>
      <p:sp>
        <p:nvSpPr>
          <p:cNvPr id="81923" name="Rectangle 3"/>
          <p:cNvSpPr>
            <a:spLocks noGrp="1" noChangeArrowheads="1"/>
          </p:cNvSpPr>
          <p:nvPr>
            <p:ph type="body" sz="quarter" idx="13"/>
          </p:nvPr>
        </p:nvSpPr>
        <p:spPr/>
        <p:txBody>
          <a:bodyPr/>
          <a:lstStyle/>
          <a:p>
            <a:pPr eaLnBrk="1" hangingPunct="1">
              <a:buClrTx/>
              <a:buFont typeface="Wingdings" pitchFamily="2" charset="2"/>
              <a:buChar char="Ø"/>
            </a:pPr>
            <a:r>
              <a:rPr lang="en-US" altLang="ja-JP"/>
              <a:t>Sự hài lòng của khách hàng        phụ thuộc vào chất l</a:t>
            </a:r>
            <a:r>
              <a:rPr lang="vi-VN" altLang="ja-JP"/>
              <a:t>ư</a:t>
            </a:r>
            <a:r>
              <a:rPr lang="en-US" altLang="ja-JP"/>
              <a:t>ợng quá trình liên lạc </a:t>
            </a:r>
          </a:p>
          <a:p>
            <a:pPr eaLnBrk="1" hangingPunct="1">
              <a:buClrTx/>
              <a:buFont typeface="Wingdings" pitchFamily="2" charset="2"/>
              <a:buChar char="Ø"/>
            </a:pPr>
            <a:endParaRPr lang="en-US" altLang="ja-JP"/>
          </a:p>
          <a:p>
            <a:pPr eaLnBrk="1" hangingPunct="1">
              <a:buClrTx/>
              <a:buFont typeface="Wingdings" pitchFamily="2" charset="2"/>
              <a:buChar char="Ø"/>
            </a:pPr>
            <a:r>
              <a:rPr lang="en-US" altLang="ja-JP"/>
              <a:t>Vì vậy, cần phần tích nhu cầu của stakeholder</a:t>
            </a:r>
          </a:p>
          <a:p>
            <a:pPr lvl="1" eaLnBrk="1" hangingPunct="1">
              <a:buClrTx/>
              <a:buFont typeface="Wingdings" pitchFamily="2" charset="2"/>
              <a:buChar char="Ø"/>
            </a:pPr>
            <a:r>
              <a:rPr lang="en-US" altLang="ja-JP"/>
              <a:t>Về kỹ năng và tri thức?</a:t>
            </a:r>
          </a:p>
          <a:p>
            <a:pPr lvl="1" eaLnBrk="1" hangingPunct="1">
              <a:buClrTx/>
              <a:buFont typeface="Wingdings" pitchFamily="2" charset="2"/>
              <a:buChar char="Ø"/>
            </a:pPr>
            <a:r>
              <a:rPr lang="en-US" altLang="ja-JP"/>
              <a:t>Ai là key person?</a:t>
            </a:r>
          </a:p>
          <a:p>
            <a:pPr lvl="1" eaLnBrk="1" hangingPunct="1">
              <a:buClrTx/>
              <a:buFont typeface="Wingdings" pitchFamily="2" charset="2"/>
              <a:buChar char="Ø"/>
            </a:pPr>
            <a:r>
              <a:rPr lang="en-US" altLang="ja-JP"/>
              <a:t>Liệu có stakeholder giấu mặt nh</a:t>
            </a:r>
            <a:r>
              <a:rPr lang="vi-VN" altLang="ja-JP"/>
              <a:t>ư</a:t>
            </a:r>
            <a:r>
              <a:rPr lang="en-US" altLang="ja-JP"/>
              <a:t>ng có vai trò quan trọng nh</a:t>
            </a:r>
            <a:r>
              <a:rPr lang="vi-VN" altLang="ja-JP"/>
              <a:t>ư</a:t>
            </a:r>
            <a:r>
              <a:rPr lang="en-US" altLang="ja-JP"/>
              <a:t> là “top management,” “other division’s staff.”</a:t>
            </a:r>
          </a:p>
        </p:txBody>
      </p:sp>
      <p:pic>
        <p:nvPicPr>
          <p:cNvPr id="81924" name="Picture 4"/>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3886200" y="9491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53882" dir="13500000" algn="ctr" rotWithShape="0">
                    <a:schemeClr val="bg2">
                      <a:alpha val="50000"/>
                    </a:schemeClr>
                  </a:outerShdw>
                </a:effectLst>
              </a14:hiddenEffects>
            </a:ext>
          </a:extLst>
        </p:spPr>
      </p:pic>
      <p:pic>
        <p:nvPicPr>
          <p:cNvPr id="81925" name="Picture 5"/>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2286000" y="1420368"/>
            <a:ext cx="6096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53882" dir="13500000" algn="ctr" rotWithShape="0">
                    <a:schemeClr val="bg2">
                      <a:alpha val="50000"/>
                    </a:schemeClr>
                  </a:outerShdw>
                </a:effectLst>
              </a14:hiddenEffects>
            </a:ext>
          </a:ex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ED518940-110A-47E8-907E-F7B64EBCAB6E}"/>
              </a:ext>
            </a:extLst>
          </p:cNvPr>
          <p:cNvSpPr>
            <a:spLocks noGrp="1"/>
          </p:cNvSpPr>
          <p:nvPr>
            <p:ph type="sldNum" sz="quarter" idx="12"/>
          </p:nvPr>
        </p:nvSpPr>
        <p:spPr/>
        <p:txBody>
          <a:bodyPr/>
          <a:lstStyle/>
          <a:p>
            <a:fld id="{9EA0BE3B-158A-4EDF-80DC-E394A0D1600F}" type="slidenum">
              <a:rPr lang="en-US" smtClean="0"/>
              <a:pPr/>
              <a:t>64</a:t>
            </a:fld>
            <a:endParaRPr lang="en-US" dirty="0"/>
          </a:p>
        </p:txBody>
      </p:sp>
      <p:sp>
        <p:nvSpPr>
          <p:cNvPr id="82946" name="Rectangle 2"/>
          <p:cNvSpPr>
            <a:spLocks noGrp="1" noChangeArrowheads="1"/>
          </p:cNvSpPr>
          <p:nvPr>
            <p:ph type="title"/>
          </p:nvPr>
        </p:nvSpPr>
        <p:spPr/>
        <p:txBody>
          <a:bodyPr/>
          <a:lstStyle/>
          <a:p>
            <a:pPr eaLnBrk="1" hangingPunct="1"/>
            <a:r>
              <a:rPr lang="en-US" altLang="ja-JP" sz="3200"/>
              <a:t>Kế hoạch giao tiếp liên lạc</a:t>
            </a:r>
          </a:p>
        </p:txBody>
      </p:sp>
      <p:sp>
        <p:nvSpPr>
          <p:cNvPr id="82947" name="Rectangle 3"/>
          <p:cNvSpPr>
            <a:spLocks noGrp="1" noChangeArrowheads="1"/>
          </p:cNvSpPr>
          <p:nvPr>
            <p:ph type="body" sz="quarter" idx="13"/>
          </p:nvPr>
        </p:nvSpPr>
        <p:spPr/>
        <p:txBody>
          <a:bodyPr/>
          <a:lstStyle/>
          <a:p>
            <a:pPr eaLnBrk="1" hangingPunct="1">
              <a:buClrTx/>
              <a:buFont typeface="Wingdings" pitchFamily="2" charset="2"/>
              <a:buChar char="Ø"/>
            </a:pPr>
            <a:r>
              <a:rPr lang="vi-VN" altLang="ja-JP" sz="2400"/>
              <a:t>Quá trình xác định nhu cầu thông tin của các bên liên quan của dự án và xác định phương pháp giao tiếp.</a:t>
            </a:r>
            <a:endParaRPr lang="en-US" altLang="ja-JP" sz="2400"/>
          </a:p>
        </p:txBody>
      </p:sp>
      <p:sp>
        <p:nvSpPr>
          <p:cNvPr id="82948" name="AutoShape 4"/>
          <p:cNvSpPr>
            <a:spLocks noChangeArrowheads="1"/>
          </p:cNvSpPr>
          <p:nvPr/>
        </p:nvSpPr>
        <p:spPr bwMode="auto">
          <a:xfrm>
            <a:off x="609600" y="2286000"/>
            <a:ext cx="2438400" cy="3581400"/>
          </a:xfrm>
          <a:prstGeom prst="roundRect">
            <a:avLst>
              <a:gd name="adj" fmla="val 16667"/>
            </a:avLst>
          </a:prstGeom>
          <a:solidFill>
            <a:schemeClr val="accent1">
              <a:alpha val="30196"/>
            </a:schemeClr>
          </a:solidFill>
          <a:ln w="9525">
            <a:solidFill>
              <a:schemeClr val="tx1"/>
            </a:solidFill>
            <a:round/>
            <a:headEnd/>
            <a:tailEnd/>
          </a:ln>
        </p:spPr>
        <p:txBody>
          <a:bodyPr wrap="none" anchorCtr="1"/>
          <a:lstStyle/>
          <a:p>
            <a:pPr algn="ctr"/>
            <a:endParaRPr lang="en-US" altLang="ja-JP" sz="800"/>
          </a:p>
          <a:p>
            <a:pPr algn="ctr"/>
            <a:r>
              <a:rPr lang="en-US" altLang="ja-JP" sz="2000"/>
              <a:t>Đầu vào</a:t>
            </a:r>
          </a:p>
        </p:txBody>
      </p:sp>
      <p:sp>
        <p:nvSpPr>
          <p:cNvPr id="82949" name="AutoShape 7"/>
          <p:cNvSpPr>
            <a:spLocks noChangeArrowheads="1"/>
          </p:cNvSpPr>
          <p:nvPr/>
        </p:nvSpPr>
        <p:spPr bwMode="auto">
          <a:xfrm>
            <a:off x="3505200" y="2286000"/>
            <a:ext cx="2362200" cy="3581400"/>
          </a:xfrm>
          <a:prstGeom prst="roundRect">
            <a:avLst>
              <a:gd name="adj" fmla="val 16667"/>
            </a:avLst>
          </a:prstGeom>
          <a:solidFill>
            <a:schemeClr val="accent1">
              <a:alpha val="30196"/>
            </a:schemeClr>
          </a:solidFill>
          <a:ln w="9525">
            <a:solidFill>
              <a:schemeClr val="tx1"/>
            </a:solidFill>
            <a:round/>
            <a:headEnd/>
            <a:tailEnd/>
          </a:ln>
        </p:spPr>
        <p:txBody>
          <a:bodyPr wrap="none" anchorCtr="1"/>
          <a:lstStyle/>
          <a:p>
            <a:pPr algn="ctr"/>
            <a:r>
              <a:rPr lang="en-US" altLang="ja-JP" sz="2000"/>
              <a:t>Công cụ &amp;</a:t>
            </a:r>
            <a:br>
              <a:rPr lang="en-US" altLang="ja-JP" sz="2000"/>
            </a:br>
            <a:r>
              <a:rPr lang="en-US" altLang="ja-JP" sz="2000"/>
              <a:t>Kỹ thuật</a:t>
            </a:r>
          </a:p>
        </p:txBody>
      </p:sp>
      <p:sp>
        <p:nvSpPr>
          <p:cNvPr id="82950" name="AutoShape 8"/>
          <p:cNvSpPr>
            <a:spLocks noChangeArrowheads="1"/>
          </p:cNvSpPr>
          <p:nvPr/>
        </p:nvSpPr>
        <p:spPr bwMode="auto">
          <a:xfrm>
            <a:off x="6324600" y="2286000"/>
            <a:ext cx="2286000" cy="3505200"/>
          </a:xfrm>
          <a:prstGeom prst="roundRect">
            <a:avLst>
              <a:gd name="adj" fmla="val 16667"/>
            </a:avLst>
          </a:prstGeom>
          <a:solidFill>
            <a:schemeClr val="accent1">
              <a:alpha val="30196"/>
            </a:schemeClr>
          </a:solidFill>
          <a:ln w="9525">
            <a:solidFill>
              <a:schemeClr val="tx1"/>
            </a:solidFill>
            <a:round/>
            <a:headEnd/>
            <a:tailEnd/>
          </a:ln>
        </p:spPr>
        <p:txBody>
          <a:bodyPr wrap="none" anchorCtr="1"/>
          <a:lstStyle/>
          <a:p>
            <a:pPr algn="ctr"/>
            <a:endParaRPr lang="en-US" altLang="ja-JP" sz="800"/>
          </a:p>
          <a:p>
            <a:pPr algn="ctr"/>
            <a:r>
              <a:rPr lang="en-US" altLang="ja-JP" sz="2000"/>
              <a:t>Đầu ra</a:t>
            </a:r>
          </a:p>
        </p:txBody>
      </p:sp>
      <p:sp>
        <p:nvSpPr>
          <p:cNvPr id="82951" name="Line 9"/>
          <p:cNvSpPr>
            <a:spLocks noChangeShapeType="1"/>
          </p:cNvSpPr>
          <p:nvPr/>
        </p:nvSpPr>
        <p:spPr bwMode="auto">
          <a:xfrm>
            <a:off x="609600" y="3048000"/>
            <a:ext cx="2438400"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952" name="Line 10"/>
          <p:cNvSpPr>
            <a:spLocks noChangeShapeType="1"/>
          </p:cNvSpPr>
          <p:nvPr/>
        </p:nvSpPr>
        <p:spPr bwMode="auto">
          <a:xfrm>
            <a:off x="3505200" y="3048000"/>
            <a:ext cx="2362200"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953" name="Line 11"/>
          <p:cNvSpPr>
            <a:spLocks noChangeShapeType="1"/>
          </p:cNvSpPr>
          <p:nvPr/>
        </p:nvSpPr>
        <p:spPr bwMode="auto">
          <a:xfrm>
            <a:off x="6324600" y="3048000"/>
            <a:ext cx="2286000"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954" name="AutoShape 12"/>
          <p:cNvSpPr>
            <a:spLocks noChangeArrowheads="1"/>
          </p:cNvSpPr>
          <p:nvPr/>
        </p:nvSpPr>
        <p:spPr bwMode="auto">
          <a:xfrm>
            <a:off x="2971800" y="3810000"/>
            <a:ext cx="609600" cy="533400"/>
          </a:xfrm>
          <a:prstGeom prst="rightArrow">
            <a:avLst>
              <a:gd name="adj1" fmla="val 50000"/>
              <a:gd name="adj2" fmla="val 28571"/>
            </a:avLst>
          </a:prstGeom>
          <a:solidFill>
            <a:schemeClr val="accent1"/>
          </a:solidFill>
          <a:ln w="9525">
            <a:solidFill>
              <a:schemeClr val="tx1"/>
            </a:solidFill>
            <a:miter lim="800000"/>
            <a:headEnd/>
            <a:tailEnd/>
          </a:ln>
          <a:effectLst>
            <a:prstShdw prst="shdw13" dist="53882" dir="13500000">
              <a:schemeClr val="bg2">
                <a:alpha val="50000"/>
              </a:schemeClr>
            </a:prstShdw>
          </a:effectLst>
        </p:spPr>
        <p:txBody>
          <a:bodyPr wrap="none" anchor="ctr"/>
          <a:lstStyle/>
          <a:p>
            <a:endParaRPr lang="ja-JP" altLang="en-US"/>
          </a:p>
        </p:txBody>
      </p:sp>
      <p:sp>
        <p:nvSpPr>
          <p:cNvPr id="82955" name="Text Box 14"/>
          <p:cNvSpPr txBox="1">
            <a:spLocks noChangeArrowheads="1"/>
          </p:cNvSpPr>
          <p:nvPr/>
        </p:nvSpPr>
        <p:spPr bwMode="auto">
          <a:xfrm>
            <a:off x="746125" y="3084513"/>
            <a:ext cx="2225675" cy="2308324"/>
          </a:xfrm>
          <a:prstGeom prst="rect">
            <a:avLst/>
          </a:prstGeom>
          <a:noFill/>
          <a:ln>
            <a:noFill/>
          </a:ln>
          <a:effectLst>
            <a:prstShdw prst="shdw13" dist="53882" dir="13500000">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buFont typeface="Times New Roman" pitchFamily="18" charset="0"/>
              <a:buAutoNum type="arabicPeriod"/>
            </a:pPr>
            <a:r>
              <a:rPr lang="en-US" altLang="ja-JP"/>
              <a:t>Danh sách Stakeholder</a:t>
            </a:r>
          </a:p>
          <a:p>
            <a:pPr eaLnBrk="1" hangingPunct="1">
              <a:buFont typeface="Times New Roman" pitchFamily="18" charset="0"/>
              <a:buAutoNum type="arabicPeriod"/>
            </a:pPr>
            <a:r>
              <a:rPr lang="en-US" altLang="ja-JP"/>
              <a:t>Chiến l</a:t>
            </a:r>
            <a:r>
              <a:rPr lang="vi-VN" altLang="ja-JP"/>
              <a:t>ư</a:t>
            </a:r>
            <a:r>
              <a:rPr lang="en-US" altLang="ja-JP"/>
              <a:t>ợc quản lý Stakeholder</a:t>
            </a:r>
          </a:p>
          <a:p>
            <a:pPr eaLnBrk="1" hangingPunct="1">
              <a:buFont typeface="Times New Roman" pitchFamily="18" charset="0"/>
              <a:buAutoNum type="arabicPeriod"/>
            </a:pPr>
            <a:r>
              <a:rPr lang="en-US" altLang="ja-JP"/>
              <a:t>Môi tr</a:t>
            </a:r>
            <a:r>
              <a:rPr lang="vi-VN" altLang="ja-JP"/>
              <a:t>ư</a:t>
            </a:r>
            <a:r>
              <a:rPr lang="en-US" altLang="ja-JP"/>
              <a:t>ờng doanh nghiệp</a:t>
            </a:r>
          </a:p>
          <a:p>
            <a:pPr eaLnBrk="1" hangingPunct="1">
              <a:buFont typeface="Times New Roman" pitchFamily="18" charset="0"/>
              <a:buAutoNum type="arabicPeriod"/>
            </a:pPr>
            <a:r>
              <a:rPr lang="en-US" altLang="ja-JP"/>
              <a:t>Tài liệu qui trình tổ chức</a:t>
            </a:r>
          </a:p>
        </p:txBody>
      </p:sp>
      <p:sp>
        <p:nvSpPr>
          <p:cNvPr id="82956" name="Text Box 15"/>
          <p:cNvSpPr txBox="1">
            <a:spLocks noChangeArrowheads="1"/>
          </p:cNvSpPr>
          <p:nvPr/>
        </p:nvSpPr>
        <p:spPr bwMode="auto">
          <a:xfrm>
            <a:off x="3581400" y="3124200"/>
            <a:ext cx="2343150" cy="1754326"/>
          </a:xfrm>
          <a:prstGeom prst="rect">
            <a:avLst/>
          </a:prstGeom>
          <a:noFill/>
          <a:ln>
            <a:noFill/>
          </a:ln>
          <a:effectLst>
            <a:prstShdw prst="shdw13" dist="53882" dir="13500000">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buFont typeface="Times New Roman" pitchFamily="18" charset="0"/>
              <a:buAutoNum type="arabicPeriod"/>
            </a:pPr>
            <a:r>
              <a:rPr lang="en-US" altLang="ja-JP"/>
              <a:t>Phân tích yêu cầu giao tiếp</a:t>
            </a:r>
          </a:p>
          <a:p>
            <a:pPr eaLnBrk="1" hangingPunct="1">
              <a:buFont typeface="Times New Roman" pitchFamily="18" charset="0"/>
              <a:buAutoNum type="arabicPeriod"/>
            </a:pPr>
            <a:r>
              <a:rPr lang="en-US" altLang="ja-JP"/>
              <a:t>Kỹ thuật giao tiếp</a:t>
            </a:r>
          </a:p>
          <a:p>
            <a:pPr eaLnBrk="1" hangingPunct="1">
              <a:buFont typeface="Times New Roman" pitchFamily="18" charset="0"/>
              <a:buAutoNum type="arabicPeriod"/>
            </a:pPr>
            <a:r>
              <a:rPr lang="en-US" altLang="ja-JP"/>
              <a:t>Mô hình giao tiếp</a:t>
            </a:r>
          </a:p>
          <a:p>
            <a:pPr eaLnBrk="1" hangingPunct="1">
              <a:buFont typeface="Times New Roman" pitchFamily="18" charset="0"/>
              <a:buAutoNum type="arabicPeriod"/>
            </a:pPr>
            <a:r>
              <a:rPr lang="en-US" altLang="ja-JP"/>
              <a:t>Ph</a:t>
            </a:r>
            <a:r>
              <a:rPr lang="vi-VN" altLang="ja-JP"/>
              <a:t>ư</a:t>
            </a:r>
            <a:r>
              <a:rPr lang="en-US" altLang="ja-JP"/>
              <a:t>ơng pháp giao tiếp</a:t>
            </a:r>
          </a:p>
        </p:txBody>
      </p:sp>
      <p:sp>
        <p:nvSpPr>
          <p:cNvPr id="82957" name="AutoShape 13"/>
          <p:cNvSpPr>
            <a:spLocks noChangeArrowheads="1"/>
          </p:cNvSpPr>
          <p:nvPr/>
        </p:nvSpPr>
        <p:spPr bwMode="auto">
          <a:xfrm>
            <a:off x="5867400" y="3825994"/>
            <a:ext cx="609600" cy="533400"/>
          </a:xfrm>
          <a:prstGeom prst="rightArrow">
            <a:avLst>
              <a:gd name="adj1" fmla="val 50000"/>
              <a:gd name="adj2" fmla="val 28571"/>
            </a:avLst>
          </a:prstGeom>
          <a:solidFill>
            <a:schemeClr val="accent1"/>
          </a:solidFill>
          <a:ln w="9525">
            <a:solidFill>
              <a:schemeClr val="tx1"/>
            </a:solidFill>
            <a:miter lim="800000"/>
            <a:headEnd/>
            <a:tailEnd/>
          </a:ln>
          <a:effectLst>
            <a:prstShdw prst="shdw13" dist="53882" dir="13500000">
              <a:schemeClr val="bg2">
                <a:alpha val="50000"/>
              </a:schemeClr>
            </a:prstShdw>
          </a:effectLst>
        </p:spPr>
        <p:txBody>
          <a:bodyPr wrap="none" anchor="ctr"/>
          <a:lstStyle/>
          <a:p>
            <a:endParaRPr lang="ja-JP" altLang="en-US"/>
          </a:p>
        </p:txBody>
      </p:sp>
      <p:sp>
        <p:nvSpPr>
          <p:cNvPr id="82958" name="Text Box 16"/>
          <p:cNvSpPr txBox="1">
            <a:spLocks noChangeArrowheads="1"/>
          </p:cNvSpPr>
          <p:nvPr/>
        </p:nvSpPr>
        <p:spPr bwMode="auto">
          <a:xfrm>
            <a:off x="6477000" y="3124200"/>
            <a:ext cx="2152650" cy="1200329"/>
          </a:xfrm>
          <a:prstGeom prst="rect">
            <a:avLst/>
          </a:prstGeom>
          <a:noFill/>
          <a:ln>
            <a:noFill/>
          </a:ln>
          <a:effectLst>
            <a:prstShdw prst="shdw13" dist="53882" dir="13500000">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buFont typeface="Times New Roman" pitchFamily="18" charset="0"/>
              <a:buAutoNum type="arabicPeriod"/>
            </a:pPr>
            <a:r>
              <a:rPr lang="en-US" altLang="ja-JP"/>
              <a:t>Kế hoạch quản lý giao tiếp</a:t>
            </a:r>
          </a:p>
          <a:p>
            <a:pPr eaLnBrk="1" hangingPunct="1">
              <a:buFont typeface="Times New Roman" pitchFamily="18" charset="0"/>
              <a:buAutoNum type="arabicPeriod"/>
            </a:pPr>
            <a:r>
              <a:rPr lang="en-US" altLang="ja-JP"/>
              <a:t>Cập nhật tài liệu dự án</a:t>
            </a:r>
          </a:p>
        </p:txBody>
      </p:sp>
      <p:pic>
        <p:nvPicPr>
          <p:cNvPr id="82959" name="Picture 16"/>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5822950" y="3652778"/>
            <a:ext cx="406400" cy="40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53882" dir="13500000" algn="ctr" rotWithShape="0">
                    <a:schemeClr val="bg2">
                      <a:alpha val="50000"/>
                    </a:schemeClr>
                  </a:outerShdw>
                </a:effectLst>
              </a14:hiddenEffects>
            </a:ext>
          </a:extLst>
        </p:spPr>
      </p:pic>
      <p:pic>
        <p:nvPicPr>
          <p:cNvPr id="82960" name="Picture 17"/>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5480050" y="3390225"/>
            <a:ext cx="330200" cy="33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53882" dir="13500000" algn="ctr" rotWithShape="0">
                    <a:schemeClr val="bg2">
                      <a:alpha val="50000"/>
                    </a:schemeClr>
                  </a:outerShdw>
                </a:effectLst>
              </a14:hiddenEffects>
            </a:ext>
          </a:extLst>
        </p:spPr>
      </p:pic>
      <p:pic>
        <p:nvPicPr>
          <p:cNvPr id="82961" name="Picture 18"/>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5251450" y="4535488"/>
            <a:ext cx="3429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53882" dir="13500000" algn="ctr" rotWithShape="0">
                    <a:schemeClr val="bg2">
                      <a:alpha val="50000"/>
                    </a:schemeClr>
                  </a:outerShdw>
                </a:effectLst>
              </a14:hiddenEffects>
            </a:ext>
          </a:extLst>
        </p:spPr>
      </p:pic>
      <p:pic>
        <p:nvPicPr>
          <p:cNvPr id="82962" name="Picture 19"/>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5651500" y="4253031"/>
            <a:ext cx="292100" cy="306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53882" dir="13500000" algn="ctr" rotWithShape="0">
                    <a:schemeClr val="bg2">
                      <a:alpha val="50000"/>
                    </a:schemeClr>
                  </a:outerShdw>
                </a:effectLst>
              </a14:hiddenEffects>
            </a:ext>
          </a:ex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xmlns="" id="{DC15167C-E1EB-41C6-837F-C597B02DC84E}"/>
              </a:ext>
            </a:extLst>
          </p:cNvPr>
          <p:cNvSpPr>
            <a:spLocks noGrp="1"/>
          </p:cNvSpPr>
          <p:nvPr>
            <p:ph type="sldNum" sz="quarter" idx="12"/>
          </p:nvPr>
        </p:nvSpPr>
        <p:spPr/>
        <p:txBody>
          <a:bodyPr/>
          <a:lstStyle/>
          <a:p>
            <a:fld id="{9EA0BE3B-158A-4EDF-80DC-E394A0D1600F}" type="slidenum">
              <a:rPr lang="en-US" smtClean="0"/>
              <a:pPr/>
              <a:t>65</a:t>
            </a:fld>
            <a:endParaRPr lang="en-US" dirty="0"/>
          </a:p>
        </p:txBody>
      </p:sp>
      <p:sp>
        <p:nvSpPr>
          <p:cNvPr id="83970" name="Rectangle 2"/>
          <p:cNvSpPr>
            <a:spLocks noGrp="1" noChangeArrowheads="1"/>
          </p:cNvSpPr>
          <p:nvPr>
            <p:ph type="title"/>
          </p:nvPr>
        </p:nvSpPr>
        <p:spPr/>
        <p:txBody>
          <a:bodyPr/>
          <a:lstStyle/>
          <a:p>
            <a:r>
              <a:rPr lang="en-US" altLang="ja-JP" sz="3200"/>
              <a:t>Ví dụ về kế hoạch quản lý giao tiếp</a:t>
            </a:r>
          </a:p>
        </p:txBody>
      </p:sp>
      <p:graphicFrame>
        <p:nvGraphicFramePr>
          <p:cNvPr id="334938" name="Group 90"/>
          <p:cNvGraphicFramePr>
            <a:graphicFrameLocks noGrp="1"/>
          </p:cNvGraphicFramePr>
          <p:nvPr>
            <p:ph type="tbl" idx="4294967295"/>
            <p:extLst>
              <p:ext uri="{D42A27DB-BD31-4B8C-83A1-F6EECF244321}">
                <p14:modId xmlns:p14="http://schemas.microsoft.com/office/powerpoint/2010/main" val="103554230"/>
              </p:ext>
            </p:extLst>
          </p:nvPr>
        </p:nvGraphicFramePr>
        <p:xfrm>
          <a:off x="0" y="1143000"/>
          <a:ext cx="8001000" cy="4343401"/>
        </p:xfrm>
        <a:graphic>
          <a:graphicData uri="http://schemas.openxmlformats.org/drawingml/2006/table">
            <a:tbl>
              <a:tblPr/>
              <a:tblGrid>
                <a:gridCol w="533400">
                  <a:extLst>
                    <a:ext uri="{9D8B030D-6E8A-4147-A177-3AD203B41FA5}">
                      <a16:colId xmlns:a16="http://schemas.microsoft.com/office/drawing/2014/main" xmlns="" val="20000"/>
                    </a:ext>
                  </a:extLst>
                </a:gridCol>
                <a:gridCol w="1819275">
                  <a:extLst>
                    <a:ext uri="{9D8B030D-6E8A-4147-A177-3AD203B41FA5}">
                      <a16:colId xmlns:a16="http://schemas.microsoft.com/office/drawing/2014/main" xmlns="" val="20001"/>
                    </a:ext>
                  </a:extLst>
                </a:gridCol>
                <a:gridCol w="1647825">
                  <a:extLst>
                    <a:ext uri="{9D8B030D-6E8A-4147-A177-3AD203B41FA5}">
                      <a16:colId xmlns:a16="http://schemas.microsoft.com/office/drawing/2014/main" xmlns="" val="20002"/>
                    </a:ext>
                  </a:extLst>
                </a:gridCol>
                <a:gridCol w="1490663">
                  <a:extLst>
                    <a:ext uri="{9D8B030D-6E8A-4147-A177-3AD203B41FA5}">
                      <a16:colId xmlns:a16="http://schemas.microsoft.com/office/drawing/2014/main" xmlns="" val="20003"/>
                    </a:ext>
                  </a:extLst>
                </a:gridCol>
                <a:gridCol w="941387">
                  <a:extLst>
                    <a:ext uri="{9D8B030D-6E8A-4147-A177-3AD203B41FA5}">
                      <a16:colId xmlns:a16="http://schemas.microsoft.com/office/drawing/2014/main" xmlns="" val="20004"/>
                    </a:ext>
                  </a:extLst>
                </a:gridCol>
                <a:gridCol w="1568450">
                  <a:extLst>
                    <a:ext uri="{9D8B030D-6E8A-4147-A177-3AD203B41FA5}">
                      <a16:colId xmlns:a16="http://schemas.microsoft.com/office/drawing/2014/main" xmlns="" val="20005"/>
                    </a:ext>
                  </a:extLst>
                </a:gridCol>
              </a:tblGrid>
              <a:tr h="581025">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90000"/>
                        <a:buFont typeface="Wingdings" pitchFamily="2" charset="2"/>
                        <a:buNone/>
                        <a:tabLst/>
                      </a:pPr>
                      <a:r>
                        <a:rPr kumimoji="1" lang="en-US" altLang="ja-JP" sz="1800" b="1" i="0" u="none" strike="noStrike" cap="none" normalizeH="0" baseline="0">
                          <a:ln>
                            <a:noFill/>
                          </a:ln>
                          <a:solidFill>
                            <a:schemeClr val="tx1"/>
                          </a:solidFill>
                          <a:effectLst/>
                          <a:latin typeface="Arial" charset="0"/>
                          <a:ea typeface="ＭＳ Ｐゴシック" pitchFamily="50" charset="-128"/>
                        </a:rPr>
                        <a:t>No</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90000"/>
                        <a:buFont typeface="Wingdings" pitchFamily="2" charset="2"/>
                        <a:buNone/>
                        <a:tabLst/>
                      </a:pPr>
                      <a:r>
                        <a:rPr kumimoji="1" lang="en-US" altLang="ja-JP" sz="1800" b="1" i="0" u="none" strike="noStrike" cap="none" normalizeH="0" baseline="0">
                          <a:ln>
                            <a:noFill/>
                          </a:ln>
                          <a:solidFill>
                            <a:schemeClr val="tx1"/>
                          </a:solidFill>
                          <a:effectLst/>
                          <a:latin typeface="Arial" charset="0"/>
                          <a:ea typeface="ＭＳ Ｐゴシック" pitchFamily="50" charset="-128"/>
                        </a:rPr>
                        <a:t>Kiểu Meeting</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90000"/>
                        <a:buFont typeface="Wingdings" pitchFamily="2" charset="2"/>
                        <a:buNone/>
                        <a:tabLst/>
                      </a:pPr>
                      <a:r>
                        <a:rPr kumimoji="1" lang="en-US" altLang="ja-JP" sz="1800" b="1" i="0" u="none" strike="noStrike" cap="none" normalizeH="0" baseline="0">
                          <a:ln>
                            <a:noFill/>
                          </a:ln>
                          <a:solidFill>
                            <a:schemeClr val="tx1"/>
                          </a:solidFill>
                          <a:effectLst/>
                          <a:latin typeface="Arial" charset="0"/>
                          <a:ea typeface="ＭＳ Ｐゴシック" pitchFamily="50" charset="-128"/>
                        </a:rPr>
                        <a:t>Mục đích</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90000"/>
                        <a:buFont typeface="Wingdings" pitchFamily="2" charset="2"/>
                        <a:buNone/>
                        <a:tabLst/>
                      </a:pPr>
                      <a:r>
                        <a:rPr kumimoji="1" lang="en-US" altLang="ja-JP" sz="1800" b="1" i="0" u="none" strike="noStrike" cap="none" normalizeH="0" baseline="0">
                          <a:ln>
                            <a:noFill/>
                          </a:ln>
                          <a:solidFill>
                            <a:schemeClr val="tx1"/>
                          </a:solidFill>
                          <a:effectLst/>
                          <a:latin typeface="Arial" charset="0"/>
                          <a:ea typeface="ＭＳ Ｐゴシック" pitchFamily="50" charset="-128"/>
                        </a:rPr>
                        <a:t>Tần suất</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90000"/>
                        <a:buFont typeface="Wingdings" pitchFamily="2" charset="2"/>
                        <a:buNone/>
                        <a:tabLst/>
                      </a:pPr>
                      <a:r>
                        <a:rPr kumimoji="1" lang="en-US" altLang="ja-JP" sz="1800" b="1" i="0" u="none" strike="noStrike" cap="none" normalizeH="0" baseline="0">
                          <a:ln>
                            <a:noFill/>
                          </a:ln>
                          <a:solidFill>
                            <a:schemeClr val="tx1"/>
                          </a:solidFill>
                          <a:effectLst/>
                          <a:latin typeface="Arial" charset="0"/>
                          <a:ea typeface="ＭＳ Ｐゴシック" pitchFamily="50" charset="-128"/>
                        </a:rPr>
                        <a:t>Host</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90000"/>
                        <a:buFont typeface="Wingdings" pitchFamily="2" charset="2"/>
                        <a:buNone/>
                        <a:tabLst/>
                      </a:pPr>
                      <a:r>
                        <a:rPr kumimoji="1" lang="en-US" altLang="ja-JP" sz="1800" b="1" i="0" u="none" strike="noStrike" cap="none" normalizeH="0" baseline="0">
                          <a:ln>
                            <a:noFill/>
                          </a:ln>
                          <a:solidFill>
                            <a:schemeClr val="tx1"/>
                          </a:solidFill>
                          <a:effectLst/>
                          <a:latin typeface="Arial" charset="0"/>
                          <a:ea typeface="ＭＳ Ｐゴシック" pitchFamily="50" charset="-128"/>
                        </a:rPr>
                        <a:t>Thành viên</a:t>
                      </a: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1233488">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90000"/>
                        <a:buFont typeface="Wingdings" pitchFamily="2" charset="2"/>
                        <a:buNone/>
                        <a:tabLst/>
                      </a:pPr>
                      <a:r>
                        <a:rPr kumimoji="1" lang="en-US" altLang="ja-JP" sz="2000" b="0" i="0" u="none" strike="noStrike" cap="none" normalizeH="0" baseline="0">
                          <a:ln>
                            <a:noFill/>
                          </a:ln>
                          <a:solidFill>
                            <a:schemeClr val="tx1"/>
                          </a:solidFill>
                          <a:effectLst/>
                          <a:latin typeface="Arial" charset="0"/>
                          <a:ea typeface="ＭＳ Ｐゴシック" pitchFamily="50" charset="-128"/>
                        </a:rPr>
                        <a:t>1</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90000"/>
                        <a:buFont typeface="Wingdings" pitchFamily="2" charset="2"/>
                        <a:buNone/>
                        <a:tabLst/>
                      </a:pPr>
                      <a:r>
                        <a:rPr kumimoji="1" lang="en-US" altLang="ja-JP" sz="1800" b="0" i="0" u="none" strike="noStrike" cap="none" normalizeH="0" baseline="0">
                          <a:ln>
                            <a:noFill/>
                          </a:ln>
                          <a:solidFill>
                            <a:schemeClr val="tx1"/>
                          </a:solidFill>
                          <a:effectLst/>
                          <a:latin typeface="Arial" charset="0"/>
                          <a:ea typeface="ＭＳ Ｐゴシック" pitchFamily="50" charset="-128"/>
                        </a:rPr>
                        <a:t>Phase Meeting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90000"/>
                        <a:buFont typeface="Wingdings" pitchFamily="2" charset="2"/>
                        <a:buNone/>
                        <a:tabLst/>
                      </a:pPr>
                      <a:r>
                        <a:rPr kumimoji="1" lang="en-US" altLang="ja-JP" sz="1800" b="0" i="0" u="none" strike="noStrike" cap="none" normalizeH="0" baseline="0">
                          <a:ln>
                            <a:noFill/>
                          </a:ln>
                          <a:solidFill>
                            <a:schemeClr val="tx1"/>
                          </a:solidFill>
                          <a:effectLst/>
                          <a:latin typeface="Arial" charset="0"/>
                          <a:ea typeface="ＭＳ Ｐゴシック" pitchFamily="50" charset="-128"/>
                        </a:rPr>
                        <a:t>Ra quyết định</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90000"/>
                        <a:buFont typeface="Wingdings" pitchFamily="2" charset="2"/>
                        <a:buNone/>
                        <a:tabLst/>
                      </a:pPr>
                      <a:r>
                        <a:rPr kumimoji="1" lang="en-US" altLang="ja-JP" sz="1800" b="0" i="0" u="none" strike="noStrike" cap="none" normalizeH="0" baseline="0">
                          <a:ln>
                            <a:noFill/>
                          </a:ln>
                          <a:solidFill>
                            <a:schemeClr val="tx1"/>
                          </a:solidFill>
                          <a:effectLst/>
                          <a:latin typeface="Arial" charset="0"/>
                          <a:ea typeface="ＭＳ Ｐゴシック" pitchFamily="50" charset="-128"/>
                        </a:rPr>
                        <a:t>Bất kì</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90000"/>
                        <a:buFont typeface="Wingdings" pitchFamily="2" charset="2"/>
                        <a:buNone/>
                        <a:tabLst/>
                      </a:pPr>
                      <a:r>
                        <a:rPr kumimoji="1" lang="en-US" altLang="ja-JP" sz="1800" b="0" i="0" u="none" strike="noStrike" cap="none" normalizeH="0" baseline="0">
                          <a:ln>
                            <a:noFill/>
                          </a:ln>
                          <a:solidFill>
                            <a:schemeClr val="tx1"/>
                          </a:solidFill>
                          <a:effectLst/>
                          <a:latin typeface="Arial" charset="0"/>
                          <a:ea typeface="ＭＳ Ｐゴシック" pitchFamily="50" charset="-128"/>
                        </a:rPr>
                        <a:t>Client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90000"/>
                        <a:buFont typeface="Wingdings" pitchFamily="2" charset="2"/>
                        <a:buNone/>
                        <a:tabLst/>
                      </a:pPr>
                      <a:r>
                        <a:rPr kumimoji="1" lang="en-US" altLang="ja-JP" sz="1800" b="0" i="0" u="none" strike="noStrike" cap="none" normalizeH="0" baseline="0">
                          <a:ln>
                            <a:noFill/>
                          </a:ln>
                          <a:solidFill>
                            <a:schemeClr val="tx1"/>
                          </a:solidFill>
                          <a:effectLst/>
                          <a:latin typeface="Arial" charset="0"/>
                          <a:ea typeface="ＭＳ Ｐゴシック" pitchFamily="50" charset="-128"/>
                        </a:rPr>
                        <a:t>Client,</a:t>
                      </a:r>
                      <a:br>
                        <a:rPr kumimoji="1" lang="en-US" altLang="ja-JP" sz="1800" b="0" i="0" u="none" strike="noStrike" cap="none" normalizeH="0" baseline="0">
                          <a:ln>
                            <a:noFill/>
                          </a:ln>
                          <a:solidFill>
                            <a:schemeClr val="tx1"/>
                          </a:solidFill>
                          <a:effectLst/>
                          <a:latin typeface="Arial" charset="0"/>
                          <a:ea typeface="ＭＳ Ｐゴシック" pitchFamily="50" charset="-128"/>
                        </a:rPr>
                      </a:br>
                      <a:r>
                        <a:rPr kumimoji="1" lang="en-US" altLang="ja-JP" sz="1800" b="0" i="0" u="none" strike="noStrike" cap="none" normalizeH="0" baseline="0">
                          <a:ln>
                            <a:noFill/>
                          </a:ln>
                          <a:solidFill>
                            <a:schemeClr val="tx1"/>
                          </a:solidFill>
                          <a:effectLst/>
                          <a:latin typeface="Arial" charset="0"/>
                          <a:ea typeface="ＭＳ Ｐゴシック" pitchFamily="50" charset="-128"/>
                        </a:rPr>
                        <a:t>PM,</a:t>
                      </a:r>
                      <a:br>
                        <a:rPr kumimoji="1" lang="en-US" altLang="ja-JP" sz="1800" b="0" i="0" u="none" strike="noStrike" cap="none" normalizeH="0" baseline="0">
                          <a:ln>
                            <a:noFill/>
                          </a:ln>
                          <a:solidFill>
                            <a:schemeClr val="tx1"/>
                          </a:solidFill>
                          <a:effectLst/>
                          <a:latin typeface="Arial" charset="0"/>
                          <a:ea typeface="ＭＳ Ｐゴシック" pitchFamily="50" charset="-128"/>
                        </a:rPr>
                      </a:br>
                      <a:r>
                        <a:rPr kumimoji="1" lang="en-US" altLang="ja-JP" sz="1800" b="0" i="0" u="none" strike="noStrike" cap="none" normalizeH="0" baseline="0">
                          <a:ln>
                            <a:noFill/>
                          </a:ln>
                          <a:solidFill>
                            <a:schemeClr val="tx1"/>
                          </a:solidFill>
                          <a:effectLst/>
                          <a:latin typeface="Arial" charset="0"/>
                          <a:ea typeface="ＭＳ Ｐゴシック" pitchFamily="50" charset="-128"/>
                        </a:rPr>
                        <a:t>Sales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1233488">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90000"/>
                        <a:buFont typeface="Wingdings" pitchFamily="2" charset="2"/>
                        <a:buNone/>
                        <a:tabLst/>
                      </a:pPr>
                      <a:r>
                        <a:rPr kumimoji="1" lang="en-US" altLang="ja-JP" sz="2000" b="0" i="0" u="none" strike="noStrike" cap="none" normalizeH="0" baseline="0">
                          <a:ln>
                            <a:noFill/>
                          </a:ln>
                          <a:solidFill>
                            <a:schemeClr val="tx1"/>
                          </a:solidFill>
                          <a:effectLst/>
                          <a:latin typeface="Arial" charset="0"/>
                          <a:ea typeface="ＭＳ Ｐゴシック" pitchFamily="50" charset="-128"/>
                        </a:rPr>
                        <a:t>2</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90000"/>
                        <a:buFont typeface="Wingdings" pitchFamily="2" charset="2"/>
                        <a:buNone/>
                        <a:tabLst/>
                      </a:pPr>
                      <a:r>
                        <a:rPr kumimoji="1" lang="en-US" altLang="ja-JP" sz="1800" b="0" i="0" u="none" strike="noStrike" cap="none" normalizeH="0" baseline="0">
                          <a:ln>
                            <a:noFill/>
                          </a:ln>
                          <a:solidFill>
                            <a:schemeClr val="tx1"/>
                          </a:solidFill>
                          <a:effectLst/>
                          <a:latin typeface="Arial" charset="0"/>
                          <a:ea typeface="ＭＳ Ｐゴシック" pitchFamily="50" charset="-128"/>
                        </a:rPr>
                        <a:t>Team Meeting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90000"/>
                        <a:buFont typeface="Wingdings" pitchFamily="2" charset="2"/>
                        <a:buNone/>
                        <a:tabLst/>
                      </a:pPr>
                      <a:r>
                        <a:rPr kumimoji="1" lang="en-US" altLang="ja-JP" sz="1800" b="0" i="0" u="none" strike="noStrike" cap="none" normalizeH="0" baseline="0">
                          <a:ln>
                            <a:noFill/>
                          </a:ln>
                          <a:solidFill>
                            <a:schemeClr val="tx1"/>
                          </a:solidFill>
                          <a:effectLst/>
                          <a:latin typeface="Arial" charset="0"/>
                          <a:ea typeface="ＭＳ Ｐゴシック" pitchFamily="50" charset="-128"/>
                        </a:rPr>
                        <a:t>Đánh giá tiến độ</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90000"/>
                        <a:buFont typeface="Wingdings" pitchFamily="2" charset="2"/>
                        <a:buNone/>
                        <a:tabLst/>
                      </a:pPr>
                      <a:r>
                        <a:rPr kumimoji="1" lang="en-US" altLang="ja-JP" sz="1800" b="0" i="0" u="none" strike="noStrike" cap="none" normalizeH="0" baseline="0">
                          <a:ln>
                            <a:noFill/>
                          </a:ln>
                          <a:solidFill>
                            <a:schemeClr val="tx1"/>
                          </a:solidFill>
                          <a:effectLst/>
                          <a:latin typeface="Arial" charset="0"/>
                          <a:ea typeface="ＭＳ Ｐゴシック" pitchFamily="50" charset="-128"/>
                        </a:rPr>
                        <a:t>1 lần/tuần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90000"/>
                        <a:buFont typeface="Wingdings" pitchFamily="2" charset="2"/>
                        <a:buNone/>
                        <a:tabLst/>
                      </a:pPr>
                      <a:r>
                        <a:rPr kumimoji="1" lang="en-US" altLang="ja-JP" sz="1800" b="0" i="0" u="none" strike="noStrike" cap="none" normalizeH="0" baseline="0">
                          <a:ln>
                            <a:noFill/>
                          </a:ln>
                          <a:solidFill>
                            <a:schemeClr val="tx1"/>
                          </a:solidFill>
                          <a:effectLst/>
                          <a:latin typeface="Arial" charset="0"/>
                          <a:ea typeface="ＭＳ Ｐゴシック" pitchFamily="50" charset="-128"/>
                        </a:rPr>
                        <a:t>PM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90000"/>
                        <a:buFont typeface="Wingdings" pitchFamily="2" charset="2"/>
                        <a:buNone/>
                        <a:tabLst/>
                      </a:pPr>
                      <a:r>
                        <a:rPr kumimoji="1" lang="en-US" altLang="ja-JP" sz="1800" b="0" i="0" u="none" strike="noStrike" cap="none" normalizeH="0" baseline="0">
                          <a:ln>
                            <a:noFill/>
                          </a:ln>
                          <a:solidFill>
                            <a:schemeClr val="tx1"/>
                          </a:solidFill>
                          <a:effectLst/>
                          <a:latin typeface="Arial" charset="0"/>
                          <a:ea typeface="ＭＳ Ｐゴシック" pitchFamily="50" charset="-128"/>
                        </a:rPr>
                        <a:t>PM,</a:t>
                      </a:r>
                    </a:p>
                    <a:p>
                      <a:pPr marL="0" marR="0" lvl="0" indent="0" algn="l" defTabSz="914400" rtl="0" eaLnBrk="0" fontAlgn="base" latinLnBrk="0" hangingPunct="0">
                        <a:lnSpc>
                          <a:spcPct val="100000"/>
                        </a:lnSpc>
                        <a:spcBef>
                          <a:spcPct val="20000"/>
                        </a:spcBef>
                        <a:spcAft>
                          <a:spcPct val="0"/>
                        </a:spcAft>
                        <a:buClr>
                          <a:schemeClr val="folHlink"/>
                        </a:buClr>
                        <a:buSzPct val="90000"/>
                        <a:buFont typeface="Wingdings" pitchFamily="2" charset="2"/>
                        <a:buNone/>
                        <a:tabLst/>
                      </a:pPr>
                      <a:r>
                        <a:rPr kumimoji="1" lang="en-US" altLang="ja-JP" sz="1800" b="0" i="0" u="none" strike="noStrike" cap="none" normalizeH="0" baseline="0">
                          <a:ln>
                            <a:noFill/>
                          </a:ln>
                          <a:solidFill>
                            <a:schemeClr val="tx1"/>
                          </a:solidFill>
                          <a:effectLst/>
                          <a:latin typeface="Arial" charset="0"/>
                          <a:ea typeface="ＭＳ Ｐゴシック" pitchFamily="50" charset="-128"/>
                        </a:rPr>
                        <a:t>Project members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1295400">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90000"/>
                        <a:buFont typeface="Wingdings" pitchFamily="2" charset="2"/>
                        <a:buNone/>
                        <a:tabLst/>
                      </a:pPr>
                      <a:r>
                        <a:rPr kumimoji="1" lang="en-US" altLang="ja-JP" sz="2000" b="0" i="0" u="none" strike="noStrike" cap="none" normalizeH="0" baseline="0">
                          <a:ln>
                            <a:noFill/>
                          </a:ln>
                          <a:solidFill>
                            <a:schemeClr val="tx1"/>
                          </a:solidFill>
                          <a:effectLst/>
                          <a:latin typeface="Arial" charset="0"/>
                          <a:ea typeface="ＭＳ Ｐゴシック" pitchFamily="50" charset="-128"/>
                        </a:rPr>
                        <a:t>3</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90000"/>
                        <a:buFont typeface="Wingdings" pitchFamily="2" charset="2"/>
                        <a:buNone/>
                        <a:tabLst/>
                      </a:pPr>
                      <a:r>
                        <a:rPr kumimoji="1" lang="en-US" altLang="ja-JP" sz="1800" b="0" i="0" u="none" strike="noStrike" cap="none" normalizeH="0" baseline="0">
                          <a:ln>
                            <a:noFill/>
                          </a:ln>
                          <a:solidFill>
                            <a:schemeClr val="tx1"/>
                          </a:solidFill>
                          <a:effectLst/>
                          <a:latin typeface="Arial" charset="0"/>
                          <a:ea typeface="ＭＳ Ｐゴシック" pitchFamily="50" charset="-128"/>
                        </a:rPr>
                        <a:t>Morning Meeting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90000"/>
                        <a:buFont typeface="Wingdings" pitchFamily="2" charset="2"/>
                        <a:buNone/>
                        <a:tabLst/>
                      </a:pPr>
                      <a:r>
                        <a:rPr kumimoji="1" lang="en-US" altLang="ja-JP" sz="1800" b="0" i="0" u="none" strike="noStrike" cap="none" normalizeH="0" baseline="0">
                          <a:ln>
                            <a:noFill/>
                          </a:ln>
                          <a:solidFill>
                            <a:schemeClr val="tx1"/>
                          </a:solidFill>
                          <a:effectLst/>
                          <a:latin typeface="Arial" charset="0"/>
                          <a:ea typeface="ＭＳ Ｐゴシック" pitchFamily="50" charset="-128"/>
                        </a:rPr>
                        <a:t>Hiểu biết lẫn nhau, giao tiếp tốt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90000"/>
                        <a:buFont typeface="Wingdings" pitchFamily="2" charset="2"/>
                        <a:buNone/>
                        <a:tabLst/>
                      </a:pPr>
                      <a:r>
                        <a:rPr kumimoji="1" lang="en-US" altLang="ja-JP" sz="1800" b="0" i="0" u="none" strike="noStrike" cap="none" normalizeH="0" baseline="0">
                          <a:ln>
                            <a:noFill/>
                          </a:ln>
                          <a:solidFill>
                            <a:schemeClr val="tx1"/>
                          </a:solidFill>
                          <a:effectLst/>
                          <a:latin typeface="Arial" charset="0"/>
                          <a:ea typeface="ＭＳ Ｐゴシック" pitchFamily="50" charset="-128"/>
                        </a:rPr>
                        <a:t>Hàng sáng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90000"/>
                        <a:buFont typeface="Wingdings" pitchFamily="2" charset="2"/>
                        <a:buNone/>
                        <a:tabLst/>
                      </a:pPr>
                      <a:r>
                        <a:rPr kumimoji="1" lang="en-US" altLang="ja-JP" sz="1800" b="0" i="0" u="none" strike="noStrike" cap="none" normalizeH="0" baseline="0">
                          <a:ln>
                            <a:noFill/>
                          </a:ln>
                          <a:solidFill>
                            <a:schemeClr val="tx1"/>
                          </a:solidFill>
                          <a:effectLst/>
                          <a:latin typeface="Arial" charset="0"/>
                          <a:ea typeface="ＭＳ Ｐゴシック" pitchFamily="50" charset="-128"/>
                        </a:rPr>
                        <a:t>PM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90000"/>
                        <a:buFont typeface="Wingdings" pitchFamily="2" charset="2"/>
                        <a:buNone/>
                        <a:tabLst/>
                      </a:pPr>
                      <a:r>
                        <a:rPr kumimoji="1" lang="en-US" altLang="ja-JP" sz="1800" b="0" i="0" u="none" strike="noStrike" cap="none" normalizeH="0" baseline="0">
                          <a:ln>
                            <a:noFill/>
                          </a:ln>
                          <a:solidFill>
                            <a:schemeClr val="tx1"/>
                          </a:solidFill>
                          <a:effectLst/>
                          <a:latin typeface="Arial" charset="0"/>
                          <a:ea typeface="ＭＳ Ｐゴシック" pitchFamily="50" charset="-128"/>
                        </a:rPr>
                        <a:t>PM,</a:t>
                      </a:r>
                    </a:p>
                    <a:p>
                      <a:pPr marL="0" marR="0" lvl="0" indent="0" algn="l" defTabSz="914400" rtl="0" eaLnBrk="0" fontAlgn="base" latinLnBrk="0" hangingPunct="0">
                        <a:lnSpc>
                          <a:spcPct val="100000"/>
                        </a:lnSpc>
                        <a:spcBef>
                          <a:spcPct val="20000"/>
                        </a:spcBef>
                        <a:spcAft>
                          <a:spcPct val="0"/>
                        </a:spcAft>
                        <a:buClr>
                          <a:schemeClr val="folHlink"/>
                        </a:buClr>
                        <a:buSzPct val="90000"/>
                        <a:buFont typeface="Wingdings" pitchFamily="2" charset="2"/>
                        <a:buNone/>
                        <a:tabLst/>
                      </a:pPr>
                      <a:r>
                        <a:rPr kumimoji="1" lang="en-US" altLang="ja-JP" sz="1800" b="0" i="0" u="none" strike="noStrike" cap="none" normalizeH="0" baseline="0">
                          <a:ln>
                            <a:noFill/>
                          </a:ln>
                          <a:solidFill>
                            <a:schemeClr val="tx1"/>
                          </a:solidFill>
                          <a:effectLst/>
                          <a:latin typeface="Arial" charset="0"/>
                          <a:ea typeface="ＭＳ Ｐゴシック" pitchFamily="50" charset="-128"/>
                        </a:rPr>
                        <a:t>Members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bl>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xmlns="" id="{71EB5F12-D21D-43BD-91D7-565C6B5D82DE}"/>
              </a:ext>
            </a:extLst>
          </p:cNvPr>
          <p:cNvSpPr>
            <a:spLocks noGrp="1"/>
          </p:cNvSpPr>
          <p:nvPr>
            <p:ph type="sldNum" sz="quarter" idx="12"/>
          </p:nvPr>
        </p:nvSpPr>
        <p:spPr/>
        <p:txBody>
          <a:bodyPr/>
          <a:lstStyle/>
          <a:p>
            <a:fld id="{9EA0BE3B-158A-4EDF-80DC-E394A0D1600F}" type="slidenum">
              <a:rPr lang="en-US" smtClean="0"/>
              <a:pPr/>
              <a:t>66</a:t>
            </a:fld>
            <a:endParaRPr lang="en-US" dirty="0"/>
          </a:p>
        </p:txBody>
      </p:sp>
      <p:sp>
        <p:nvSpPr>
          <p:cNvPr id="84994" name="Rectangle 2"/>
          <p:cNvSpPr>
            <a:spLocks noGrp="1" noChangeArrowheads="1"/>
          </p:cNvSpPr>
          <p:nvPr>
            <p:ph type="title"/>
          </p:nvPr>
        </p:nvSpPr>
        <p:spPr/>
        <p:txBody>
          <a:bodyPr/>
          <a:lstStyle/>
          <a:p>
            <a:r>
              <a:rPr lang="en-US" altLang="ja-JP" sz="3200"/>
              <a:t>Bài tập</a:t>
            </a:r>
          </a:p>
        </p:txBody>
      </p:sp>
      <p:sp>
        <p:nvSpPr>
          <p:cNvPr id="2" name="Text Placeholder 1">
            <a:extLst>
              <a:ext uri="{FF2B5EF4-FFF2-40B4-BE49-F238E27FC236}">
                <a16:creationId xmlns:a16="http://schemas.microsoft.com/office/drawing/2014/main" xmlns="" id="{AA338F48-0B6B-4657-99ED-A42C1D248798}"/>
              </a:ext>
            </a:extLst>
          </p:cNvPr>
          <p:cNvSpPr>
            <a:spLocks noGrp="1"/>
          </p:cNvSpPr>
          <p:nvPr>
            <p:ph type="body" sz="quarter" idx="13"/>
          </p:nvPr>
        </p:nvSpPr>
        <p:spPr>
          <a:xfrm>
            <a:off x="234950" y="963168"/>
            <a:ext cx="8147050" cy="451739"/>
          </a:xfrm>
        </p:spPr>
        <p:txBody>
          <a:bodyPr/>
          <a:lstStyle/>
          <a:p>
            <a:r>
              <a:rPr lang="en-US" altLang="ja-JP" sz="2400"/>
              <a:t>&lt; Đ</a:t>
            </a:r>
            <a:r>
              <a:rPr lang="vi-VN" altLang="ja-JP" sz="2400"/>
              <a:t>ư</a:t>
            </a:r>
            <a:r>
              <a:rPr lang="en-US" altLang="ja-JP" sz="2400"/>
              <a:t>a ra qui luật trong sử dụng e-mail &gt;</a:t>
            </a:r>
          </a:p>
        </p:txBody>
      </p:sp>
      <p:graphicFrame>
        <p:nvGraphicFramePr>
          <p:cNvPr id="337952" name="Group 32"/>
          <p:cNvGraphicFramePr>
            <a:graphicFrameLocks noGrp="1"/>
          </p:cNvGraphicFramePr>
          <p:nvPr>
            <p:ph type="tbl" idx="4294967295"/>
            <p:extLst>
              <p:ext uri="{D42A27DB-BD31-4B8C-83A1-F6EECF244321}">
                <p14:modId xmlns:p14="http://schemas.microsoft.com/office/powerpoint/2010/main" val="2822956281"/>
              </p:ext>
            </p:extLst>
          </p:nvPr>
        </p:nvGraphicFramePr>
        <p:xfrm>
          <a:off x="762000" y="1414463"/>
          <a:ext cx="7772400" cy="4876802"/>
        </p:xfrm>
        <a:graphic>
          <a:graphicData uri="http://schemas.openxmlformats.org/drawingml/2006/table">
            <a:tbl>
              <a:tblPr/>
              <a:tblGrid>
                <a:gridCol w="7772400">
                  <a:extLst>
                    <a:ext uri="{9D8B030D-6E8A-4147-A177-3AD203B41FA5}">
                      <a16:colId xmlns:a16="http://schemas.microsoft.com/office/drawing/2014/main" xmlns="" val="20000"/>
                    </a:ext>
                  </a:extLst>
                </a:gridCol>
              </a:tblGrid>
              <a:tr h="1109663">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90000"/>
                        <a:buFont typeface="Wingdings" pitchFamily="2" charset="2"/>
                        <a:buNone/>
                        <a:tabLst/>
                      </a:pPr>
                      <a:r>
                        <a:rPr kumimoji="1" lang="en-US" altLang="ja-JP" sz="1800" b="0" i="0" u="none" strike="noStrike" cap="none" normalizeH="0" baseline="0" dirty="0">
                          <a:ln>
                            <a:noFill/>
                          </a:ln>
                          <a:solidFill>
                            <a:schemeClr val="tx1"/>
                          </a:solidFill>
                          <a:effectLst/>
                          <a:latin typeface="Arial" charset="0"/>
                          <a:ea typeface="ＭＳ Ｐゴシック" pitchFamily="50" charset="-128"/>
                        </a:rPr>
                        <a:t>Trong dự </a:t>
                      </a:r>
                      <a:r>
                        <a:rPr kumimoji="1" lang="en-US" altLang="ja-JP" sz="1800" b="0" i="0" u="none" strike="noStrike" cap="none" normalizeH="0" baseline="0" dirty="0" err="1">
                          <a:ln>
                            <a:noFill/>
                          </a:ln>
                          <a:solidFill>
                            <a:schemeClr val="tx1"/>
                          </a:solidFill>
                          <a:effectLst/>
                          <a:latin typeface="Arial" charset="0"/>
                          <a:ea typeface="ＭＳ Ｐゴシック" pitchFamily="50" charset="-128"/>
                        </a:rPr>
                        <a:t>án</a:t>
                      </a:r>
                      <a:r>
                        <a:rPr kumimoji="1" lang="en-US" altLang="ja-JP" sz="1800" b="0" i="0" u="none" strike="noStrike" cap="none" normalizeH="0" baseline="0" dirty="0">
                          <a:ln>
                            <a:noFill/>
                          </a:ln>
                          <a:solidFill>
                            <a:schemeClr val="tx1"/>
                          </a:solidFill>
                          <a:effectLst/>
                          <a:latin typeface="Arial" charset="0"/>
                          <a:ea typeface="ＭＳ Ｐゴシック" pitchFamily="50" charset="-128"/>
                        </a:rPr>
                        <a:t> </a:t>
                      </a:r>
                      <a:r>
                        <a:rPr kumimoji="1" lang="en-US" altLang="ja-JP" sz="1800" b="0" i="0" u="none" strike="noStrike" cap="none" normalizeH="0" baseline="0" dirty="0" err="1">
                          <a:ln>
                            <a:noFill/>
                          </a:ln>
                          <a:solidFill>
                            <a:schemeClr val="tx1"/>
                          </a:solidFill>
                          <a:effectLst/>
                          <a:latin typeface="Arial" charset="0"/>
                          <a:ea typeface="ＭＳ Ｐゴシック" pitchFamily="50" charset="-128"/>
                        </a:rPr>
                        <a:t>này</a:t>
                      </a:r>
                      <a:r>
                        <a:rPr kumimoji="1" lang="en-US" altLang="ja-JP" sz="1800" b="0" i="0" u="none" strike="noStrike" cap="none" normalizeH="0" baseline="0" dirty="0">
                          <a:ln>
                            <a:noFill/>
                          </a:ln>
                          <a:solidFill>
                            <a:schemeClr val="tx1"/>
                          </a:solidFill>
                          <a:effectLst/>
                          <a:latin typeface="Arial" charset="0"/>
                          <a:ea typeface="ＭＳ Ｐゴシック" pitchFamily="50" charset="-128"/>
                        </a:rPr>
                        <a:t>, </a:t>
                      </a:r>
                      <a:r>
                        <a:rPr kumimoji="1" lang="en-US" altLang="ja-JP" sz="1800" b="0" i="0" u="none" strike="noStrike" cap="none" normalizeH="0" baseline="0" dirty="0" err="1">
                          <a:ln>
                            <a:noFill/>
                          </a:ln>
                          <a:solidFill>
                            <a:schemeClr val="tx1"/>
                          </a:solidFill>
                          <a:effectLst/>
                          <a:latin typeface="Arial" charset="0"/>
                          <a:ea typeface="ＭＳ Ｐゴシック" pitchFamily="50" charset="-128"/>
                        </a:rPr>
                        <a:t>chúng</a:t>
                      </a:r>
                      <a:r>
                        <a:rPr kumimoji="1" lang="en-US" altLang="ja-JP" sz="1800" b="0" i="0" u="none" strike="noStrike" cap="none" normalizeH="0" baseline="0" dirty="0">
                          <a:ln>
                            <a:noFill/>
                          </a:ln>
                          <a:solidFill>
                            <a:schemeClr val="tx1"/>
                          </a:solidFill>
                          <a:effectLst/>
                          <a:latin typeface="Arial" charset="0"/>
                          <a:ea typeface="ＭＳ Ｐゴシック" pitchFamily="50" charset="-128"/>
                        </a:rPr>
                        <a:t> ta </a:t>
                      </a:r>
                      <a:r>
                        <a:rPr kumimoji="1" lang="en-US" altLang="ja-JP" sz="1800" b="0" i="0" u="none" strike="noStrike" cap="none" normalizeH="0" baseline="0" dirty="0" err="1">
                          <a:ln>
                            <a:noFill/>
                          </a:ln>
                          <a:solidFill>
                            <a:schemeClr val="tx1"/>
                          </a:solidFill>
                          <a:effectLst/>
                          <a:latin typeface="Arial" charset="0"/>
                          <a:ea typeface="ＭＳ Ｐゴシック" pitchFamily="50" charset="-128"/>
                        </a:rPr>
                        <a:t>sử</a:t>
                      </a:r>
                      <a:r>
                        <a:rPr kumimoji="1" lang="en-US" altLang="ja-JP" sz="1800" b="0" i="0" u="none" strike="noStrike" cap="none" normalizeH="0" baseline="0" dirty="0">
                          <a:ln>
                            <a:noFill/>
                          </a:ln>
                          <a:solidFill>
                            <a:schemeClr val="tx1"/>
                          </a:solidFill>
                          <a:effectLst/>
                          <a:latin typeface="Arial" charset="0"/>
                          <a:ea typeface="ＭＳ Ｐゴシック" pitchFamily="50" charset="-128"/>
                        </a:rPr>
                        <a:t> </a:t>
                      </a:r>
                      <a:r>
                        <a:rPr kumimoji="1" lang="en-US" altLang="ja-JP" sz="1800" b="0" i="0" u="none" strike="noStrike" cap="none" normalizeH="0" baseline="0" dirty="0" err="1">
                          <a:ln>
                            <a:noFill/>
                          </a:ln>
                          <a:solidFill>
                            <a:schemeClr val="tx1"/>
                          </a:solidFill>
                          <a:effectLst/>
                          <a:latin typeface="Arial" charset="0"/>
                          <a:ea typeface="ＭＳ Ｐゴシック" pitchFamily="50" charset="-128"/>
                        </a:rPr>
                        <a:t>dụng</a:t>
                      </a:r>
                      <a:r>
                        <a:rPr kumimoji="1" lang="en-US" altLang="ja-JP" sz="1800" b="0" i="0" u="none" strike="noStrike" cap="none" normalizeH="0" baseline="0" dirty="0">
                          <a:ln>
                            <a:noFill/>
                          </a:ln>
                          <a:solidFill>
                            <a:schemeClr val="tx1"/>
                          </a:solidFill>
                          <a:effectLst/>
                          <a:latin typeface="Arial" charset="0"/>
                          <a:ea typeface="ＭＳ Ｐゴシック" pitchFamily="50" charset="-128"/>
                        </a:rPr>
                        <a:t> email </a:t>
                      </a:r>
                      <a:r>
                        <a:rPr kumimoji="1" lang="en-US" altLang="ja-JP" sz="1800" b="0" i="0" u="none" strike="noStrike" cap="none" normalizeH="0" baseline="0" dirty="0" err="1">
                          <a:ln>
                            <a:noFill/>
                          </a:ln>
                          <a:solidFill>
                            <a:schemeClr val="tx1"/>
                          </a:solidFill>
                          <a:effectLst/>
                          <a:latin typeface="Arial" charset="0"/>
                          <a:ea typeface="ＭＳ Ｐゴシック" pitchFamily="50" charset="-128"/>
                        </a:rPr>
                        <a:t>làm</a:t>
                      </a:r>
                      <a:r>
                        <a:rPr kumimoji="1" lang="en-US" altLang="ja-JP" sz="1800" b="0" i="0" u="none" strike="noStrike" cap="none" normalizeH="0" baseline="0" dirty="0">
                          <a:ln>
                            <a:noFill/>
                          </a:ln>
                          <a:solidFill>
                            <a:schemeClr val="tx1"/>
                          </a:solidFill>
                          <a:effectLst/>
                          <a:latin typeface="Arial" charset="0"/>
                          <a:ea typeface="ＭＳ Ｐゴシック" pitchFamily="50" charset="-128"/>
                        </a:rPr>
                        <a:t> </a:t>
                      </a:r>
                      <a:r>
                        <a:rPr kumimoji="1" lang="en-US" altLang="ja-JP" sz="1800" b="0" i="0" u="none" strike="noStrike" cap="none" normalizeH="0" baseline="0" dirty="0" err="1">
                          <a:ln>
                            <a:noFill/>
                          </a:ln>
                          <a:solidFill>
                            <a:schemeClr val="tx1"/>
                          </a:solidFill>
                          <a:effectLst/>
                          <a:latin typeface="Arial" charset="0"/>
                          <a:ea typeface="ＭＳ Ｐゴシック" pitchFamily="50" charset="-128"/>
                        </a:rPr>
                        <a:t>công</a:t>
                      </a:r>
                      <a:r>
                        <a:rPr kumimoji="1" lang="en-US" altLang="ja-JP" sz="1800" b="0" i="0" u="none" strike="noStrike" cap="none" normalizeH="0" baseline="0" dirty="0">
                          <a:ln>
                            <a:noFill/>
                          </a:ln>
                          <a:solidFill>
                            <a:schemeClr val="tx1"/>
                          </a:solidFill>
                          <a:effectLst/>
                          <a:latin typeface="Arial" charset="0"/>
                          <a:ea typeface="ＭＳ Ｐゴシック" pitchFamily="50" charset="-128"/>
                        </a:rPr>
                        <a:t> </a:t>
                      </a:r>
                      <a:r>
                        <a:rPr kumimoji="1" lang="en-US" altLang="ja-JP" sz="1800" b="0" i="0" u="none" strike="noStrike" cap="none" normalizeH="0" baseline="0" dirty="0" err="1">
                          <a:ln>
                            <a:noFill/>
                          </a:ln>
                          <a:solidFill>
                            <a:schemeClr val="tx1"/>
                          </a:solidFill>
                          <a:effectLst/>
                          <a:latin typeface="Arial" charset="0"/>
                          <a:ea typeface="ＭＳ Ｐゴシック" pitchFamily="50" charset="-128"/>
                        </a:rPr>
                        <a:t>cụ</a:t>
                      </a:r>
                      <a:r>
                        <a:rPr kumimoji="1" lang="en-US" altLang="ja-JP" sz="1800" b="0" i="0" u="none" strike="noStrike" cap="none" normalizeH="0" baseline="0" dirty="0">
                          <a:ln>
                            <a:noFill/>
                          </a:ln>
                          <a:solidFill>
                            <a:schemeClr val="tx1"/>
                          </a:solidFill>
                          <a:effectLst/>
                          <a:latin typeface="Arial" charset="0"/>
                          <a:ea typeface="ＭＳ Ｐゴシック" pitchFamily="50" charset="-128"/>
                        </a:rPr>
                        <a:t> </a:t>
                      </a:r>
                      <a:r>
                        <a:rPr kumimoji="1" lang="en-US" altLang="ja-JP" sz="1800" b="0" i="0" u="none" strike="noStrike" cap="none" normalizeH="0" baseline="0" dirty="0" err="1">
                          <a:ln>
                            <a:noFill/>
                          </a:ln>
                          <a:solidFill>
                            <a:schemeClr val="tx1"/>
                          </a:solidFill>
                          <a:effectLst/>
                          <a:latin typeface="Arial" charset="0"/>
                          <a:ea typeface="ＭＳ Ｐゴシック" pitchFamily="50" charset="-128"/>
                        </a:rPr>
                        <a:t>chính</a:t>
                      </a:r>
                      <a:r>
                        <a:rPr kumimoji="1" lang="en-US" altLang="ja-JP" sz="1800" b="0" i="0" u="none" strike="noStrike" cap="none" normalizeH="0" baseline="0" dirty="0">
                          <a:ln>
                            <a:noFill/>
                          </a:ln>
                          <a:solidFill>
                            <a:schemeClr val="tx1"/>
                          </a:solidFill>
                          <a:effectLst/>
                          <a:latin typeface="Arial" charset="0"/>
                          <a:ea typeface="ＭＳ Ｐゴシック" pitchFamily="50" charset="-128"/>
                        </a:rPr>
                        <a:t> để </a:t>
                      </a:r>
                      <a:r>
                        <a:rPr kumimoji="1" lang="en-US" altLang="ja-JP" sz="1800" b="0" i="0" u="none" strike="noStrike" cap="none" normalizeH="0" baseline="0" dirty="0" err="1">
                          <a:ln>
                            <a:noFill/>
                          </a:ln>
                          <a:solidFill>
                            <a:schemeClr val="tx1"/>
                          </a:solidFill>
                          <a:effectLst/>
                          <a:latin typeface="Arial" charset="0"/>
                          <a:ea typeface="ＭＳ Ｐゴシック" pitchFamily="50" charset="-128"/>
                        </a:rPr>
                        <a:t>giao</a:t>
                      </a:r>
                      <a:r>
                        <a:rPr kumimoji="1" lang="en-US" altLang="ja-JP" sz="1800" b="0" i="0" u="none" strike="noStrike" cap="none" normalizeH="0" baseline="0" dirty="0">
                          <a:ln>
                            <a:noFill/>
                          </a:ln>
                          <a:solidFill>
                            <a:schemeClr val="tx1"/>
                          </a:solidFill>
                          <a:effectLst/>
                          <a:latin typeface="Arial" charset="0"/>
                          <a:ea typeface="ＭＳ Ｐゴシック" pitchFamily="50" charset="-128"/>
                        </a:rPr>
                        <a:t> </a:t>
                      </a:r>
                      <a:r>
                        <a:rPr kumimoji="1" lang="en-US" altLang="ja-JP" sz="1800" b="0" i="0" u="none" strike="noStrike" cap="none" normalizeH="0" baseline="0" dirty="0" err="1">
                          <a:ln>
                            <a:noFill/>
                          </a:ln>
                          <a:solidFill>
                            <a:schemeClr val="tx1"/>
                          </a:solidFill>
                          <a:effectLst/>
                          <a:latin typeface="Arial" charset="0"/>
                          <a:ea typeface="ＭＳ Ｐゴシック" pitchFamily="50" charset="-128"/>
                        </a:rPr>
                        <a:t>tiếp</a:t>
                      </a:r>
                      <a:r>
                        <a:rPr kumimoji="1" lang="en-US" altLang="ja-JP" sz="1800" b="0" i="0" u="none" strike="noStrike" cap="none" normalizeH="0" baseline="0" dirty="0">
                          <a:ln>
                            <a:noFill/>
                          </a:ln>
                          <a:solidFill>
                            <a:schemeClr val="tx1"/>
                          </a:solidFill>
                          <a:effectLst/>
                          <a:latin typeface="Arial" charset="0"/>
                          <a:ea typeface="ＭＳ Ｐゴシック" pitchFamily="50" charset="-128"/>
                        </a:rPr>
                        <a:t>. </a:t>
                      </a:r>
                      <a:r>
                        <a:rPr kumimoji="1" lang="en-US" altLang="ja-JP" sz="1800" b="0" i="0" u="none" strike="noStrike" cap="none" normalizeH="0" baseline="0" dirty="0" err="1">
                          <a:ln>
                            <a:noFill/>
                          </a:ln>
                          <a:solidFill>
                            <a:schemeClr val="tx1"/>
                          </a:solidFill>
                          <a:effectLst/>
                          <a:latin typeface="Arial" charset="0"/>
                          <a:ea typeface="ＭＳ Ｐゴシック" pitchFamily="50" charset="-128"/>
                        </a:rPr>
                        <a:t>Mục</a:t>
                      </a:r>
                      <a:r>
                        <a:rPr kumimoji="1" lang="en-US" altLang="ja-JP" sz="1800" b="0" i="0" u="none" strike="noStrike" cap="none" normalizeH="0" baseline="0" dirty="0">
                          <a:ln>
                            <a:noFill/>
                          </a:ln>
                          <a:solidFill>
                            <a:schemeClr val="tx1"/>
                          </a:solidFill>
                          <a:effectLst/>
                          <a:latin typeface="Arial" charset="0"/>
                          <a:ea typeface="ＭＳ Ｐゴシック" pitchFamily="50" charset="-128"/>
                        </a:rPr>
                        <a:t> </a:t>
                      </a:r>
                      <a:r>
                        <a:rPr kumimoji="1" lang="en-US" altLang="ja-JP" sz="1800" b="0" i="0" u="none" strike="noStrike" cap="none" normalizeH="0" baseline="0" dirty="0" err="1">
                          <a:ln>
                            <a:noFill/>
                          </a:ln>
                          <a:solidFill>
                            <a:schemeClr val="tx1"/>
                          </a:solidFill>
                          <a:effectLst/>
                          <a:latin typeface="Arial" charset="0"/>
                          <a:ea typeface="ＭＳ Ｐゴシック" pitchFamily="50" charset="-128"/>
                        </a:rPr>
                        <a:t>tiêu</a:t>
                      </a:r>
                      <a:r>
                        <a:rPr kumimoji="1" lang="en-US" altLang="ja-JP" sz="1800" b="0" i="0" u="none" strike="noStrike" cap="none" normalizeH="0" baseline="0" dirty="0">
                          <a:ln>
                            <a:noFill/>
                          </a:ln>
                          <a:solidFill>
                            <a:schemeClr val="tx1"/>
                          </a:solidFill>
                          <a:effectLst/>
                          <a:latin typeface="Arial" charset="0"/>
                          <a:ea typeface="ＭＳ Ｐゴシック" pitchFamily="50" charset="-128"/>
                        </a:rPr>
                        <a:t> của </a:t>
                      </a:r>
                      <a:r>
                        <a:rPr kumimoji="1" lang="en-US" altLang="ja-JP" sz="1800" b="0" i="0" u="none" strike="noStrike" cap="none" normalizeH="0" baseline="0" dirty="0" err="1">
                          <a:ln>
                            <a:noFill/>
                          </a:ln>
                          <a:solidFill>
                            <a:schemeClr val="tx1"/>
                          </a:solidFill>
                          <a:effectLst/>
                          <a:latin typeface="Arial" charset="0"/>
                          <a:ea typeface="ＭＳ Ｐゴシック" pitchFamily="50" charset="-128"/>
                        </a:rPr>
                        <a:t>việc</a:t>
                      </a:r>
                      <a:r>
                        <a:rPr kumimoji="1" lang="en-US" altLang="ja-JP" sz="1800" b="0" i="0" u="none" strike="noStrike" cap="none" normalizeH="0" baseline="0" dirty="0">
                          <a:ln>
                            <a:noFill/>
                          </a:ln>
                          <a:solidFill>
                            <a:schemeClr val="tx1"/>
                          </a:solidFill>
                          <a:effectLst/>
                          <a:latin typeface="Arial" charset="0"/>
                          <a:ea typeface="ＭＳ Ｐゴシック" pitchFamily="50" charset="-128"/>
                        </a:rPr>
                        <a:t> </a:t>
                      </a:r>
                      <a:r>
                        <a:rPr kumimoji="1" lang="en-US" altLang="ja-JP" sz="1800" b="0" i="0" u="none" strike="noStrike" cap="none" normalizeH="0" baseline="0" dirty="0" err="1">
                          <a:ln>
                            <a:noFill/>
                          </a:ln>
                          <a:solidFill>
                            <a:schemeClr val="tx1"/>
                          </a:solidFill>
                          <a:effectLst/>
                          <a:latin typeface="Arial" charset="0"/>
                          <a:ea typeface="ＭＳ Ｐゴシック" pitchFamily="50" charset="-128"/>
                        </a:rPr>
                        <a:t>sử</a:t>
                      </a:r>
                      <a:r>
                        <a:rPr kumimoji="1" lang="en-US" altLang="ja-JP" sz="1800" b="0" i="0" u="none" strike="noStrike" cap="none" normalizeH="0" baseline="0" dirty="0">
                          <a:ln>
                            <a:noFill/>
                          </a:ln>
                          <a:solidFill>
                            <a:schemeClr val="tx1"/>
                          </a:solidFill>
                          <a:effectLst/>
                          <a:latin typeface="Arial" charset="0"/>
                          <a:ea typeface="ＭＳ Ｐゴシック" pitchFamily="50" charset="-128"/>
                        </a:rPr>
                        <a:t> </a:t>
                      </a:r>
                      <a:r>
                        <a:rPr kumimoji="1" lang="en-US" altLang="ja-JP" sz="1800" b="0" i="0" u="none" strike="noStrike" cap="none" normalizeH="0" baseline="0" dirty="0" err="1">
                          <a:ln>
                            <a:noFill/>
                          </a:ln>
                          <a:solidFill>
                            <a:schemeClr val="tx1"/>
                          </a:solidFill>
                          <a:effectLst/>
                          <a:latin typeface="Arial" charset="0"/>
                          <a:ea typeface="ＭＳ Ｐゴシック" pitchFamily="50" charset="-128"/>
                        </a:rPr>
                        <a:t>dụng</a:t>
                      </a:r>
                      <a:r>
                        <a:rPr kumimoji="1" lang="en-US" altLang="ja-JP" sz="1800" b="0" i="0" u="none" strike="noStrike" cap="none" normalizeH="0" baseline="0" dirty="0">
                          <a:ln>
                            <a:noFill/>
                          </a:ln>
                          <a:solidFill>
                            <a:schemeClr val="tx1"/>
                          </a:solidFill>
                          <a:effectLst/>
                          <a:latin typeface="Arial" charset="0"/>
                          <a:ea typeface="ＭＳ Ｐゴシック" pitchFamily="50" charset="-128"/>
                        </a:rPr>
                        <a:t> email </a:t>
                      </a:r>
                      <a:r>
                        <a:rPr kumimoji="1" lang="en-US" altLang="ja-JP" sz="1800" b="0" i="0" u="none" strike="noStrike" cap="none" normalizeH="0" baseline="0" dirty="0" err="1">
                          <a:ln>
                            <a:noFill/>
                          </a:ln>
                          <a:solidFill>
                            <a:schemeClr val="tx1"/>
                          </a:solidFill>
                          <a:effectLst/>
                          <a:latin typeface="Arial" charset="0"/>
                          <a:ea typeface="ＭＳ Ｐゴシック" pitchFamily="50" charset="-128"/>
                        </a:rPr>
                        <a:t>là</a:t>
                      </a:r>
                      <a:r>
                        <a:rPr kumimoji="1" lang="en-US" altLang="ja-JP" sz="1800" b="0" i="0" u="none" strike="noStrike" cap="none" normalizeH="0" baseline="0" dirty="0">
                          <a:ln>
                            <a:noFill/>
                          </a:ln>
                          <a:solidFill>
                            <a:schemeClr val="tx1"/>
                          </a:solidFill>
                          <a:effectLst/>
                          <a:latin typeface="Arial" charset="0"/>
                          <a:ea typeface="ＭＳ Ｐゴシック" pitchFamily="50" charset="-128"/>
                        </a:rPr>
                        <a:t>: 1) </a:t>
                      </a:r>
                      <a:r>
                        <a:rPr kumimoji="1" lang="en-US" altLang="ja-JP" sz="1800" b="0" i="0" u="none" strike="noStrike" cap="none" normalizeH="0" baseline="0" dirty="0" err="1">
                          <a:ln>
                            <a:noFill/>
                          </a:ln>
                          <a:solidFill>
                            <a:schemeClr val="tx1"/>
                          </a:solidFill>
                          <a:effectLst/>
                          <a:latin typeface="Arial" charset="0"/>
                          <a:ea typeface="ＭＳ Ｐゴシック" pitchFamily="50" charset="-128"/>
                        </a:rPr>
                        <a:t>Truyền</a:t>
                      </a:r>
                      <a:r>
                        <a:rPr kumimoji="1" lang="en-US" altLang="ja-JP" sz="1800" b="0" i="0" u="none" strike="noStrike" cap="none" normalizeH="0" baseline="0" dirty="0">
                          <a:ln>
                            <a:noFill/>
                          </a:ln>
                          <a:solidFill>
                            <a:schemeClr val="tx1"/>
                          </a:solidFill>
                          <a:effectLst/>
                          <a:latin typeface="Arial" charset="0"/>
                          <a:ea typeface="ＭＳ Ｐゴシック" pitchFamily="50" charset="-128"/>
                        </a:rPr>
                        <a:t> </a:t>
                      </a:r>
                      <a:r>
                        <a:rPr kumimoji="1" lang="en-US" altLang="ja-JP" sz="1800" b="0" i="0" u="none" strike="noStrike" cap="none" normalizeH="0" baseline="0" dirty="0" err="1">
                          <a:ln>
                            <a:noFill/>
                          </a:ln>
                          <a:solidFill>
                            <a:schemeClr val="tx1"/>
                          </a:solidFill>
                          <a:effectLst/>
                          <a:latin typeface="Arial" charset="0"/>
                          <a:ea typeface="ＭＳ Ｐゴシック" pitchFamily="50" charset="-128"/>
                        </a:rPr>
                        <a:t>tải</a:t>
                      </a:r>
                      <a:r>
                        <a:rPr kumimoji="1" lang="en-US" altLang="ja-JP" sz="1800" b="0" i="0" u="none" strike="noStrike" cap="none" normalizeH="0" baseline="0" dirty="0">
                          <a:ln>
                            <a:noFill/>
                          </a:ln>
                          <a:solidFill>
                            <a:schemeClr val="tx1"/>
                          </a:solidFill>
                          <a:effectLst/>
                          <a:latin typeface="Arial" charset="0"/>
                          <a:ea typeface="ＭＳ Ｐゴシック" pitchFamily="50" charset="-128"/>
                        </a:rPr>
                        <a:t> </a:t>
                      </a:r>
                      <a:r>
                        <a:rPr kumimoji="1" lang="en-US" altLang="ja-JP" sz="1800" b="0" i="0" u="none" strike="noStrike" cap="none" normalizeH="0" baseline="0" dirty="0" err="1">
                          <a:ln>
                            <a:noFill/>
                          </a:ln>
                          <a:solidFill>
                            <a:schemeClr val="tx1"/>
                          </a:solidFill>
                          <a:effectLst/>
                          <a:latin typeface="Arial" charset="0"/>
                          <a:ea typeface="ＭＳ Ｐゴシック" pitchFamily="50" charset="-128"/>
                        </a:rPr>
                        <a:t>thông</a:t>
                      </a:r>
                      <a:r>
                        <a:rPr kumimoji="1" lang="en-US" altLang="ja-JP" sz="1800" b="0" i="0" u="none" strike="noStrike" cap="none" normalizeH="0" baseline="0" dirty="0">
                          <a:ln>
                            <a:noFill/>
                          </a:ln>
                          <a:solidFill>
                            <a:schemeClr val="tx1"/>
                          </a:solidFill>
                          <a:effectLst/>
                          <a:latin typeface="Arial" charset="0"/>
                          <a:ea typeface="ＭＳ Ｐゴシック" pitchFamily="50" charset="-128"/>
                        </a:rPr>
                        <a:t> tin </a:t>
                      </a:r>
                      <a:r>
                        <a:rPr kumimoji="1" lang="en-US" altLang="ja-JP" sz="1800" b="0" i="0" u="none" strike="noStrike" cap="none" normalizeH="0" baseline="0" dirty="0" err="1">
                          <a:ln>
                            <a:noFill/>
                          </a:ln>
                          <a:solidFill>
                            <a:schemeClr val="tx1"/>
                          </a:solidFill>
                          <a:effectLst/>
                          <a:latin typeface="Arial" charset="0"/>
                          <a:ea typeface="ＭＳ Ｐゴシック" pitchFamily="50" charset="-128"/>
                        </a:rPr>
                        <a:t>chính</a:t>
                      </a:r>
                      <a:r>
                        <a:rPr kumimoji="1" lang="en-US" altLang="ja-JP" sz="1800" b="0" i="0" u="none" strike="noStrike" cap="none" normalizeH="0" baseline="0" dirty="0">
                          <a:ln>
                            <a:noFill/>
                          </a:ln>
                          <a:solidFill>
                            <a:schemeClr val="tx1"/>
                          </a:solidFill>
                          <a:effectLst/>
                          <a:latin typeface="Arial" charset="0"/>
                          <a:ea typeface="ＭＳ Ｐゴシック" pitchFamily="50" charset="-128"/>
                        </a:rPr>
                        <a:t> </a:t>
                      </a:r>
                      <a:r>
                        <a:rPr kumimoji="1" lang="en-US" altLang="ja-JP" sz="1800" b="0" i="0" u="none" strike="noStrike" cap="none" normalizeH="0" baseline="0" dirty="0" err="1">
                          <a:ln>
                            <a:noFill/>
                          </a:ln>
                          <a:solidFill>
                            <a:schemeClr val="tx1"/>
                          </a:solidFill>
                          <a:effectLst/>
                          <a:latin typeface="Arial" charset="0"/>
                          <a:ea typeface="ＭＳ Ｐゴシック" pitchFamily="50" charset="-128"/>
                        </a:rPr>
                        <a:t>xác</a:t>
                      </a:r>
                      <a:r>
                        <a:rPr kumimoji="1" lang="en-US" altLang="ja-JP" sz="1800" b="0" i="0" u="none" strike="noStrike" cap="none" normalizeH="0" baseline="0" dirty="0">
                          <a:ln>
                            <a:noFill/>
                          </a:ln>
                          <a:solidFill>
                            <a:schemeClr val="tx1"/>
                          </a:solidFill>
                          <a:effectLst/>
                          <a:latin typeface="Arial" charset="0"/>
                          <a:ea typeface="ＭＳ Ｐゴシック" pitchFamily="50" charset="-128"/>
                        </a:rPr>
                        <a:t>, 2) L</a:t>
                      </a:r>
                      <a:r>
                        <a:rPr kumimoji="1" lang="vi-VN" altLang="ja-JP" sz="1800" b="0" i="0" u="none" strike="noStrike" cap="none" normalizeH="0" baseline="0" dirty="0">
                          <a:ln>
                            <a:noFill/>
                          </a:ln>
                          <a:solidFill>
                            <a:schemeClr val="tx1"/>
                          </a:solidFill>
                          <a:effectLst/>
                          <a:latin typeface="Arial" charset="0"/>
                          <a:ea typeface="ＭＳ Ｐゴシック" pitchFamily="50" charset="-128"/>
                        </a:rPr>
                        <a:t>ư</a:t>
                      </a:r>
                      <a:r>
                        <a:rPr kumimoji="1" lang="en-US" altLang="ja-JP" sz="1800" b="0" i="0" u="none" strike="noStrike" cap="none" normalizeH="0" baseline="0" dirty="0">
                          <a:ln>
                            <a:noFill/>
                          </a:ln>
                          <a:solidFill>
                            <a:schemeClr val="tx1"/>
                          </a:solidFill>
                          <a:effectLst/>
                          <a:latin typeface="Arial" charset="0"/>
                          <a:ea typeface="ＭＳ Ｐゴシック" pitchFamily="50" charset="-128"/>
                        </a:rPr>
                        <a:t>u </a:t>
                      </a:r>
                      <a:r>
                        <a:rPr kumimoji="1" lang="en-US" altLang="ja-JP" sz="1800" b="0" i="0" u="none" strike="noStrike" cap="none" normalizeH="0" baseline="0" dirty="0" err="1">
                          <a:ln>
                            <a:noFill/>
                          </a:ln>
                          <a:solidFill>
                            <a:schemeClr val="tx1"/>
                          </a:solidFill>
                          <a:effectLst/>
                          <a:latin typeface="Arial" charset="0"/>
                          <a:ea typeface="ＭＳ Ｐゴシック" pitchFamily="50" charset="-128"/>
                        </a:rPr>
                        <a:t>vết</a:t>
                      </a:r>
                      <a:r>
                        <a:rPr kumimoji="1" lang="en-US" altLang="ja-JP" sz="1800" b="0" i="0" u="none" strike="noStrike" cap="none" normalizeH="0" baseline="0" dirty="0">
                          <a:ln>
                            <a:noFill/>
                          </a:ln>
                          <a:solidFill>
                            <a:schemeClr val="tx1"/>
                          </a:solidFill>
                          <a:effectLst/>
                          <a:latin typeface="Arial" charset="0"/>
                          <a:ea typeface="ＭＳ Ｐゴシック" pitchFamily="50" charset="-128"/>
                        </a:rPr>
                        <a:t> </a:t>
                      </a:r>
                      <a:r>
                        <a:rPr kumimoji="1" lang="en-US" altLang="ja-JP" sz="1800" b="0" i="0" u="none" strike="noStrike" cap="none" normalizeH="0" baseline="0" dirty="0" err="1">
                          <a:ln>
                            <a:noFill/>
                          </a:ln>
                          <a:solidFill>
                            <a:schemeClr val="tx1"/>
                          </a:solidFill>
                          <a:effectLst/>
                          <a:latin typeface="Arial" charset="0"/>
                          <a:ea typeface="ＭＳ Ｐゴシック" pitchFamily="50" charset="-128"/>
                        </a:rPr>
                        <a:t>thông</a:t>
                      </a:r>
                      <a:r>
                        <a:rPr kumimoji="1" lang="en-US" altLang="ja-JP" sz="1800" b="0" i="0" u="none" strike="noStrike" cap="none" normalizeH="0" baseline="0" dirty="0">
                          <a:ln>
                            <a:noFill/>
                          </a:ln>
                          <a:solidFill>
                            <a:schemeClr val="tx1"/>
                          </a:solidFill>
                          <a:effectLst/>
                          <a:latin typeface="Arial" charset="0"/>
                          <a:ea typeface="ＭＳ Ｐゴシック" pitchFamily="50" charset="-128"/>
                        </a:rPr>
                        <a:t> tin 3) </a:t>
                      </a:r>
                      <a:r>
                        <a:rPr kumimoji="1" lang="en-US" altLang="ja-JP" sz="1800" b="0" i="0" u="none" strike="noStrike" cap="none" normalizeH="0" baseline="0" dirty="0" err="1">
                          <a:ln>
                            <a:noFill/>
                          </a:ln>
                          <a:solidFill>
                            <a:schemeClr val="tx1"/>
                          </a:solidFill>
                          <a:effectLst/>
                          <a:latin typeface="Arial" charset="0"/>
                          <a:ea typeface="ＭＳ Ｐゴシック" pitchFamily="50" charset="-128"/>
                        </a:rPr>
                        <a:t>Tránh</a:t>
                      </a:r>
                      <a:r>
                        <a:rPr kumimoji="1" lang="en-US" altLang="ja-JP" sz="1800" b="0" i="0" u="none" strike="noStrike" cap="none" normalizeH="0" baseline="0" dirty="0">
                          <a:ln>
                            <a:noFill/>
                          </a:ln>
                          <a:solidFill>
                            <a:schemeClr val="tx1"/>
                          </a:solidFill>
                          <a:effectLst/>
                          <a:latin typeface="Arial" charset="0"/>
                          <a:ea typeface="ＭＳ Ｐゴシック" pitchFamily="50" charset="-128"/>
                        </a:rPr>
                        <a:t> </a:t>
                      </a:r>
                      <a:r>
                        <a:rPr kumimoji="1" lang="en-US" altLang="ja-JP" sz="1800" b="0" i="0" u="none" strike="noStrike" cap="none" normalizeH="0" baseline="0" dirty="0" err="1">
                          <a:ln>
                            <a:noFill/>
                          </a:ln>
                          <a:solidFill>
                            <a:schemeClr val="tx1"/>
                          </a:solidFill>
                          <a:effectLst/>
                          <a:latin typeface="Arial" charset="0"/>
                          <a:ea typeface="ＭＳ Ｐゴシック" pitchFamily="50" charset="-128"/>
                        </a:rPr>
                        <a:t>ngắt</a:t>
                      </a:r>
                      <a:r>
                        <a:rPr kumimoji="1" lang="en-US" altLang="ja-JP" sz="1800" b="0" i="0" u="none" strike="noStrike" cap="none" normalizeH="0" baseline="0" dirty="0">
                          <a:ln>
                            <a:noFill/>
                          </a:ln>
                          <a:solidFill>
                            <a:schemeClr val="tx1"/>
                          </a:solidFill>
                          <a:effectLst/>
                          <a:latin typeface="Arial" charset="0"/>
                          <a:ea typeface="ＭＳ Ｐゴシック" pitchFamily="50" charset="-128"/>
                        </a:rPr>
                        <a:t> </a:t>
                      </a:r>
                      <a:r>
                        <a:rPr kumimoji="1" lang="en-US" altLang="ja-JP" sz="1800" b="0" i="0" u="none" strike="noStrike" cap="none" normalizeH="0" baseline="0">
                          <a:ln>
                            <a:noFill/>
                          </a:ln>
                          <a:solidFill>
                            <a:schemeClr val="tx1"/>
                          </a:solidFill>
                          <a:effectLst/>
                          <a:latin typeface="Arial" charset="0"/>
                          <a:ea typeface="ＭＳ Ｐゴシック" pitchFamily="50" charset="-128"/>
                        </a:rPr>
                        <a:t>quãng</a:t>
                      </a:r>
                      <a:endParaRPr kumimoji="1" lang="en-US" altLang="ja-JP" sz="2400" b="0" i="0" u="none" strike="noStrike" cap="none" normalizeH="0" baseline="0" dirty="0">
                        <a:ln>
                          <a:noFill/>
                        </a:ln>
                        <a:solidFill>
                          <a:schemeClr val="tx1"/>
                        </a:solidFill>
                        <a:effectLst/>
                        <a:latin typeface="Arial" charset="0"/>
                        <a:ea typeface="ＭＳ Ｐゴシック" pitchFamily="50" charset="-128"/>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941388">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90000"/>
                        <a:buFont typeface="Wingdings" pitchFamily="2" charset="2"/>
                        <a:buNone/>
                        <a:tabLst/>
                      </a:pPr>
                      <a:r>
                        <a:rPr kumimoji="1" lang="en-US" altLang="ja-JP" sz="2000" b="0" i="0" u="none" strike="noStrike" cap="none" normalizeH="0" baseline="0">
                          <a:ln>
                            <a:noFill/>
                          </a:ln>
                          <a:solidFill>
                            <a:schemeClr val="tx1"/>
                          </a:solidFill>
                          <a:effectLst/>
                          <a:latin typeface="Arial" charset="0"/>
                          <a:ea typeface="ＭＳ Ｐゴシック" pitchFamily="50" charset="-128"/>
                        </a:rPr>
                        <a:t>&lt; Luật khi gửi email&gt;</a:t>
                      </a:r>
                    </a:p>
                    <a:p>
                      <a:pPr marL="0" marR="0" lvl="0" indent="0" algn="l" defTabSz="914400" rtl="0" eaLnBrk="0" fontAlgn="base" latinLnBrk="0" hangingPunct="0">
                        <a:lnSpc>
                          <a:spcPct val="100000"/>
                        </a:lnSpc>
                        <a:spcBef>
                          <a:spcPct val="20000"/>
                        </a:spcBef>
                        <a:spcAft>
                          <a:spcPct val="0"/>
                        </a:spcAft>
                        <a:buClr>
                          <a:schemeClr val="folHlink"/>
                        </a:buClr>
                        <a:buSzPct val="90000"/>
                        <a:buFont typeface="Wingdings" pitchFamily="2" charset="2"/>
                        <a:buNone/>
                        <a:tabLst/>
                      </a:pPr>
                      <a:endParaRPr kumimoji="1" lang="en-US" altLang="ja-JP" sz="2000" b="0" i="0" u="none" strike="noStrike" cap="none" normalizeH="0" baseline="0">
                        <a:ln>
                          <a:noFill/>
                        </a:ln>
                        <a:solidFill>
                          <a:schemeClr val="tx1"/>
                        </a:solidFill>
                        <a:effectLst/>
                        <a:latin typeface="Arial" charset="0"/>
                        <a:ea typeface="ＭＳ Ｐゴシック" pitchFamily="50" charset="-128"/>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941388">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90000"/>
                        <a:buFont typeface="Wingdings" pitchFamily="2" charset="2"/>
                        <a:buNone/>
                        <a:tabLst/>
                      </a:pPr>
                      <a:r>
                        <a:rPr kumimoji="1" lang="en-US" altLang="ja-JP" sz="2000" b="0" i="0" u="none" strike="noStrike" cap="none" normalizeH="0" baseline="0">
                          <a:ln>
                            <a:noFill/>
                          </a:ln>
                          <a:solidFill>
                            <a:schemeClr val="tx1"/>
                          </a:solidFill>
                          <a:effectLst/>
                          <a:latin typeface="Arial" charset="0"/>
                          <a:ea typeface="ＭＳ Ｐゴシック" pitchFamily="50" charset="-128"/>
                        </a:rPr>
                        <a:t>&lt; Luật khi nhận email&gt; </a:t>
                      </a:r>
                    </a:p>
                    <a:p>
                      <a:pPr marL="0" marR="0" lvl="0" indent="0" algn="l" defTabSz="914400" rtl="0" eaLnBrk="0" fontAlgn="base" latinLnBrk="0" hangingPunct="0">
                        <a:lnSpc>
                          <a:spcPct val="100000"/>
                        </a:lnSpc>
                        <a:spcBef>
                          <a:spcPct val="20000"/>
                        </a:spcBef>
                        <a:spcAft>
                          <a:spcPct val="0"/>
                        </a:spcAft>
                        <a:buClr>
                          <a:schemeClr val="folHlink"/>
                        </a:buClr>
                        <a:buSzPct val="90000"/>
                        <a:buFont typeface="Wingdings" pitchFamily="2" charset="2"/>
                        <a:buNone/>
                        <a:tabLst/>
                      </a:pPr>
                      <a:endParaRPr kumimoji="1" lang="en-US" altLang="ja-JP" sz="2000" b="0" i="0" u="none" strike="noStrike" cap="none" normalizeH="0" baseline="0">
                        <a:ln>
                          <a:noFill/>
                        </a:ln>
                        <a:solidFill>
                          <a:schemeClr val="tx1"/>
                        </a:solidFill>
                        <a:effectLst/>
                        <a:latin typeface="Arial" charset="0"/>
                        <a:ea typeface="ＭＳ Ｐゴシック" pitchFamily="50" charset="-128"/>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941388">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90000"/>
                        <a:buFont typeface="Wingdings" pitchFamily="2" charset="2"/>
                        <a:buNone/>
                        <a:tabLst/>
                      </a:pPr>
                      <a:r>
                        <a:rPr kumimoji="1" lang="en-US" altLang="ja-JP" sz="2000" b="0" i="0" u="none" strike="noStrike" cap="none" normalizeH="0" baseline="0">
                          <a:ln>
                            <a:noFill/>
                          </a:ln>
                          <a:solidFill>
                            <a:schemeClr val="tx1"/>
                          </a:solidFill>
                          <a:effectLst/>
                          <a:latin typeface="Arial" charset="0"/>
                          <a:ea typeface="ＭＳ Ｐゴシック" pitchFamily="50" charset="-128"/>
                        </a:rPr>
                        <a:t>&lt; Luật khi gửi email chuyển tiếp&gt;</a:t>
                      </a:r>
                    </a:p>
                    <a:p>
                      <a:pPr marL="0" marR="0" lvl="0" indent="0" algn="l" defTabSz="914400" rtl="0" eaLnBrk="0" fontAlgn="base" latinLnBrk="0" hangingPunct="0">
                        <a:lnSpc>
                          <a:spcPct val="100000"/>
                        </a:lnSpc>
                        <a:spcBef>
                          <a:spcPct val="20000"/>
                        </a:spcBef>
                        <a:spcAft>
                          <a:spcPct val="0"/>
                        </a:spcAft>
                        <a:buClr>
                          <a:schemeClr val="folHlink"/>
                        </a:buClr>
                        <a:buSzPct val="90000"/>
                        <a:buFont typeface="Wingdings" pitchFamily="2" charset="2"/>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942975">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90000"/>
                        <a:buFont typeface="Wingdings" pitchFamily="2" charset="2"/>
                        <a:buNone/>
                        <a:tabLst/>
                      </a:pPr>
                      <a:r>
                        <a:rPr kumimoji="1" lang="en-US" altLang="ja-JP" sz="2000" b="0" i="0" u="none" strike="noStrike" cap="none" normalizeH="0" baseline="0" dirty="0">
                          <a:ln>
                            <a:noFill/>
                          </a:ln>
                          <a:solidFill>
                            <a:schemeClr val="tx1"/>
                          </a:solidFill>
                          <a:effectLst/>
                          <a:latin typeface="Arial" charset="0"/>
                          <a:ea typeface="ＭＳ Ｐゴシック" pitchFamily="50" charset="-128"/>
                        </a:rPr>
                        <a:t>&lt; </a:t>
                      </a:r>
                      <a:r>
                        <a:rPr kumimoji="1" lang="en-US" altLang="ja-JP" sz="2000" b="0" i="0" u="none" strike="noStrike" cap="none" normalizeH="0" baseline="0" dirty="0" err="1">
                          <a:ln>
                            <a:noFill/>
                          </a:ln>
                          <a:solidFill>
                            <a:schemeClr val="tx1"/>
                          </a:solidFill>
                          <a:effectLst/>
                          <a:latin typeface="Arial" charset="0"/>
                          <a:ea typeface="ＭＳ Ｐゴシック" pitchFamily="50" charset="-128"/>
                        </a:rPr>
                        <a:t>Luật</a:t>
                      </a:r>
                      <a:r>
                        <a:rPr kumimoji="1" lang="en-US" altLang="ja-JP" sz="2000" b="0" i="0" u="none" strike="noStrike" cap="none" normalizeH="0" baseline="0" dirty="0">
                          <a:ln>
                            <a:noFill/>
                          </a:ln>
                          <a:solidFill>
                            <a:schemeClr val="tx1"/>
                          </a:solidFill>
                          <a:effectLst/>
                          <a:latin typeface="Arial" charset="0"/>
                          <a:ea typeface="ＭＳ Ｐゴシック" pitchFamily="50" charset="-128"/>
                        </a:rPr>
                        <a:t> </a:t>
                      </a:r>
                      <a:r>
                        <a:rPr kumimoji="1" lang="en-US" altLang="ja-JP" sz="2000" b="0" i="0" u="none" strike="noStrike" cap="none" normalizeH="0" baseline="0" dirty="0" err="1">
                          <a:ln>
                            <a:noFill/>
                          </a:ln>
                          <a:solidFill>
                            <a:schemeClr val="tx1"/>
                          </a:solidFill>
                          <a:effectLst/>
                          <a:latin typeface="Arial" charset="0"/>
                          <a:ea typeface="ＭＳ Ｐゴシック" pitchFamily="50" charset="-128"/>
                        </a:rPr>
                        <a:t>khi</a:t>
                      </a:r>
                      <a:r>
                        <a:rPr kumimoji="1" lang="en-US" altLang="ja-JP" sz="2000" b="0" i="0" u="none" strike="noStrike" cap="none" normalizeH="0" baseline="0" dirty="0">
                          <a:ln>
                            <a:noFill/>
                          </a:ln>
                          <a:solidFill>
                            <a:schemeClr val="tx1"/>
                          </a:solidFill>
                          <a:effectLst/>
                          <a:latin typeface="Arial" charset="0"/>
                          <a:ea typeface="ＭＳ Ｐゴシック" pitchFamily="50" charset="-128"/>
                        </a:rPr>
                        <a:t> </a:t>
                      </a:r>
                      <a:r>
                        <a:rPr kumimoji="1" lang="en-US" altLang="ja-JP" sz="2000" b="0" i="0" u="none" strike="noStrike" cap="none" normalizeH="0" baseline="0" dirty="0" err="1">
                          <a:ln>
                            <a:noFill/>
                          </a:ln>
                          <a:solidFill>
                            <a:schemeClr val="tx1"/>
                          </a:solidFill>
                          <a:effectLst/>
                          <a:latin typeface="Arial" charset="0"/>
                          <a:ea typeface="ＭＳ Ｐゴシック" pitchFamily="50" charset="-128"/>
                        </a:rPr>
                        <a:t>gửi</a:t>
                      </a:r>
                      <a:r>
                        <a:rPr kumimoji="1" lang="en-US" altLang="ja-JP" sz="2000" b="0" i="0" u="none" strike="noStrike" cap="none" normalizeH="0" baseline="0" dirty="0">
                          <a:ln>
                            <a:noFill/>
                          </a:ln>
                          <a:solidFill>
                            <a:schemeClr val="tx1"/>
                          </a:solidFill>
                          <a:effectLst/>
                          <a:latin typeface="Arial" charset="0"/>
                          <a:ea typeface="ＭＳ Ｐゴシック" pitchFamily="50" charset="-128"/>
                        </a:rPr>
                        <a:t> email </a:t>
                      </a:r>
                      <a:r>
                        <a:rPr kumimoji="1" lang="en-US" altLang="ja-JP" sz="2000" b="0" i="0" u="none" strike="noStrike" cap="none" normalizeH="0" baseline="0" dirty="0" err="1">
                          <a:ln>
                            <a:noFill/>
                          </a:ln>
                          <a:solidFill>
                            <a:schemeClr val="tx1"/>
                          </a:solidFill>
                          <a:effectLst/>
                          <a:latin typeface="Arial" charset="0"/>
                          <a:ea typeface="ＭＳ Ｐゴシック" pitchFamily="50" charset="-128"/>
                        </a:rPr>
                        <a:t>có</a:t>
                      </a:r>
                      <a:r>
                        <a:rPr kumimoji="1" lang="en-US" altLang="ja-JP" sz="2000" b="0" i="0" u="none" strike="noStrike" cap="none" normalizeH="0" baseline="0" dirty="0">
                          <a:ln>
                            <a:noFill/>
                          </a:ln>
                          <a:solidFill>
                            <a:schemeClr val="tx1"/>
                          </a:solidFill>
                          <a:effectLst/>
                          <a:latin typeface="Arial" charset="0"/>
                          <a:ea typeface="ＭＳ Ｐゴシック" pitchFamily="50" charset="-128"/>
                        </a:rPr>
                        <a:t> </a:t>
                      </a:r>
                      <a:r>
                        <a:rPr kumimoji="1" lang="en-US" altLang="ja-JP" sz="2000" b="0" i="0" u="none" strike="noStrike" cap="none" normalizeH="0" baseline="0" dirty="0" err="1">
                          <a:ln>
                            <a:noFill/>
                          </a:ln>
                          <a:solidFill>
                            <a:schemeClr val="tx1"/>
                          </a:solidFill>
                          <a:effectLst/>
                          <a:latin typeface="Arial" charset="0"/>
                          <a:ea typeface="ＭＳ Ｐゴシック" pitchFamily="50" charset="-128"/>
                        </a:rPr>
                        <a:t>sử</a:t>
                      </a:r>
                      <a:r>
                        <a:rPr kumimoji="1" lang="en-US" altLang="ja-JP" sz="2000" b="0" i="0" u="none" strike="noStrike" cap="none" normalizeH="0" baseline="0" dirty="0">
                          <a:ln>
                            <a:noFill/>
                          </a:ln>
                          <a:solidFill>
                            <a:schemeClr val="tx1"/>
                          </a:solidFill>
                          <a:effectLst/>
                          <a:latin typeface="Arial" charset="0"/>
                          <a:ea typeface="ＭＳ Ｐゴシック" pitchFamily="50" charset="-128"/>
                        </a:rPr>
                        <a:t> dung bcc.&gt;</a:t>
                      </a:r>
                    </a:p>
                    <a:p>
                      <a:pPr marL="0" marR="0" lvl="0" indent="0" algn="l" defTabSz="914400" rtl="0" eaLnBrk="0" fontAlgn="base" latinLnBrk="0" hangingPunct="0">
                        <a:lnSpc>
                          <a:spcPct val="100000"/>
                        </a:lnSpc>
                        <a:spcBef>
                          <a:spcPct val="20000"/>
                        </a:spcBef>
                        <a:spcAft>
                          <a:spcPct val="0"/>
                        </a:spcAft>
                        <a:buClr>
                          <a:schemeClr val="folHlink"/>
                        </a:buClr>
                        <a:buSzPct val="90000"/>
                        <a:buFont typeface="Wingdings" pitchFamily="2" charset="2"/>
                        <a:buNone/>
                        <a:tabLst/>
                      </a:pPr>
                      <a:endParaRPr kumimoji="1" lang="ja-JP" altLang="en-US" sz="2400" b="0" i="0" u="none" strike="noStrike" cap="none" normalizeH="0" baseline="0" dirty="0">
                        <a:ln>
                          <a:noFill/>
                        </a:ln>
                        <a:solidFill>
                          <a:schemeClr val="tx1"/>
                        </a:solidFill>
                        <a:effectLst/>
                        <a:latin typeface="Arial" charset="0"/>
                        <a:ea typeface="ＭＳ Ｐゴシック" pitchFamily="50" charset="-128"/>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bl>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9. </a:t>
            </a:r>
            <a:r>
              <a:rPr lang="en-US" dirty="0" err="1" smtClean="0"/>
              <a:t>Lập</a:t>
            </a:r>
            <a:r>
              <a:rPr lang="en-US" dirty="0" smtClean="0"/>
              <a:t> kế </a:t>
            </a:r>
            <a:r>
              <a:rPr lang="en-US" dirty="0" err="1" smtClean="0"/>
              <a:t>hoạch</a:t>
            </a:r>
            <a:r>
              <a:rPr lang="en-US" dirty="0" smtClean="0"/>
              <a:t> QL </a:t>
            </a:r>
            <a:r>
              <a:rPr lang="en-US" dirty="0" err="1" smtClean="0"/>
              <a:t>Rủi</a:t>
            </a:r>
            <a:r>
              <a:rPr lang="en-US" dirty="0" smtClean="0"/>
              <a:t> </a:t>
            </a:r>
            <a:r>
              <a:rPr lang="en-US" dirty="0" err="1" smtClean="0"/>
              <a:t>ro</a:t>
            </a:r>
            <a:endParaRPr lang="en-US" dirty="0"/>
          </a:p>
        </p:txBody>
      </p:sp>
      <p:sp>
        <p:nvSpPr>
          <p:cNvPr id="3" name="Text Placeholder 2"/>
          <p:cNvSpPr>
            <a:spLocks noGrp="1"/>
          </p:cNvSpPr>
          <p:nvPr>
            <p:ph type="body" sz="quarter" idx="13"/>
          </p:nvPr>
        </p:nvSpPr>
        <p:spPr/>
        <p:txBody>
          <a:bodyPr/>
          <a:lstStyle/>
          <a:p>
            <a:endParaRPr lang="en-US"/>
          </a:p>
        </p:txBody>
      </p:sp>
      <p:sp>
        <p:nvSpPr>
          <p:cNvPr id="4" name="Slide Number Placeholder 3"/>
          <p:cNvSpPr>
            <a:spLocks noGrp="1"/>
          </p:cNvSpPr>
          <p:nvPr>
            <p:ph type="sldNum" sz="quarter" idx="12"/>
          </p:nvPr>
        </p:nvSpPr>
        <p:spPr/>
        <p:txBody>
          <a:bodyPr/>
          <a:lstStyle/>
          <a:p>
            <a:fld id="{9EA0BE3B-158A-4EDF-80DC-E394A0D1600F}" type="slidenum">
              <a:rPr lang="en-US" smtClean="0"/>
              <a:pPr/>
              <a:t>67</a:t>
            </a:fld>
            <a:endParaRPr lang="en-US" dirty="0"/>
          </a:p>
        </p:txBody>
      </p:sp>
    </p:spTree>
    <p:extLst>
      <p:ext uri="{BB962C8B-B14F-4D97-AF65-F5344CB8AC3E}">
        <p14:creationId xmlns:p14="http://schemas.microsoft.com/office/powerpoint/2010/main" val="117020031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44D7EBB3-7B76-40C3-869A-172671F84217}"/>
              </a:ext>
            </a:extLst>
          </p:cNvPr>
          <p:cNvSpPr>
            <a:spLocks noGrp="1"/>
          </p:cNvSpPr>
          <p:nvPr>
            <p:ph type="sldNum" sz="quarter" idx="12"/>
          </p:nvPr>
        </p:nvSpPr>
        <p:spPr/>
        <p:txBody>
          <a:bodyPr/>
          <a:lstStyle/>
          <a:p>
            <a:fld id="{9EA0BE3B-158A-4EDF-80DC-E394A0D1600F}" type="slidenum">
              <a:rPr lang="en-US" smtClean="0"/>
              <a:pPr/>
              <a:t>68</a:t>
            </a:fld>
            <a:endParaRPr lang="en-US" dirty="0"/>
          </a:p>
        </p:txBody>
      </p:sp>
      <p:sp>
        <p:nvSpPr>
          <p:cNvPr id="86018" name="Rectangle 2"/>
          <p:cNvSpPr>
            <a:spLocks noGrp="1" noChangeArrowheads="1"/>
          </p:cNvSpPr>
          <p:nvPr>
            <p:ph type="title"/>
          </p:nvPr>
        </p:nvSpPr>
        <p:spPr/>
        <p:txBody>
          <a:bodyPr/>
          <a:lstStyle/>
          <a:p>
            <a:pPr eaLnBrk="1" hangingPunct="1"/>
            <a:r>
              <a:rPr lang="en-US" altLang="ja-JP" sz="3200" dirty="0" err="1" smtClean="0"/>
              <a:t>Lập</a:t>
            </a:r>
            <a:r>
              <a:rPr lang="en-US" altLang="ja-JP" sz="3200" dirty="0" smtClean="0"/>
              <a:t> kế </a:t>
            </a:r>
            <a:r>
              <a:rPr lang="en-US" altLang="ja-JP" sz="3200" dirty="0" err="1" smtClean="0"/>
              <a:t>hoạch</a:t>
            </a:r>
            <a:r>
              <a:rPr lang="en-US" altLang="ja-JP" sz="3200" dirty="0" smtClean="0"/>
              <a:t> </a:t>
            </a:r>
            <a:r>
              <a:rPr lang="en-US" altLang="ja-JP" sz="3200" dirty="0" err="1"/>
              <a:t>Quản</a:t>
            </a:r>
            <a:r>
              <a:rPr lang="en-US" altLang="ja-JP" sz="3200" dirty="0"/>
              <a:t> </a:t>
            </a:r>
            <a:r>
              <a:rPr lang="en-US" altLang="ja-JP" sz="3200" dirty="0" err="1"/>
              <a:t>lý</a:t>
            </a:r>
            <a:r>
              <a:rPr lang="en-US" altLang="ja-JP" sz="3200" dirty="0"/>
              <a:t> </a:t>
            </a:r>
            <a:r>
              <a:rPr lang="en-US" altLang="ja-JP" sz="3200" dirty="0" err="1"/>
              <a:t>rủi</a:t>
            </a:r>
            <a:r>
              <a:rPr lang="en-US" altLang="ja-JP" sz="3200" dirty="0"/>
              <a:t> </a:t>
            </a:r>
            <a:r>
              <a:rPr lang="en-US" altLang="ja-JP" sz="3200" dirty="0" err="1"/>
              <a:t>ro</a:t>
            </a:r>
            <a:r>
              <a:rPr lang="en-US" altLang="ja-JP" sz="3200" dirty="0"/>
              <a:t/>
            </a:r>
            <a:br>
              <a:rPr lang="en-US" altLang="ja-JP" sz="3200" dirty="0"/>
            </a:br>
            <a:endParaRPr lang="en-US" altLang="ja-JP" sz="3200" dirty="0"/>
          </a:p>
        </p:txBody>
      </p:sp>
      <p:sp>
        <p:nvSpPr>
          <p:cNvPr id="86019" name="Rectangle 3"/>
          <p:cNvSpPr>
            <a:spLocks noGrp="1" noChangeArrowheads="1"/>
          </p:cNvSpPr>
          <p:nvPr>
            <p:ph type="body" sz="quarter" idx="13"/>
          </p:nvPr>
        </p:nvSpPr>
        <p:spPr/>
        <p:txBody>
          <a:bodyPr/>
          <a:lstStyle/>
          <a:p>
            <a:pPr marL="0" indent="0" eaLnBrk="1" hangingPunct="1">
              <a:buClrTx/>
              <a:buNone/>
            </a:pPr>
            <a:r>
              <a:rPr lang="en-US" altLang="ja-JP" sz="2400" b="1" dirty="0" err="1" smtClean="0"/>
              <a:t>Định</a:t>
            </a:r>
            <a:r>
              <a:rPr lang="en-US" altLang="ja-JP" sz="2400" b="1" dirty="0" smtClean="0"/>
              <a:t> </a:t>
            </a:r>
            <a:r>
              <a:rPr lang="en-US" altLang="ja-JP" sz="2400" b="1" dirty="0" err="1"/>
              <a:t>nghĩa</a:t>
            </a:r>
            <a:r>
              <a:rPr lang="en-US" altLang="ja-JP" sz="2400" b="1" dirty="0"/>
              <a:t> </a:t>
            </a:r>
            <a:r>
              <a:rPr lang="en-US" altLang="ja-JP" sz="2400" b="1" dirty="0" err="1"/>
              <a:t>rủi</a:t>
            </a:r>
            <a:r>
              <a:rPr lang="en-US" altLang="ja-JP" sz="2400" b="1" dirty="0"/>
              <a:t> </a:t>
            </a:r>
            <a:r>
              <a:rPr lang="en-US" altLang="ja-JP" sz="2400" b="1" dirty="0" err="1"/>
              <a:t>ro</a:t>
            </a:r>
            <a:endParaRPr lang="en-US" altLang="ja-JP" b="1" dirty="0"/>
          </a:p>
          <a:p>
            <a:pPr eaLnBrk="1" hangingPunct="1">
              <a:buClrTx/>
              <a:buFont typeface="Wingdings" pitchFamily="2" charset="2"/>
              <a:buChar char="Ø"/>
            </a:pPr>
            <a:r>
              <a:rPr lang="en-US" altLang="ja-JP" dirty="0" err="1"/>
              <a:t>Rủi</a:t>
            </a:r>
            <a:r>
              <a:rPr lang="en-US" altLang="ja-JP" dirty="0"/>
              <a:t> </a:t>
            </a:r>
            <a:r>
              <a:rPr lang="en-US" altLang="ja-JP" dirty="0" err="1"/>
              <a:t>ro</a:t>
            </a:r>
            <a:r>
              <a:rPr lang="en-US" altLang="ja-JP" dirty="0"/>
              <a:t> </a:t>
            </a:r>
            <a:r>
              <a:rPr lang="en-US" altLang="ja-JP" dirty="0" err="1"/>
              <a:t>là</a:t>
            </a:r>
            <a:r>
              <a:rPr lang="en-US" altLang="ja-JP" dirty="0"/>
              <a:t> gì?</a:t>
            </a:r>
          </a:p>
          <a:p>
            <a:pPr lvl="1" eaLnBrk="1" hangingPunct="1">
              <a:buClrTx/>
              <a:buFont typeface="Wingdings" pitchFamily="2" charset="2"/>
              <a:buChar char="Ø"/>
            </a:pPr>
            <a:r>
              <a:rPr lang="en-US" altLang="ja-JP" dirty="0"/>
              <a:t>Không </a:t>
            </a:r>
            <a:r>
              <a:rPr lang="en-US" altLang="ja-JP" dirty="0" err="1"/>
              <a:t>rõ</a:t>
            </a:r>
            <a:r>
              <a:rPr lang="en-US" altLang="ja-JP" dirty="0"/>
              <a:t> </a:t>
            </a:r>
            <a:r>
              <a:rPr lang="en-US" altLang="ja-JP" dirty="0" err="1"/>
              <a:t>ràng</a:t>
            </a:r>
            <a:r>
              <a:rPr lang="en-US" altLang="ja-JP" dirty="0"/>
              <a:t>,</a:t>
            </a:r>
          </a:p>
          <a:p>
            <a:pPr lvl="1" eaLnBrk="1" hangingPunct="1">
              <a:buClrTx/>
              <a:buFont typeface="Wingdings" pitchFamily="2" charset="2"/>
              <a:buChar char="Ø"/>
            </a:pPr>
            <a:r>
              <a:rPr lang="en-US" altLang="ja-JP" dirty="0"/>
              <a:t>Có thể </a:t>
            </a:r>
            <a:r>
              <a:rPr lang="en-US" altLang="ja-JP" dirty="0" err="1"/>
              <a:t>ảnh</a:t>
            </a:r>
            <a:r>
              <a:rPr lang="en-US" altLang="ja-JP" dirty="0"/>
              <a:t> h</a:t>
            </a:r>
            <a:r>
              <a:rPr lang="vi-VN" altLang="ja-JP" dirty="0"/>
              <a:t>ư</a:t>
            </a:r>
            <a:r>
              <a:rPr lang="en-US" altLang="ja-JP" dirty="0" err="1"/>
              <a:t>ởng</a:t>
            </a:r>
            <a:r>
              <a:rPr lang="en-US" altLang="ja-JP" dirty="0"/>
              <a:t> </a:t>
            </a:r>
            <a:r>
              <a:rPr lang="en-US" altLang="ja-JP" dirty="0" err="1"/>
              <a:t>tốt</a:t>
            </a:r>
            <a:r>
              <a:rPr lang="en-US" altLang="ja-JP" dirty="0"/>
              <a:t>, </a:t>
            </a:r>
            <a:r>
              <a:rPr lang="en-US" altLang="ja-JP" dirty="0" err="1"/>
              <a:t>xấu</a:t>
            </a:r>
            <a:r>
              <a:rPr lang="en-US" altLang="ja-JP" dirty="0"/>
              <a:t> </a:t>
            </a:r>
            <a:r>
              <a:rPr lang="en-US" altLang="ja-JP" dirty="0" err="1"/>
              <a:t>tới</a:t>
            </a:r>
            <a:r>
              <a:rPr lang="en-US" altLang="ja-JP" dirty="0"/>
              <a:t> </a:t>
            </a:r>
            <a:r>
              <a:rPr lang="en-US" altLang="ja-JP" dirty="0" err="1"/>
              <a:t>dự</a:t>
            </a:r>
            <a:r>
              <a:rPr lang="en-US" altLang="ja-JP" dirty="0"/>
              <a:t> án</a:t>
            </a:r>
          </a:p>
          <a:p>
            <a:pPr lvl="1" eaLnBrk="1" hangingPunct="1">
              <a:buClrTx/>
              <a:buFont typeface="Wingdings" pitchFamily="2" charset="2"/>
              <a:buChar char="Ø"/>
            </a:pPr>
            <a:r>
              <a:rPr lang="en-US" altLang="ja-JP" dirty="0" err="1"/>
              <a:t>Dự</a:t>
            </a:r>
            <a:r>
              <a:rPr lang="en-US" altLang="ja-JP" dirty="0"/>
              <a:t> án có </a:t>
            </a:r>
            <a:r>
              <a:rPr lang="en-US" altLang="ja-JP" dirty="0" err="1"/>
              <a:t>rất</a:t>
            </a:r>
            <a:r>
              <a:rPr lang="en-US" altLang="ja-JP" dirty="0"/>
              <a:t> </a:t>
            </a:r>
            <a:r>
              <a:rPr lang="en-US" altLang="ja-JP" dirty="0" err="1"/>
              <a:t>nhiều</a:t>
            </a:r>
            <a:r>
              <a:rPr lang="en-US" altLang="ja-JP" dirty="0"/>
              <a:t> </a:t>
            </a:r>
            <a:r>
              <a:rPr lang="en-US" altLang="ja-JP" dirty="0" err="1"/>
              <a:t>rủi</a:t>
            </a:r>
            <a:r>
              <a:rPr lang="en-US" altLang="ja-JP" dirty="0"/>
              <a:t> </a:t>
            </a:r>
            <a:r>
              <a:rPr lang="en-US" altLang="ja-JP" dirty="0" err="1"/>
              <a:t>ro</a:t>
            </a:r>
            <a:endParaRPr lang="en-US" altLang="ja-JP" dirty="0"/>
          </a:p>
          <a:p>
            <a:pPr lvl="1" eaLnBrk="1" hangingPunct="1">
              <a:buClrTx/>
              <a:buFont typeface="Wingdings" pitchFamily="2" charset="2"/>
              <a:buChar char="Ø"/>
            </a:pPr>
            <a:r>
              <a:rPr lang="en-US" altLang="ja-JP" dirty="0" err="1"/>
              <a:t>Cần</a:t>
            </a:r>
            <a:r>
              <a:rPr lang="en-US" altLang="ja-JP" dirty="0"/>
              <a:t> </a:t>
            </a:r>
            <a:r>
              <a:rPr lang="en-US" altLang="ja-JP" dirty="0" err="1"/>
              <a:t>kiểm</a:t>
            </a:r>
            <a:r>
              <a:rPr lang="en-US" altLang="ja-JP" dirty="0"/>
              <a:t> </a:t>
            </a:r>
            <a:r>
              <a:rPr lang="en-US" altLang="ja-JP" dirty="0" err="1"/>
              <a:t>soát</a:t>
            </a:r>
            <a:r>
              <a:rPr lang="en-US" altLang="ja-JP" dirty="0"/>
              <a:t> và có qui </a:t>
            </a:r>
            <a:r>
              <a:rPr lang="en-US" altLang="ja-JP" dirty="0" err="1"/>
              <a:t>trình</a:t>
            </a:r>
            <a:r>
              <a:rPr lang="en-US" altLang="ja-JP" dirty="0"/>
              <a:t> để </a:t>
            </a:r>
            <a:r>
              <a:rPr lang="en-US" altLang="ja-JP" dirty="0" err="1"/>
              <a:t>đối</a:t>
            </a:r>
            <a:r>
              <a:rPr lang="en-US" altLang="ja-JP" dirty="0"/>
              <a:t> </a:t>
            </a:r>
            <a:r>
              <a:rPr lang="en-US" altLang="ja-JP" dirty="0" err="1"/>
              <a:t>phó</a:t>
            </a:r>
            <a:r>
              <a:rPr lang="en-US" altLang="ja-JP" dirty="0"/>
              <a:t> </a:t>
            </a:r>
            <a:r>
              <a:rPr lang="en-US" altLang="ja-JP" dirty="0" err="1"/>
              <a:t>rủi</a:t>
            </a:r>
            <a:r>
              <a:rPr lang="en-US" altLang="ja-JP" dirty="0"/>
              <a:t> ro.</a:t>
            </a:r>
          </a:p>
          <a:p>
            <a:pPr eaLnBrk="1" hangingPunct="1">
              <a:buFont typeface="Wingdings" pitchFamily="2" charset="2"/>
              <a:buNone/>
            </a:pPr>
            <a:endParaRPr lang="en-US" altLang="ja-JP" dirty="0"/>
          </a:p>
          <a:p>
            <a:pPr eaLnBrk="1" hangingPunct="1"/>
            <a:endParaRPr lang="en-US" altLang="ja-JP"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C20ECE59-76B8-4139-B301-B9C5B4A64A8A}"/>
              </a:ext>
            </a:extLst>
          </p:cNvPr>
          <p:cNvSpPr>
            <a:spLocks noGrp="1"/>
          </p:cNvSpPr>
          <p:nvPr>
            <p:ph type="sldNum" sz="quarter" idx="12"/>
          </p:nvPr>
        </p:nvSpPr>
        <p:spPr/>
        <p:txBody>
          <a:bodyPr/>
          <a:lstStyle/>
          <a:p>
            <a:fld id="{9EA0BE3B-158A-4EDF-80DC-E394A0D1600F}" type="slidenum">
              <a:rPr lang="en-US" smtClean="0"/>
              <a:pPr/>
              <a:t>69</a:t>
            </a:fld>
            <a:endParaRPr lang="en-US" dirty="0"/>
          </a:p>
        </p:txBody>
      </p:sp>
      <p:sp>
        <p:nvSpPr>
          <p:cNvPr id="87042" name="Rectangle 2"/>
          <p:cNvSpPr>
            <a:spLocks noGrp="1" noChangeArrowheads="1"/>
          </p:cNvSpPr>
          <p:nvPr>
            <p:ph type="title"/>
          </p:nvPr>
        </p:nvSpPr>
        <p:spPr/>
        <p:txBody>
          <a:bodyPr/>
          <a:lstStyle/>
          <a:p>
            <a:pPr eaLnBrk="1" hangingPunct="1"/>
            <a:r>
              <a:rPr lang="en-US" altLang="ja-JP" sz="3200"/>
              <a:t>Câu hỏi</a:t>
            </a:r>
          </a:p>
        </p:txBody>
      </p:sp>
      <p:sp>
        <p:nvSpPr>
          <p:cNvPr id="87043" name="Rectangle 3"/>
          <p:cNvSpPr>
            <a:spLocks noGrp="1" noChangeArrowheads="1"/>
          </p:cNvSpPr>
          <p:nvPr>
            <p:ph type="body" sz="quarter" idx="13"/>
          </p:nvPr>
        </p:nvSpPr>
        <p:spPr/>
        <p:txBody>
          <a:bodyPr/>
          <a:lstStyle/>
          <a:p>
            <a:pPr eaLnBrk="1" hangingPunct="1">
              <a:buClrTx/>
              <a:buFont typeface="Wingdings" pitchFamily="2" charset="2"/>
              <a:buChar char="Ø"/>
            </a:pPr>
            <a:r>
              <a:rPr lang="en-US" altLang="ja-JP"/>
              <a:t>Đối phó với rủi ro này nh</a:t>
            </a:r>
            <a:r>
              <a:rPr lang="vi-VN" altLang="ja-JP"/>
              <a:t>ư</a:t>
            </a:r>
            <a:r>
              <a:rPr lang="en-US" altLang="ja-JP"/>
              <a:t> thế nào?</a:t>
            </a:r>
          </a:p>
          <a:p>
            <a:pPr lvl="1" eaLnBrk="1" hangingPunct="1">
              <a:buClrTx/>
              <a:buFont typeface="Wingdings" pitchFamily="2" charset="2"/>
              <a:buChar char="Ø"/>
            </a:pPr>
            <a:r>
              <a:rPr lang="en-US" altLang="ja-JP"/>
              <a:t>Bạn có kế hoạch mở bữa tiệc tại nhà vào tuần tới.</a:t>
            </a:r>
          </a:p>
          <a:p>
            <a:pPr lvl="1" eaLnBrk="1" hangingPunct="1">
              <a:buClrTx/>
              <a:buFont typeface="Wingdings" pitchFamily="2" charset="2"/>
              <a:buChar char="Ø"/>
            </a:pPr>
            <a:r>
              <a:rPr lang="en-US" altLang="ja-JP"/>
              <a:t>Nh</a:t>
            </a:r>
            <a:r>
              <a:rPr lang="vi-VN" altLang="ja-JP"/>
              <a:t>ư</a:t>
            </a:r>
            <a:r>
              <a:rPr lang="en-US" altLang="ja-JP"/>
              <a:t>ng không biết có bao nhiêu người tham gia?</a:t>
            </a:r>
          </a:p>
          <a:p>
            <a:pPr lvl="1" eaLnBrk="1" hangingPunct="1">
              <a:buClrTx/>
              <a:buFont typeface="Wingdings" pitchFamily="2" charset="2"/>
              <a:buChar char="Ø"/>
            </a:pPr>
            <a:r>
              <a:rPr lang="en-US" altLang="ja-JP"/>
              <a:t>Bạn dự kiến n</a:t>
            </a:r>
            <a:r>
              <a:rPr lang="vi-VN" altLang="ja-JP"/>
              <a:t>ư</a:t>
            </a:r>
            <a:r>
              <a:rPr lang="en-US" altLang="ja-JP"/>
              <a:t>ớc và thức ăn cho 10 ng</a:t>
            </a:r>
            <a:r>
              <a:rPr lang="vi-VN" altLang="ja-JP"/>
              <a:t>ư</a:t>
            </a:r>
            <a:r>
              <a:rPr lang="en-US" altLang="ja-JP"/>
              <a:t>ời.</a:t>
            </a:r>
          </a:p>
          <a:p>
            <a:pPr lvl="1" eaLnBrk="1" hangingPunct="1">
              <a:buClrTx/>
              <a:buFont typeface="Wingdings" pitchFamily="2" charset="2"/>
              <a:buChar char="Ø"/>
            </a:pPr>
            <a:r>
              <a:rPr lang="en-US" altLang="ja-JP"/>
              <a:t>Sẽ quá nhiều nếu bạn chỉ có 5 khách.</a:t>
            </a:r>
          </a:p>
          <a:p>
            <a:pPr lvl="1" eaLnBrk="1" hangingPunct="1">
              <a:buClrTx/>
              <a:buFont typeface="Wingdings" pitchFamily="2" charset="2"/>
              <a:buChar char="Ø"/>
            </a:pPr>
            <a:r>
              <a:rPr lang="en-US" altLang="ja-JP"/>
              <a:t>Sẽ quá ít nếu bạn có 15 khách.</a:t>
            </a:r>
          </a:p>
          <a:p>
            <a:pPr eaLnBrk="1" hangingPunct="1">
              <a:buClrTx/>
              <a:buFont typeface="Wingdings" pitchFamily="2" charset="2"/>
              <a:buChar char="Ø"/>
            </a:pPr>
            <a:endParaRPr lang="en-US" altLang="ja-JP"/>
          </a:p>
          <a:p>
            <a:pPr eaLnBrk="1" hangingPunct="1">
              <a:buClrTx/>
              <a:buFont typeface="Wingdings" pitchFamily="2" charset="2"/>
              <a:buChar char="Ø"/>
            </a:pPr>
            <a:r>
              <a:rPr lang="en-US" altLang="ja-JP"/>
              <a:t>Cố gắng tìm cách </a:t>
            </a:r>
            <a:r>
              <a:rPr lang="en-US" altLang="ja-JP" u="sng"/>
              <a:t>khả dĩ nhất</a:t>
            </a:r>
            <a:r>
              <a:rPr lang="en-US" altLang="ja-JP"/>
              <a:t> để giải quyết rủi ro này.</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AutoShape 87"/>
          <p:cNvSpPr>
            <a:spLocks noChangeArrowheads="1"/>
          </p:cNvSpPr>
          <p:nvPr/>
        </p:nvSpPr>
        <p:spPr bwMode="auto">
          <a:xfrm rot="-10077446">
            <a:off x="1295400" y="2906712"/>
            <a:ext cx="2819400" cy="1219200"/>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rgbClr val="FF3300"/>
          </a:solidFill>
          <a:ln w="9525">
            <a:solidFill>
              <a:schemeClr val="tx1"/>
            </a:solidFill>
            <a:miter lim="800000"/>
            <a:headEnd/>
            <a:tailEnd/>
          </a:ln>
        </p:spPr>
        <p:txBody>
          <a:bodyPr wrap="none" anchor="ctr"/>
          <a:lstStyle/>
          <a:p>
            <a:endParaRPr lang="en-US"/>
          </a:p>
        </p:txBody>
      </p:sp>
      <p:sp>
        <p:nvSpPr>
          <p:cNvPr id="3" name="Slide Number Placeholder 2">
            <a:extLst>
              <a:ext uri="{FF2B5EF4-FFF2-40B4-BE49-F238E27FC236}">
                <a16:creationId xmlns:a16="http://schemas.microsoft.com/office/drawing/2014/main" xmlns="" id="{BC3588B5-CFAD-4923-846F-09A47F7C410A}"/>
              </a:ext>
            </a:extLst>
          </p:cNvPr>
          <p:cNvSpPr>
            <a:spLocks noGrp="1"/>
          </p:cNvSpPr>
          <p:nvPr>
            <p:ph type="sldNum" sz="quarter" idx="12"/>
          </p:nvPr>
        </p:nvSpPr>
        <p:spPr/>
        <p:txBody>
          <a:bodyPr/>
          <a:lstStyle/>
          <a:p>
            <a:fld id="{9EA0BE3B-158A-4EDF-80DC-E394A0D1600F}" type="slidenum">
              <a:rPr lang="en-US" smtClean="0"/>
              <a:pPr/>
              <a:t>70</a:t>
            </a:fld>
            <a:endParaRPr lang="en-US" dirty="0"/>
          </a:p>
        </p:txBody>
      </p:sp>
      <p:sp>
        <p:nvSpPr>
          <p:cNvPr id="88067" name="Rectangle 2"/>
          <p:cNvSpPr>
            <a:spLocks noGrp="1" noChangeArrowheads="1"/>
          </p:cNvSpPr>
          <p:nvPr>
            <p:ph type="title"/>
          </p:nvPr>
        </p:nvSpPr>
        <p:spPr/>
        <p:txBody>
          <a:bodyPr/>
          <a:lstStyle/>
          <a:p>
            <a:pPr eaLnBrk="1" hangingPunct="1"/>
            <a:r>
              <a:rPr lang="en-US" altLang="ja-JP" sz="3200" dirty="0" err="1" smtClean="0"/>
              <a:t>Toàn</a:t>
            </a:r>
            <a:r>
              <a:rPr lang="en-US" altLang="ja-JP" sz="3200" dirty="0" smtClean="0"/>
              <a:t> </a:t>
            </a:r>
            <a:r>
              <a:rPr lang="en-US" altLang="ja-JP" sz="3200" dirty="0" err="1"/>
              <a:t>bộ</a:t>
            </a:r>
            <a:r>
              <a:rPr lang="en-US" altLang="ja-JP" sz="3200" dirty="0"/>
              <a:t> </a:t>
            </a:r>
            <a:r>
              <a:rPr lang="en-US" altLang="ja-JP" sz="3200" dirty="0" err="1" smtClean="0"/>
              <a:t>tiến</a:t>
            </a:r>
            <a:r>
              <a:rPr lang="en-US" altLang="ja-JP" sz="3200" dirty="0" smtClean="0"/>
              <a:t> </a:t>
            </a:r>
            <a:r>
              <a:rPr lang="en-US" altLang="ja-JP" sz="3200" dirty="0" err="1"/>
              <a:t>trình</a:t>
            </a:r>
            <a:r>
              <a:rPr lang="en-US" altLang="ja-JP" sz="3200" dirty="0"/>
              <a:t> </a:t>
            </a:r>
            <a:r>
              <a:rPr lang="en-US" altLang="ja-JP" sz="3200" dirty="0" err="1"/>
              <a:t>Quản</a:t>
            </a:r>
            <a:r>
              <a:rPr lang="en-US" altLang="ja-JP" sz="3200" dirty="0"/>
              <a:t> </a:t>
            </a:r>
            <a:r>
              <a:rPr lang="en-US" altLang="ja-JP" sz="3200" dirty="0" err="1"/>
              <a:t>lý</a:t>
            </a:r>
            <a:r>
              <a:rPr lang="en-US" altLang="ja-JP" sz="3200" dirty="0"/>
              <a:t> </a:t>
            </a:r>
            <a:r>
              <a:rPr lang="en-US" altLang="ja-JP" sz="3200" dirty="0" err="1"/>
              <a:t>rủi</a:t>
            </a:r>
            <a:r>
              <a:rPr lang="en-US" altLang="ja-JP" sz="3200" dirty="0"/>
              <a:t> </a:t>
            </a:r>
            <a:r>
              <a:rPr lang="en-US" altLang="ja-JP" sz="3200" dirty="0" err="1"/>
              <a:t>ro</a:t>
            </a:r>
            <a:endParaRPr lang="en-US" altLang="ja-JP" sz="3200" dirty="0"/>
          </a:p>
        </p:txBody>
      </p:sp>
      <p:sp>
        <p:nvSpPr>
          <p:cNvPr id="88068" name="Rectangle 6"/>
          <p:cNvSpPr>
            <a:spLocks noChangeArrowheads="1"/>
          </p:cNvSpPr>
          <p:nvPr/>
        </p:nvSpPr>
        <p:spPr bwMode="auto">
          <a:xfrm>
            <a:off x="787400" y="1230312"/>
            <a:ext cx="881063" cy="1393825"/>
          </a:xfrm>
          <a:prstGeom prst="rect">
            <a:avLst/>
          </a:prstGeom>
          <a:solidFill>
            <a:srgbClr val="FFFF99"/>
          </a:solidFill>
          <a:ln w="9525">
            <a:solidFill>
              <a:schemeClr val="tx1"/>
            </a:solidFill>
            <a:miter lim="800000"/>
            <a:headEnd/>
            <a:tailEnd/>
          </a:ln>
          <a:effectLst>
            <a:prstShdw prst="shdw13" dist="53882" dir="13500000">
              <a:schemeClr val="bg2"/>
            </a:prstShdw>
          </a:effectLst>
        </p:spPr>
        <p:txBody>
          <a:bodyPr wrap="none" anchor="ctr"/>
          <a:lstStyle/>
          <a:p>
            <a:pPr algn="ctr"/>
            <a:r>
              <a:rPr lang="en-US" altLang="ja-JP">
                <a:solidFill>
                  <a:srgbClr val="003300"/>
                </a:solidFill>
              </a:rPr>
              <a:t>(2)</a:t>
            </a:r>
          </a:p>
          <a:p>
            <a:pPr algn="ctr"/>
            <a:r>
              <a:rPr lang="en-US" altLang="ja-JP">
                <a:solidFill>
                  <a:srgbClr val="003300"/>
                </a:solidFill>
              </a:rPr>
              <a:t>Xác định</a:t>
            </a:r>
            <a:br>
              <a:rPr lang="en-US" altLang="ja-JP">
                <a:solidFill>
                  <a:srgbClr val="003300"/>
                </a:solidFill>
              </a:rPr>
            </a:br>
            <a:r>
              <a:rPr lang="en-US" altLang="ja-JP">
                <a:solidFill>
                  <a:srgbClr val="003300"/>
                </a:solidFill>
              </a:rPr>
              <a:t>rủi ro</a:t>
            </a:r>
          </a:p>
        </p:txBody>
      </p:sp>
      <p:sp>
        <p:nvSpPr>
          <p:cNvPr id="88069" name="Rectangle 7"/>
          <p:cNvSpPr>
            <a:spLocks noChangeArrowheads="1"/>
          </p:cNvSpPr>
          <p:nvPr/>
        </p:nvSpPr>
        <p:spPr bwMode="auto">
          <a:xfrm>
            <a:off x="1978025" y="1230312"/>
            <a:ext cx="1571625" cy="1393825"/>
          </a:xfrm>
          <a:prstGeom prst="rect">
            <a:avLst/>
          </a:prstGeom>
          <a:solidFill>
            <a:srgbClr val="FFFF99"/>
          </a:solidFill>
          <a:ln w="9525">
            <a:solidFill>
              <a:schemeClr val="tx1"/>
            </a:solidFill>
            <a:miter lim="800000"/>
            <a:headEnd/>
            <a:tailEnd/>
          </a:ln>
          <a:effectLst>
            <a:prstShdw prst="shdw13" dist="53882" dir="13500000">
              <a:schemeClr val="bg2"/>
            </a:prstShdw>
          </a:effectLst>
        </p:spPr>
        <p:txBody>
          <a:bodyPr wrap="none" anchor="ctr"/>
          <a:lstStyle/>
          <a:p>
            <a:pPr algn="ctr"/>
            <a:r>
              <a:rPr lang="en-US" altLang="ja-JP" dirty="0">
                <a:solidFill>
                  <a:srgbClr val="003300"/>
                </a:solidFill>
              </a:rPr>
              <a:t>(3) </a:t>
            </a:r>
            <a:r>
              <a:rPr lang="en-US" altLang="ja-JP" dirty="0" err="1">
                <a:solidFill>
                  <a:srgbClr val="003300"/>
                </a:solidFill>
              </a:rPr>
              <a:t>Phân</a:t>
            </a:r>
            <a:r>
              <a:rPr lang="en-US" altLang="ja-JP" dirty="0">
                <a:solidFill>
                  <a:srgbClr val="003300"/>
                </a:solidFill>
              </a:rPr>
              <a:t> </a:t>
            </a:r>
            <a:r>
              <a:rPr lang="en-US" altLang="ja-JP" dirty="0" err="1">
                <a:solidFill>
                  <a:srgbClr val="003300"/>
                </a:solidFill>
              </a:rPr>
              <a:t>tích</a:t>
            </a:r>
            <a:r>
              <a:rPr lang="en-US" altLang="ja-JP" dirty="0">
                <a:solidFill>
                  <a:srgbClr val="003300"/>
                </a:solidFill>
              </a:rPr>
              <a:t/>
            </a:r>
            <a:br>
              <a:rPr lang="en-US" altLang="ja-JP" dirty="0">
                <a:solidFill>
                  <a:srgbClr val="003300"/>
                </a:solidFill>
              </a:rPr>
            </a:br>
            <a:r>
              <a:rPr lang="en-US" altLang="ja-JP" dirty="0" err="1">
                <a:solidFill>
                  <a:srgbClr val="003300"/>
                </a:solidFill>
              </a:rPr>
              <a:t>Rủi</a:t>
            </a:r>
            <a:r>
              <a:rPr lang="en-US" altLang="ja-JP" dirty="0">
                <a:solidFill>
                  <a:srgbClr val="003300"/>
                </a:solidFill>
              </a:rPr>
              <a:t> </a:t>
            </a:r>
            <a:r>
              <a:rPr lang="en-US" altLang="ja-JP" dirty="0" err="1">
                <a:solidFill>
                  <a:srgbClr val="003300"/>
                </a:solidFill>
              </a:rPr>
              <a:t>ro</a:t>
            </a:r>
            <a:endParaRPr lang="en-US" altLang="ja-JP" sz="800" dirty="0">
              <a:solidFill>
                <a:srgbClr val="003300"/>
              </a:solidFill>
            </a:endParaRPr>
          </a:p>
          <a:p>
            <a:pPr algn="ctr">
              <a:buFontTx/>
              <a:buBlip>
                <a:blip r:embed="rId3"/>
              </a:buBlip>
            </a:pPr>
            <a:r>
              <a:rPr lang="ja-JP" altLang="en-US" sz="1600" dirty="0">
                <a:solidFill>
                  <a:srgbClr val="003300"/>
                </a:solidFill>
              </a:rPr>
              <a:t>　</a:t>
            </a:r>
            <a:r>
              <a:rPr lang="en-US" altLang="ja-JP" sz="1600" dirty="0" err="1">
                <a:solidFill>
                  <a:srgbClr val="003300"/>
                </a:solidFill>
              </a:rPr>
              <a:t>Số</a:t>
            </a:r>
            <a:r>
              <a:rPr lang="en-US" altLang="ja-JP" sz="1600" dirty="0">
                <a:solidFill>
                  <a:srgbClr val="003300"/>
                </a:solidFill>
              </a:rPr>
              <a:t> l</a:t>
            </a:r>
            <a:r>
              <a:rPr lang="vi-VN" altLang="ja-JP" sz="1600" dirty="0">
                <a:solidFill>
                  <a:srgbClr val="003300"/>
                </a:solidFill>
              </a:rPr>
              <a:t>ư</a:t>
            </a:r>
            <a:r>
              <a:rPr lang="en-US" altLang="ja-JP" sz="1600" dirty="0" err="1">
                <a:solidFill>
                  <a:srgbClr val="003300"/>
                </a:solidFill>
              </a:rPr>
              <a:t>ợng</a:t>
            </a:r>
            <a:endParaRPr lang="en-US" altLang="ja-JP" sz="1600" dirty="0">
              <a:solidFill>
                <a:srgbClr val="003300"/>
              </a:solidFill>
            </a:endParaRPr>
          </a:p>
          <a:p>
            <a:pPr algn="ctr">
              <a:buFontTx/>
              <a:buBlip>
                <a:blip r:embed="rId3"/>
              </a:buBlip>
            </a:pPr>
            <a:r>
              <a:rPr lang="ja-JP" altLang="en-US" sz="1600" dirty="0">
                <a:solidFill>
                  <a:srgbClr val="003300"/>
                </a:solidFill>
              </a:rPr>
              <a:t>　</a:t>
            </a:r>
            <a:r>
              <a:rPr lang="en-US" altLang="ja-JP" sz="1600" dirty="0" err="1">
                <a:solidFill>
                  <a:srgbClr val="003300"/>
                </a:solidFill>
              </a:rPr>
              <a:t>Thiệt</a:t>
            </a:r>
            <a:r>
              <a:rPr lang="en-US" altLang="ja-JP" sz="1600" dirty="0">
                <a:solidFill>
                  <a:srgbClr val="003300"/>
                </a:solidFill>
              </a:rPr>
              <a:t> </a:t>
            </a:r>
            <a:r>
              <a:rPr lang="en-US" altLang="ja-JP" sz="1600" dirty="0" err="1">
                <a:solidFill>
                  <a:srgbClr val="003300"/>
                </a:solidFill>
              </a:rPr>
              <a:t>hại</a:t>
            </a:r>
            <a:endParaRPr lang="en-US" altLang="ja-JP" sz="1600" dirty="0">
              <a:solidFill>
                <a:srgbClr val="003300"/>
              </a:solidFill>
            </a:endParaRPr>
          </a:p>
          <a:p>
            <a:pPr algn="ctr">
              <a:buBlip>
                <a:blip r:embed="rId3"/>
              </a:buBlip>
            </a:pPr>
            <a:r>
              <a:rPr lang="ja-JP" altLang="en-US" sz="1600" dirty="0">
                <a:solidFill>
                  <a:srgbClr val="003300"/>
                </a:solidFill>
              </a:rPr>
              <a:t>　</a:t>
            </a:r>
            <a:r>
              <a:rPr lang="en-US" altLang="ja-JP" sz="1600" err="1">
                <a:solidFill>
                  <a:srgbClr val="003300"/>
                </a:solidFill>
              </a:rPr>
              <a:t>Tần</a:t>
            </a:r>
            <a:r>
              <a:rPr lang="en-US" altLang="ja-JP" sz="1600">
                <a:solidFill>
                  <a:srgbClr val="003300"/>
                </a:solidFill>
              </a:rPr>
              <a:t> suất</a:t>
            </a:r>
            <a:endParaRPr lang="en-US" altLang="ja-JP" sz="1600" dirty="0">
              <a:solidFill>
                <a:srgbClr val="003300"/>
              </a:solidFill>
            </a:endParaRPr>
          </a:p>
        </p:txBody>
      </p:sp>
      <p:sp>
        <p:nvSpPr>
          <p:cNvPr id="88070" name="Rectangle 8"/>
          <p:cNvSpPr>
            <a:spLocks noChangeArrowheads="1"/>
          </p:cNvSpPr>
          <p:nvPr/>
        </p:nvSpPr>
        <p:spPr bwMode="auto">
          <a:xfrm>
            <a:off x="3822700" y="1230312"/>
            <a:ext cx="1571625" cy="1393825"/>
          </a:xfrm>
          <a:prstGeom prst="rect">
            <a:avLst/>
          </a:prstGeom>
          <a:solidFill>
            <a:srgbClr val="FFFF99"/>
          </a:solidFill>
          <a:ln w="9525">
            <a:solidFill>
              <a:schemeClr val="tx1"/>
            </a:solidFill>
            <a:miter lim="800000"/>
            <a:headEnd/>
            <a:tailEnd/>
          </a:ln>
          <a:effectLst>
            <a:prstShdw prst="shdw13" dist="53882" dir="13500000">
              <a:schemeClr val="bg2"/>
            </a:prstShdw>
          </a:effectLst>
        </p:spPr>
        <p:txBody>
          <a:bodyPr wrap="none" anchor="ctr"/>
          <a:lstStyle/>
          <a:p>
            <a:pPr algn="ctr"/>
            <a:r>
              <a:rPr lang="en-US" altLang="ja-JP">
                <a:solidFill>
                  <a:srgbClr val="003300"/>
                </a:solidFill>
              </a:rPr>
              <a:t>(4) Giải pháp</a:t>
            </a:r>
            <a:br>
              <a:rPr lang="en-US" altLang="ja-JP">
                <a:solidFill>
                  <a:srgbClr val="003300"/>
                </a:solidFill>
              </a:rPr>
            </a:br>
            <a:r>
              <a:rPr lang="en-US" altLang="ja-JP">
                <a:solidFill>
                  <a:srgbClr val="003300"/>
                </a:solidFill>
              </a:rPr>
              <a:t>xử lý rủi ro</a:t>
            </a:r>
          </a:p>
          <a:p>
            <a:endParaRPr lang="en-US" altLang="ja-JP" sz="1600">
              <a:solidFill>
                <a:srgbClr val="003300"/>
              </a:solidFill>
            </a:endParaRPr>
          </a:p>
        </p:txBody>
      </p:sp>
      <p:sp>
        <p:nvSpPr>
          <p:cNvPr id="88071" name="AutoShape 9"/>
          <p:cNvSpPr>
            <a:spLocks noChangeArrowheads="1"/>
          </p:cNvSpPr>
          <p:nvPr/>
        </p:nvSpPr>
        <p:spPr bwMode="auto">
          <a:xfrm>
            <a:off x="5608638" y="1230312"/>
            <a:ext cx="1417637" cy="1011238"/>
          </a:xfrm>
          <a:prstGeom prst="cube">
            <a:avLst>
              <a:gd name="adj" fmla="val 7352"/>
            </a:avLst>
          </a:prstGeom>
          <a:solidFill>
            <a:srgbClr val="CCFFFF"/>
          </a:solidFill>
          <a:ln w="9525">
            <a:solidFill>
              <a:srgbClr val="003300"/>
            </a:solidFill>
            <a:miter lim="800000"/>
            <a:headEnd/>
            <a:tailEnd/>
          </a:ln>
        </p:spPr>
        <p:txBody>
          <a:bodyPr wrap="none"/>
          <a:lstStyle/>
          <a:p>
            <a:pPr algn="ctr"/>
            <a:r>
              <a:rPr lang="en-US" altLang="ja-JP" sz="1400">
                <a:solidFill>
                  <a:srgbClr val="003300"/>
                </a:solidFill>
              </a:rPr>
              <a:t>Kế hoạch dự án</a:t>
            </a:r>
          </a:p>
        </p:txBody>
      </p:sp>
      <p:sp>
        <p:nvSpPr>
          <p:cNvPr id="88072" name="AutoShape 10"/>
          <p:cNvSpPr>
            <a:spLocks noChangeArrowheads="1"/>
          </p:cNvSpPr>
          <p:nvPr/>
        </p:nvSpPr>
        <p:spPr bwMode="auto">
          <a:xfrm>
            <a:off x="5799138" y="1874837"/>
            <a:ext cx="1976437" cy="889000"/>
          </a:xfrm>
          <a:prstGeom prst="foldedCorner">
            <a:avLst>
              <a:gd name="adj" fmla="val 7681"/>
            </a:avLst>
          </a:prstGeom>
          <a:solidFill>
            <a:srgbClr val="CCFFFF"/>
          </a:solidFill>
          <a:ln w="9525">
            <a:solidFill>
              <a:srgbClr val="003300"/>
            </a:solidFill>
            <a:round/>
            <a:headEnd/>
            <a:tailEnd/>
          </a:ln>
        </p:spPr>
        <p:txBody>
          <a:bodyPr wrap="none"/>
          <a:lstStyle/>
          <a:p>
            <a:pPr algn="ctr"/>
            <a:r>
              <a:rPr lang="en-US" altLang="ja-JP" sz="1400">
                <a:solidFill>
                  <a:srgbClr val="003300"/>
                </a:solidFill>
              </a:rPr>
              <a:t>Kế hoạch rủi ro</a:t>
            </a:r>
          </a:p>
          <a:p>
            <a:pPr algn="ctr"/>
            <a:endParaRPr lang="en-US" altLang="ja-JP" sz="1400">
              <a:solidFill>
                <a:srgbClr val="003300"/>
              </a:solidFill>
            </a:endParaRPr>
          </a:p>
        </p:txBody>
      </p:sp>
      <p:sp>
        <p:nvSpPr>
          <p:cNvPr id="88073" name="Line 11"/>
          <p:cNvSpPr>
            <a:spLocks noChangeShapeType="1"/>
          </p:cNvSpPr>
          <p:nvPr/>
        </p:nvSpPr>
        <p:spPr bwMode="auto">
          <a:xfrm flipH="1">
            <a:off x="5811838" y="1611312"/>
            <a:ext cx="512762" cy="255588"/>
          </a:xfrm>
          <a:prstGeom prst="line">
            <a:avLst/>
          </a:prstGeom>
          <a:noFill/>
          <a:ln w="9525">
            <a:solidFill>
              <a:srgbClr val="003300"/>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8074" name="Line 12"/>
          <p:cNvSpPr>
            <a:spLocks noChangeShapeType="1"/>
          </p:cNvSpPr>
          <p:nvPr/>
        </p:nvSpPr>
        <p:spPr bwMode="auto">
          <a:xfrm>
            <a:off x="6629400" y="1611312"/>
            <a:ext cx="1135063" cy="255588"/>
          </a:xfrm>
          <a:prstGeom prst="line">
            <a:avLst/>
          </a:prstGeom>
          <a:noFill/>
          <a:ln w="9525">
            <a:solidFill>
              <a:srgbClr val="003300"/>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88075" name="Group 13"/>
          <p:cNvGrpSpPr>
            <a:grpSpLocks/>
          </p:cNvGrpSpPr>
          <p:nvPr/>
        </p:nvGrpSpPr>
        <p:grpSpPr bwMode="auto">
          <a:xfrm>
            <a:off x="5907088" y="2144712"/>
            <a:ext cx="1773237" cy="531813"/>
            <a:chOff x="912" y="2440"/>
            <a:chExt cx="1376" cy="888"/>
          </a:xfrm>
        </p:grpSpPr>
        <p:sp>
          <p:nvSpPr>
            <p:cNvPr id="88088" name="Rectangle 14"/>
            <p:cNvSpPr>
              <a:spLocks noChangeArrowheads="1"/>
            </p:cNvSpPr>
            <p:nvPr/>
          </p:nvSpPr>
          <p:spPr bwMode="auto">
            <a:xfrm>
              <a:off x="912" y="2440"/>
              <a:ext cx="1376" cy="888"/>
            </a:xfrm>
            <a:prstGeom prst="rect">
              <a:avLst/>
            </a:prstGeom>
            <a:solidFill>
              <a:srgbClr val="CCFFFF"/>
            </a:solidFill>
            <a:ln w="9525">
              <a:solidFill>
                <a:srgbClr val="003300"/>
              </a:solidFill>
              <a:miter lim="800000"/>
              <a:headEnd/>
              <a:tailEnd/>
            </a:ln>
          </p:spPr>
          <p:txBody>
            <a:bodyPr wrap="none" anchor="ctr"/>
            <a:lstStyle/>
            <a:p>
              <a:endParaRPr lang="ja-JP" altLang="en-US"/>
            </a:p>
          </p:txBody>
        </p:sp>
        <p:sp>
          <p:nvSpPr>
            <p:cNvPr id="88089" name="Line 15"/>
            <p:cNvSpPr>
              <a:spLocks noChangeShapeType="1"/>
            </p:cNvSpPr>
            <p:nvPr/>
          </p:nvSpPr>
          <p:spPr bwMode="auto">
            <a:xfrm>
              <a:off x="912" y="2560"/>
              <a:ext cx="1376" cy="0"/>
            </a:xfrm>
            <a:prstGeom prst="line">
              <a:avLst/>
            </a:prstGeom>
            <a:noFill/>
            <a:ln w="9525">
              <a:solidFill>
                <a:srgbClr val="0033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8090" name="Line 16"/>
            <p:cNvSpPr>
              <a:spLocks noChangeShapeType="1"/>
            </p:cNvSpPr>
            <p:nvPr/>
          </p:nvSpPr>
          <p:spPr bwMode="auto">
            <a:xfrm>
              <a:off x="912" y="2688"/>
              <a:ext cx="1376" cy="0"/>
            </a:xfrm>
            <a:prstGeom prst="line">
              <a:avLst/>
            </a:prstGeom>
            <a:noFill/>
            <a:ln w="9525">
              <a:solidFill>
                <a:srgbClr val="0033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8091" name="Line 17"/>
            <p:cNvSpPr>
              <a:spLocks noChangeShapeType="1"/>
            </p:cNvSpPr>
            <p:nvPr/>
          </p:nvSpPr>
          <p:spPr bwMode="auto">
            <a:xfrm>
              <a:off x="912" y="2824"/>
              <a:ext cx="1376" cy="0"/>
            </a:xfrm>
            <a:prstGeom prst="line">
              <a:avLst/>
            </a:prstGeom>
            <a:noFill/>
            <a:ln w="9525">
              <a:solidFill>
                <a:srgbClr val="0033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8092" name="Line 18"/>
            <p:cNvSpPr>
              <a:spLocks noChangeShapeType="1"/>
            </p:cNvSpPr>
            <p:nvPr/>
          </p:nvSpPr>
          <p:spPr bwMode="auto">
            <a:xfrm>
              <a:off x="912" y="2960"/>
              <a:ext cx="1376" cy="0"/>
            </a:xfrm>
            <a:prstGeom prst="line">
              <a:avLst/>
            </a:prstGeom>
            <a:noFill/>
            <a:ln w="9525">
              <a:solidFill>
                <a:srgbClr val="0033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8093" name="Line 19"/>
            <p:cNvSpPr>
              <a:spLocks noChangeShapeType="1"/>
            </p:cNvSpPr>
            <p:nvPr/>
          </p:nvSpPr>
          <p:spPr bwMode="auto">
            <a:xfrm>
              <a:off x="912" y="3096"/>
              <a:ext cx="1376" cy="0"/>
            </a:xfrm>
            <a:prstGeom prst="line">
              <a:avLst/>
            </a:prstGeom>
            <a:noFill/>
            <a:ln w="9525">
              <a:solidFill>
                <a:srgbClr val="0033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8094" name="Line 20"/>
            <p:cNvSpPr>
              <a:spLocks noChangeShapeType="1"/>
            </p:cNvSpPr>
            <p:nvPr/>
          </p:nvSpPr>
          <p:spPr bwMode="auto">
            <a:xfrm>
              <a:off x="1272" y="2440"/>
              <a:ext cx="0" cy="888"/>
            </a:xfrm>
            <a:prstGeom prst="line">
              <a:avLst/>
            </a:prstGeom>
            <a:noFill/>
            <a:ln w="9525">
              <a:solidFill>
                <a:srgbClr val="0033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8095" name="Line 21"/>
            <p:cNvSpPr>
              <a:spLocks noChangeShapeType="1"/>
            </p:cNvSpPr>
            <p:nvPr/>
          </p:nvSpPr>
          <p:spPr bwMode="auto">
            <a:xfrm>
              <a:off x="1584" y="2440"/>
              <a:ext cx="0" cy="880"/>
            </a:xfrm>
            <a:prstGeom prst="line">
              <a:avLst/>
            </a:prstGeom>
            <a:noFill/>
            <a:ln w="9525">
              <a:solidFill>
                <a:srgbClr val="0033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8096" name="Line 22"/>
            <p:cNvSpPr>
              <a:spLocks noChangeShapeType="1"/>
            </p:cNvSpPr>
            <p:nvPr/>
          </p:nvSpPr>
          <p:spPr bwMode="auto">
            <a:xfrm>
              <a:off x="1888" y="2440"/>
              <a:ext cx="0" cy="880"/>
            </a:xfrm>
            <a:prstGeom prst="line">
              <a:avLst/>
            </a:prstGeom>
            <a:noFill/>
            <a:ln w="9525">
              <a:solidFill>
                <a:srgbClr val="0033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8097" name="Line 23"/>
            <p:cNvSpPr>
              <a:spLocks noChangeShapeType="1"/>
            </p:cNvSpPr>
            <p:nvPr/>
          </p:nvSpPr>
          <p:spPr bwMode="auto">
            <a:xfrm>
              <a:off x="1024" y="2440"/>
              <a:ext cx="0" cy="880"/>
            </a:xfrm>
            <a:prstGeom prst="line">
              <a:avLst/>
            </a:prstGeom>
            <a:noFill/>
            <a:ln w="9525">
              <a:solidFill>
                <a:srgbClr val="0033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8098" name="Line 24"/>
            <p:cNvSpPr>
              <a:spLocks noChangeShapeType="1"/>
            </p:cNvSpPr>
            <p:nvPr/>
          </p:nvSpPr>
          <p:spPr bwMode="auto">
            <a:xfrm>
              <a:off x="2136" y="2440"/>
              <a:ext cx="0" cy="880"/>
            </a:xfrm>
            <a:prstGeom prst="line">
              <a:avLst/>
            </a:prstGeom>
            <a:noFill/>
            <a:ln w="9525">
              <a:solidFill>
                <a:srgbClr val="0033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88076" name="AutoShape 25"/>
          <p:cNvSpPr>
            <a:spLocks noChangeArrowheads="1"/>
          </p:cNvSpPr>
          <p:nvPr/>
        </p:nvSpPr>
        <p:spPr bwMode="auto">
          <a:xfrm>
            <a:off x="4572000" y="3048000"/>
            <a:ext cx="3357563" cy="1306512"/>
          </a:xfrm>
          <a:prstGeom prst="homePlate">
            <a:avLst>
              <a:gd name="adj" fmla="val 20143"/>
            </a:avLst>
          </a:prstGeom>
          <a:solidFill>
            <a:srgbClr val="FFFF99"/>
          </a:solidFill>
          <a:ln w="9525">
            <a:solidFill>
              <a:schemeClr val="tx1"/>
            </a:solidFill>
            <a:miter lim="800000"/>
            <a:headEnd/>
            <a:tailEnd/>
          </a:ln>
          <a:effectLst>
            <a:prstShdw prst="shdw13" dist="53882" dir="13500000">
              <a:schemeClr val="bg2"/>
            </a:prstShdw>
          </a:effectLst>
        </p:spPr>
        <p:txBody>
          <a:bodyPr wrap="none"/>
          <a:lstStyle/>
          <a:p>
            <a:pPr algn="ctr"/>
            <a:r>
              <a:rPr lang="en-US" altLang="ja-JP">
                <a:solidFill>
                  <a:srgbClr val="003300"/>
                </a:solidFill>
              </a:rPr>
              <a:t>(5) Giám sát và kiểm soát rủi ro</a:t>
            </a:r>
            <a:endParaRPr lang="en-US" altLang="ja-JP" sz="1600">
              <a:solidFill>
                <a:srgbClr val="003300"/>
              </a:solidFill>
            </a:endParaRPr>
          </a:p>
        </p:txBody>
      </p:sp>
      <p:sp>
        <p:nvSpPr>
          <p:cNvPr id="88077" name="Rectangle 26"/>
          <p:cNvSpPr>
            <a:spLocks noChangeArrowheads="1"/>
          </p:cNvSpPr>
          <p:nvPr/>
        </p:nvSpPr>
        <p:spPr bwMode="auto">
          <a:xfrm>
            <a:off x="4816475" y="3463925"/>
            <a:ext cx="2667969" cy="830997"/>
          </a:xfrm>
          <a:prstGeom prst="rect">
            <a:avLst/>
          </a:prstGeom>
          <a:solidFill>
            <a:srgbClr val="CCFFFF"/>
          </a:solidFill>
          <a:ln w="9525">
            <a:solidFill>
              <a:schemeClr val="tx1"/>
            </a:solidFill>
            <a:miter lim="800000"/>
            <a:headEnd/>
            <a:tailEnd/>
          </a:ln>
        </p:spPr>
        <p:txBody>
          <a:bodyPr wrap="square">
            <a:spAutoFit/>
          </a:bodyPr>
          <a:lstStyle/>
          <a:p>
            <a:pPr>
              <a:buFontTx/>
              <a:buBlip>
                <a:blip r:embed="rId3"/>
              </a:buBlip>
            </a:pPr>
            <a:r>
              <a:rPr lang="ja-JP" altLang="en-US" sz="1200" b="1"/>
              <a:t>　</a:t>
            </a:r>
            <a:r>
              <a:rPr lang="en-US" altLang="ja-JP" sz="1200" b="1"/>
              <a:t>Kế hoạch xử lý vẫn hoạt động?</a:t>
            </a:r>
          </a:p>
          <a:p>
            <a:pPr>
              <a:buFontTx/>
              <a:buBlip>
                <a:blip r:embed="rId3"/>
              </a:buBlip>
            </a:pPr>
            <a:r>
              <a:rPr lang="ja-JP" altLang="en-US" sz="1200" b="1"/>
              <a:t>　</a:t>
            </a:r>
            <a:r>
              <a:rPr lang="en-US" altLang="ja-JP" sz="1200" b="1"/>
              <a:t>Có rủi ro mới không?</a:t>
            </a:r>
          </a:p>
          <a:p>
            <a:pPr>
              <a:buFontTx/>
              <a:buBlip>
                <a:blip r:embed="rId3"/>
              </a:buBlip>
            </a:pPr>
            <a:r>
              <a:rPr lang="ja-JP" altLang="en-US" sz="1200" b="1"/>
              <a:t>　</a:t>
            </a:r>
            <a:r>
              <a:rPr lang="en-US" altLang="ja-JP" sz="1200" b="1"/>
              <a:t>Rủi ro đã thay đổi?</a:t>
            </a:r>
          </a:p>
          <a:p>
            <a:r>
              <a:rPr lang="en-US" altLang="ja-JP" sz="1200" b="1">
                <a:solidFill>
                  <a:srgbClr val="003300"/>
                </a:solidFill>
              </a:rPr>
              <a:t>     ..</a:t>
            </a:r>
          </a:p>
        </p:txBody>
      </p:sp>
      <p:sp>
        <p:nvSpPr>
          <p:cNvPr id="88078" name="AutoShape 33"/>
          <p:cNvSpPr>
            <a:spLocks noChangeArrowheads="1"/>
          </p:cNvSpPr>
          <p:nvPr/>
        </p:nvSpPr>
        <p:spPr bwMode="auto">
          <a:xfrm>
            <a:off x="609600" y="4654550"/>
            <a:ext cx="5965825" cy="766762"/>
          </a:xfrm>
          <a:prstGeom prst="upArrowCallout">
            <a:avLst>
              <a:gd name="adj1" fmla="val 194514"/>
              <a:gd name="adj2" fmla="val 196135"/>
              <a:gd name="adj3" fmla="val 16667"/>
              <a:gd name="adj4" fmla="val 66667"/>
            </a:avLst>
          </a:prstGeom>
          <a:solidFill>
            <a:srgbClr val="F7F7A7"/>
          </a:solidFill>
          <a:ln w="9525">
            <a:solidFill>
              <a:schemeClr val="tx1"/>
            </a:solidFill>
            <a:miter lim="800000"/>
            <a:headEnd/>
            <a:tailEnd/>
          </a:ln>
          <a:effectLst>
            <a:outerShdw dist="35921" dir="2700000" algn="ctr" rotWithShape="0">
              <a:schemeClr val="bg2"/>
            </a:outerShdw>
          </a:effectLst>
        </p:spPr>
        <p:txBody>
          <a:bodyPr wrap="none" anchor="ctr"/>
          <a:lstStyle/>
          <a:p>
            <a:endParaRPr lang="ja-JP" altLang="en-US"/>
          </a:p>
        </p:txBody>
      </p:sp>
      <p:sp>
        <p:nvSpPr>
          <p:cNvPr id="88079" name="Rectangle 34"/>
          <p:cNvSpPr>
            <a:spLocks noChangeArrowheads="1"/>
          </p:cNvSpPr>
          <p:nvPr/>
        </p:nvSpPr>
        <p:spPr bwMode="auto">
          <a:xfrm>
            <a:off x="2112265" y="4978400"/>
            <a:ext cx="290335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ja-JP">
                <a:solidFill>
                  <a:srgbClr val="003300"/>
                </a:solidFill>
              </a:rPr>
              <a:t>(1) Kế hoạch quản lý rủi ro</a:t>
            </a:r>
          </a:p>
        </p:txBody>
      </p:sp>
      <p:sp>
        <p:nvSpPr>
          <p:cNvPr id="88080" name="Text Box 35"/>
          <p:cNvSpPr txBox="1">
            <a:spLocks noChangeArrowheads="1"/>
          </p:cNvSpPr>
          <p:nvPr/>
        </p:nvSpPr>
        <p:spPr bwMode="auto">
          <a:xfrm>
            <a:off x="2437408" y="3048000"/>
            <a:ext cx="1682750" cy="402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a:spcBef>
                <a:spcPct val="50000"/>
              </a:spcBef>
            </a:pPr>
            <a:r>
              <a:rPr kumimoji="0" lang="en-US" altLang="ja-JP" sz="2000" b="1" u="sng"/>
              <a:t>Vòng lặp !</a:t>
            </a:r>
          </a:p>
        </p:txBody>
      </p:sp>
      <p:sp>
        <p:nvSpPr>
          <p:cNvPr id="88081" name="AutoShape 36"/>
          <p:cNvSpPr>
            <a:spLocks noChangeArrowheads="1"/>
          </p:cNvSpPr>
          <p:nvPr/>
        </p:nvSpPr>
        <p:spPr bwMode="auto">
          <a:xfrm>
            <a:off x="6719888" y="4910137"/>
            <a:ext cx="2043112" cy="650876"/>
          </a:xfrm>
          <a:prstGeom prst="wedgeRoundRectCallout">
            <a:avLst>
              <a:gd name="adj1" fmla="val -122343"/>
              <a:gd name="adj2" fmla="val -21681"/>
              <a:gd name="adj3" fmla="val 16667"/>
            </a:avLst>
          </a:prstGeom>
          <a:solidFill>
            <a:schemeClr val="bg1"/>
          </a:solidFill>
          <a:ln w="9525">
            <a:solidFill>
              <a:srgbClr val="000000"/>
            </a:solidFill>
            <a:miter lim="800000"/>
            <a:headEnd/>
            <a:tailEnd/>
          </a:ln>
        </p:spPr>
        <p:txBody>
          <a:bodyPr lIns="90000" tIns="46800" rIns="90000" bIns="46800"/>
          <a:lstStyle/>
          <a:p>
            <a:pPr algn="ctr" eaLnBrk="0" hangingPunct="0"/>
            <a:r>
              <a:rPr kumimoji="0" lang="en-US" altLang="ja-JP" b="1">
                <a:solidFill>
                  <a:srgbClr val="000000"/>
                </a:solidFill>
              </a:rPr>
              <a:t>Lập kế hoạch tr</a:t>
            </a:r>
            <a:r>
              <a:rPr kumimoji="0" lang="vi-VN" altLang="ja-JP" b="1">
                <a:solidFill>
                  <a:srgbClr val="000000"/>
                </a:solidFill>
              </a:rPr>
              <a:t>ư</a:t>
            </a:r>
            <a:r>
              <a:rPr kumimoji="0" lang="en-US" altLang="ja-JP" b="1">
                <a:solidFill>
                  <a:srgbClr val="000000"/>
                </a:solidFill>
              </a:rPr>
              <a:t>ớc tiên</a:t>
            </a:r>
          </a:p>
        </p:txBody>
      </p:sp>
      <p:sp>
        <p:nvSpPr>
          <p:cNvPr id="88082" name="AutoShape 38"/>
          <p:cNvSpPr>
            <a:spLocks noChangeArrowheads="1"/>
          </p:cNvSpPr>
          <p:nvPr/>
        </p:nvSpPr>
        <p:spPr bwMode="auto">
          <a:xfrm>
            <a:off x="1676400" y="1916112"/>
            <a:ext cx="336550" cy="347663"/>
          </a:xfrm>
          <a:prstGeom prst="rightArrow">
            <a:avLst>
              <a:gd name="adj1" fmla="val 50000"/>
              <a:gd name="adj2" fmla="val 25000"/>
            </a:avLst>
          </a:prstGeom>
          <a:solidFill>
            <a:schemeClr val="accent1"/>
          </a:solidFill>
          <a:ln w="9525">
            <a:solidFill>
              <a:schemeClr val="tx1"/>
            </a:solidFill>
            <a:miter lim="800000"/>
            <a:headEnd/>
            <a:tailEnd/>
          </a:ln>
        </p:spPr>
        <p:txBody>
          <a:bodyPr wrap="none" lIns="90000" tIns="46800" rIns="90000" bIns="46800" anchor="ctr"/>
          <a:lstStyle/>
          <a:p>
            <a:endParaRPr lang="ja-JP" altLang="en-US"/>
          </a:p>
        </p:txBody>
      </p:sp>
      <p:sp>
        <p:nvSpPr>
          <p:cNvPr id="88083" name="AutoShape 39"/>
          <p:cNvSpPr>
            <a:spLocks noChangeArrowheads="1"/>
          </p:cNvSpPr>
          <p:nvPr/>
        </p:nvSpPr>
        <p:spPr bwMode="auto">
          <a:xfrm>
            <a:off x="3549650" y="1916112"/>
            <a:ext cx="336550" cy="347663"/>
          </a:xfrm>
          <a:prstGeom prst="rightArrow">
            <a:avLst>
              <a:gd name="adj1" fmla="val 50000"/>
              <a:gd name="adj2" fmla="val 25000"/>
            </a:avLst>
          </a:prstGeom>
          <a:solidFill>
            <a:schemeClr val="accent1"/>
          </a:solidFill>
          <a:ln w="9525">
            <a:solidFill>
              <a:schemeClr val="tx1"/>
            </a:solidFill>
            <a:miter lim="800000"/>
            <a:headEnd/>
            <a:tailEnd/>
          </a:ln>
        </p:spPr>
        <p:txBody>
          <a:bodyPr wrap="none" lIns="90000" tIns="46800" rIns="90000" bIns="46800" anchor="ctr"/>
          <a:lstStyle/>
          <a:p>
            <a:endParaRPr lang="ja-JP" altLang="en-US"/>
          </a:p>
        </p:txBody>
      </p:sp>
      <p:sp>
        <p:nvSpPr>
          <p:cNvPr id="88084" name="AutoShape 40"/>
          <p:cNvSpPr>
            <a:spLocks noChangeArrowheads="1"/>
          </p:cNvSpPr>
          <p:nvPr/>
        </p:nvSpPr>
        <p:spPr bwMode="auto">
          <a:xfrm>
            <a:off x="5378450" y="1916112"/>
            <a:ext cx="336550" cy="347663"/>
          </a:xfrm>
          <a:prstGeom prst="rightArrow">
            <a:avLst>
              <a:gd name="adj1" fmla="val 50000"/>
              <a:gd name="adj2" fmla="val 25000"/>
            </a:avLst>
          </a:prstGeom>
          <a:solidFill>
            <a:schemeClr val="accent1"/>
          </a:solidFill>
          <a:ln w="9525">
            <a:solidFill>
              <a:schemeClr val="tx1"/>
            </a:solidFill>
            <a:miter lim="800000"/>
            <a:headEnd/>
            <a:tailEnd/>
          </a:ln>
        </p:spPr>
        <p:txBody>
          <a:bodyPr wrap="none" lIns="90000" tIns="46800" rIns="90000" bIns="46800" anchor="ctr"/>
          <a:lstStyle/>
          <a:p>
            <a:endParaRPr lang="ja-JP" altLang="en-US"/>
          </a:p>
        </p:txBody>
      </p:sp>
      <p:sp>
        <p:nvSpPr>
          <p:cNvPr id="88085" name="AutoShape 42"/>
          <p:cNvSpPr>
            <a:spLocks noChangeArrowheads="1"/>
          </p:cNvSpPr>
          <p:nvPr/>
        </p:nvSpPr>
        <p:spPr bwMode="auto">
          <a:xfrm>
            <a:off x="6019800" y="2752725"/>
            <a:ext cx="347663" cy="306387"/>
          </a:xfrm>
          <a:prstGeom prst="downArrow">
            <a:avLst>
              <a:gd name="adj1" fmla="val 50000"/>
              <a:gd name="adj2" fmla="val 25000"/>
            </a:avLst>
          </a:prstGeom>
          <a:solidFill>
            <a:schemeClr val="accent1"/>
          </a:solidFill>
          <a:ln w="9525">
            <a:solidFill>
              <a:schemeClr val="tx1"/>
            </a:solidFill>
            <a:miter lim="800000"/>
            <a:headEnd/>
            <a:tailEnd/>
          </a:ln>
        </p:spPr>
        <p:txBody>
          <a:bodyPr wrap="none" lIns="90000" tIns="46800" rIns="90000" bIns="46800" anchor="ctr"/>
          <a:lstStyle/>
          <a:p>
            <a:endParaRPr lang="ja-JP" altLang="en-US"/>
          </a:p>
        </p:txBody>
      </p:sp>
      <p:sp>
        <p:nvSpPr>
          <p:cNvPr id="88086" name="AutoShape 43"/>
          <p:cNvSpPr>
            <a:spLocks noChangeArrowheads="1"/>
          </p:cNvSpPr>
          <p:nvPr/>
        </p:nvSpPr>
        <p:spPr bwMode="auto">
          <a:xfrm>
            <a:off x="6738938" y="2752725"/>
            <a:ext cx="347662" cy="304800"/>
          </a:xfrm>
          <a:prstGeom prst="upArrow">
            <a:avLst>
              <a:gd name="adj1" fmla="val 50000"/>
              <a:gd name="adj2" fmla="val 25000"/>
            </a:avLst>
          </a:prstGeom>
          <a:solidFill>
            <a:schemeClr val="accent1"/>
          </a:solidFill>
          <a:ln w="9525">
            <a:solidFill>
              <a:schemeClr val="tx1"/>
            </a:solidFill>
            <a:miter lim="800000"/>
            <a:headEnd/>
            <a:tailEnd/>
          </a:ln>
        </p:spPr>
        <p:txBody>
          <a:bodyPr wrap="none" lIns="90000" tIns="46800" rIns="90000" bIns="46800" anchor="ctr"/>
          <a:lstStyle/>
          <a:p>
            <a:endParaRPr lang="ja-JP" alt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DAC3334D-62CD-4EDC-AD8B-127F78D993D1}"/>
              </a:ext>
            </a:extLst>
          </p:cNvPr>
          <p:cNvSpPr>
            <a:spLocks noGrp="1"/>
          </p:cNvSpPr>
          <p:nvPr>
            <p:ph type="sldNum" sz="quarter" idx="12"/>
          </p:nvPr>
        </p:nvSpPr>
        <p:spPr/>
        <p:txBody>
          <a:bodyPr/>
          <a:lstStyle/>
          <a:p>
            <a:fld id="{9EA0BE3B-158A-4EDF-80DC-E394A0D1600F}" type="slidenum">
              <a:rPr lang="en-US" smtClean="0"/>
              <a:pPr/>
              <a:t>71</a:t>
            </a:fld>
            <a:endParaRPr lang="en-US" dirty="0"/>
          </a:p>
        </p:txBody>
      </p:sp>
      <p:sp>
        <p:nvSpPr>
          <p:cNvPr id="89090" name="Rectangle 2"/>
          <p:cNvSpPr>
            <a:spLocks noGrp="1" noChangeArrowheads="1"/>
          </p:cNvSpPr>
          <p:nvPr>
            <p:ph type="title"/>
          </p:nvPr>
        </p:nvSpPr>
        <p:spPr/>
        <p:txBody>
          <a:bodyPr/>
          <a:lstStyle/>
          <a:p>
            <a:pPr eaLnBrk="1" hangingPunct="1"/>
            <a:r>
              <a:rPr lang="en-US" altLang="ja-JP" sz="3200" dirty="0" smtClean="0"/>
              <a:t>Kế </a:t>
            </a:r>
            <a:r>
              <a:rPr lang="en-US" altLang="ja-JP" sz="3200" dirty="0" err="1"/>
              <a:t>hoạch</a:t>
            </a:r>
            <a:r>
              <a:rPr lang="en-US" altLang="ja-JP" sz="3200" dirty="0"/>
              <a:t> </a:t>
            </a:r>
            <a:r>
              <a:rPr lang="en-US" altLang="ja-JP" sz="3200" dirty="0" err="1"/>
              <a:t>quản</a:t>
            </a:r>
            <a:r>
              <a:rPr lang="en-US" altLang="ja-JP" sz="3200" dirty="0"/>
              <a:t> </a:t>
            </a:r>
            <a:r>
              <a:rPr lang="en-US" altLang="ja-JP" sz="3200" dirty="0" err="1"/>
              <a:t>lý</a:t>
            </a:r>
            <a:r>
              <a:rPr lang="en-US" altLang="ja-JP" sz="3200" dirty="0"/>
              <a:t> </a:t>
            </a:r>
            <a:r>
              <a:rPr lang="en-US" altLang="ja-JP" sz="3200" dirty="0" err="1"/>
              <a:t>rủi</a:t>
            </a:r>
            <a:r>
              <a:rPr lang="en-US" altLang="ja-JP" sz="3200" dirty="0"/>
              <a:t> </a:t>
            </a:r>
            <a:r>
              <a:rPr lang="en-US" altLang="ja-JP" sz="3200" dirty="0" err="1"/>
              <a:t>ro</a:t>
            </a:r>
            <a:endParaRPr lang="en-US" altLang="ja-JP" sz="3200" dirty="0"/>
          </a:p>
        </p:txBody>
      </p:sp>
      <p:sp>
        <p:nvSpPr>
          <p:cNvPr id="89091" name="Rectangle 3"/>
          <p:cNvSpPr>
            <a:spLocks noGrp="1" noChangeArrowheads="1"/>
          </p:cNvSpPr>
          <p:nvPr>
            <p:ph type="body" sz="quarter" idx="13"/>
          </p:nvPr>
        </p:nvSpPr>
        <p:spPr/>
        <p:txBody>
          <a:bodyPr/>
          <a:lstStyle/>
          <a:p>
            <a:pPr marL="457200" lvl="1" indent="0" eaLnBrk="1" hangingPunct="1">
              <a:buClrTx/>
              <a:buNone/>
            </a:pPr>
            <a:r>
              <a:rPr lang="en-US" altLang="ja-JP"/>
              <a:t>Là tiến trình xác định các b</a:t>
            </a:r>
            <a:r>
              <a:rPr lang="vi-VN" altLang="ja-JP"/>
              <a:t>ư</a:t>
            </a:r>
            <a:r>
              <a:rPr lang="en-US" altLang="ja-JP"/>
              <a:t>ớc để kiểm soát rủi ro của dự án</a:t>
            </a:r>
          </a:p>
        </p:txBody>
      </p:sp>
      <p:sp>
        <p:nvSpPr>
          <p:cNvPr id="89092" name="Rectangle 6"/>
          <p:cNvSpPr>
            <a:spLocks noChangeArrowheads="1"/>
          </p:cNvSpPr>
          <p:nvPr/>
        </p:nvSpPr>
        <p:spPr bwMode="auto">
          <a:xfrm>
            <a:off x="914400" y="2743200"/>
            <a:ext cx="2286000" cy="3429000"/>
          </a:xfrm>
          <a:prstGeom prst="rect">
            <a:avLst/>
          </a:prstGeom>
          <a:solidFill>
            <a:schemeClr val="accent1">
              <a:alpha val="20000"/>
            </a:schemeClr>
          </a:solidFill>
          <a:ln w="9525">
            <a:solidFill>
              <a:schemeClr val="tx1"/>
            </a:solidFill>
            <a:miter lim="800000"/>
            <a:headEnd/>
            <a:tailEnd/>
          </a:ln>
        </p:spPr>
        <p:txBody>
          <a:bodyPr/>
          <a:lstStyle/>
          <a:p>
            <a:pPr marL="342900" indent="-342900">
              <a:buFontTx/>
              <a:buAutoNum type="arabicPeriod"/>
            </a:pPr>
            <a:r>
              <a:rPr lang="en-US" altLang="ja-JP"/>
              <a:t>Điều kiện ràng buộc</a:t>
            </a:r>
          </a:p>
          <a:p>
            <a:pPr marL="342900" indent="-342900">
              <a:buFontTx/>
              <a:buAutoNum type="arabicPeriod"/>
            </a:pPr>
            <a:r>
              <a:rPr lang="en-US" altLang="ja-JP"/>
              <a:t>Phạm vi</a:t>
            </a:r>
          </a:p>
          <a:p>
            <a:pPr marL="342900" indent="-342900">
              <a:buFontTx/>
              <a:buAutoNum type="arabicPeriod"/>
            </a:pPr>
            <a:r>
              <a:rPr lang="en-US" altLang="ja-JP"/>
              <a:t>Chi phí/Lập lịch</a:t>
            </a:r>
          </a:p>
          <a:p>
            <a:pPr marL="342900" indent="-342900">
              <a:buFontTx/>
              <a:buAutoNum type="arabicPeriod"/>
            </a:pPr>
            <a:r>
              <a:rPr lang="en-US" altLang="ja-JP"/>
              <a:t>Kế hoạch giao tiếp liên lạc</a:t>
            </a:r>
          </a:p>
          <a:p>
            <a:pPr marL="342900" indent="-342900">
              <a:buFontTx/>
              <a:buAutoNum type="arabicPeriod"/>
            </a:pPr>
            <a:r>
              <a:rPr lang="en-US" altLang="ja-JP"/>
              <a:t>Tài sản qui trình tổ chức</a:t>
            </a:r>
            <a:br>
              <a:rPr lang="en-US" altLang="ja-JP"/>
            </a:br>
            <a:r>
              <a:rPr lang="en-US" altLang="ja-JP"/>
              <a:t>..</a:t>
            </a:r>
          </a:p>
          <a:p>
            <a:pPr marL="342900" indent="-342900">
              <a:buFontTx/>
              <a:buAutoNum type="arabicPeriod"/>
            </a:pPr>
            <a:endParaRPr lang="en-US" altLang="ja-JP"/>
          </a:p>
        </p:txBody>
      </p:sp>
      <p:sp>
        <p:nvSpPr>
          <p:cNvPr id="89093" name="AutoShape 8"/>
          <p:cNvSpPr>
            <a:spLocks noChangeArrowheads="1"/>
          </p:cNvSpPr>
          <p:nvPr/>
        </p:nvSpPr>
        <p:spPr bwMode="auto">
          <a:xfrm>
            <a:off x="3886200" y="3352800"/>
            <a:ext cx="1295400" cy="2362200"/>
          </a:xfrm>
          <a:prstGeom prst="rightArrow">
            <a:avLst>
              <a:gd name="adj1" fmla="val 63981"/>
              <a:gd name="adj2" fmla="val 24125"/>
            </a:avLst>
          </a:prstGeom>
          <a:solidFill>
            <a:schemeClr val="accent1">
              <a:alpha val="20000"/>
            </a:schemeClr>
          </a:solidFill>
          <a:ln w="9525">
            <a:solidFill>
              <a:schemeClr val="tx1"/>
            </a:solidFill>
            <a:miter lim="800000"/>
            <a:headEnd/>
            <a:tailEnd/>
          </a:ln>
        </p:spPr>
        <p:txBody>
          <a:bodyPr wrap="none" anchor="ctr"/>
          <a:lstStyle/>
          <a:p>
            <a:pPr algn="ctr"/>
            <a:r>
              <a:rPr lang="en-US" altLang="ja-JP"/>
              <a:t>Tổ chức</a:t>
            </a:r>
            <a:br>
              <a:rPr lang="en-US" altLang="ja-JP"/>
            </a:br>
            <a:r>
              <a:rPr lang="en-US" altLang="ja-JP"/>
              <a:t>họp và</a:t>
            </a:r>
            <a:br>
              <a:rPr lang="en-US" altLang="ja-JP"/>
            </a:br>
            <a:r>
              <a:rPr lang="en-US" altLang="ja-JP"/>
              <a:t>cùng </a:t>
            </a:r>
            <a:br>
              <a:rPr lang="en-US" altLang="ja-JP"/>
            </a:br>
            <a:r>
              <a:rPr lang="en-US" altLang="ja-JP"/>
              <a:t>phân tích</a:t>
            </a:r>
          </a:p>
        </p:txBody>
      </p:sp>
      <p:sp>
        <p:nvSpPr>
          <p:cNvPr id="89094" name="AutoShape 10"/>
          <p:cNvSpPr>
            <a:spLocks noChangeArrowheads="1"/>
          </p:cNvSpPr>
          <p:nvPr/>
        </p:nvSpPr>
        <p:spPr bwMode="auto">
          <a:xfrm>
            <a:off x="5943600" y="2743200"/>
            <a:ext cx="2590800" cy="3505200"/>
          </a:xfrm>
          <a:prstGeom prst="foldedCorner">
            <a:avLst>
              <a:gd name="adj" fmla="val 12500"/>
            </a:avLst>
          </a:prstGeom>
          <a:solidFill>
            <a:schemeClr val="accent1">
              <a:alpha val="20000"/>
            </a:schemeClr>
          </a:solidFill>
          <a:ln w="9525">
            <a:solidFill>
              <a:schemeClr val="tx1"/>
            </a:solidFill>
            <a:round/>
            <a:headEnd/>
            <a:tailEnd/>
          </a:ln>
        </p:spPr>
        <p:txBody>
          <a:bodyPr wrap="none"/>
          <a:lstStyle/>
          <a:p>
            <a:r>
              <a:rPr lang="en-US" altLang="ja-JP" u="sng"/>
              <a:t>Kế hoạch quản lý rủi ro</a:t>
            </a:r>
          </a:p>
          <a:p>
            <a:pPr>
              <a:buFontTx/>
              <a:buChar char="•"/>
            </a:pPr>
            <a:endParaRPr lang="en-US" altLang="ja-JP"/>
          </a:p>
          <a:p>
            <a:pPr>
              <a:buFontTx/>
              <a:buChar char="•"/>
            </a:pPr>
            <a:r>
              <a:rPr lang="en-US" altLang="ja-JP"/>
              <a:t>Ph</a:t>
            </a:r>
            <a:r>
              <a:rPr lang="vi-VN" altLang="ja-JP"/>
              <a:t>ư</a:t>
            </a:r>
            <a:r>
              <a:rPr lang="en-US" altLang="ja-JP"/>
              <a:t>ơng pháp luận</a:t>
            </a:r>
          </a:p>
          <a:p>
            <a:pPr>
              <a:buFontTx/>
              <a:buChar char="•"/>
            </a:pPr>
            <a:r>
              <a:rPr lang="en-US" altLang="ja-JP"/>
              <a:t>Quyền và trách nhiệm</a:t>
            </a:r>
          </a:p>
          <a:p>
            <a:pPr>
              <a:buFontTx/>
              <a:buChar char="•"/>
            </a:pPr>
            <a:r>
              <a:rPr lang="en-US" altLang="ja-JP"/>
              <a:t>Ngân sách</a:t>
            </a:r>
          </a:p>
          <a:p>
            <a:pPr>
              <a:buFontTx/>
              <a:buChar char="•"/>
            </a:pPr>
            <a:r>
              <a:rPr lang="en-US" altLang="ja-JP"/>
              <a:t>Thời gian</a:t>
            </a:r>
          </a:p>
          <a:p>
            <a:pPr>
              <a:buFontTx/>
              <a:buChar char="•"/>
            </a:pPr>
            <a:r>
              <a:rPr lang="en-US" altLang="ja-JP"/>
              <a:t>Phân loại</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BA11AB1B-11D1-4157-8C2D-79F5BA785A88}"/>
              </a:ext>
            </a:extLst>
          </p:cNvPr>
          <p:cNvSpPr>
            <a:spLocks noGrp="1"/>
          </p:cNvSpPr>
          <p:nvPr>
            <p:ph type="sldNum" sz="quarter" idx="12"/>
          </p:nvPr>
        </p:nvSpPr>
        <p:spPr/>
        <p:txBody>
          <a:bodyPr/>
          <a:lstStyle/>
          <a:p>
            <a:fld id="{9EA0BE3B-158A-4EDF-80DC-E394A0D1600F}" type="slidenum">
              <a:rPr lang="en-US" smtClean="0"/>
              <a:pPr/>
              <a:t>72</a:t>
            </a:fld>
            <a:endParaRPr lang="en-US" dirty="0"/>
          </a:p>
        </p:txBody>
      </p:sp>
      <p:sp>
        <p:nvSpPr>
          <p:cNvPr id="90114" name="Rectangle 2"/>
          <p:cNvSpPr>
            <a:spLocks noGrp="1" noChangeArrowheads="1"/>
          </p:cNvSpPr>
          <p:nvPr>
            <p:ph type="title"/>
          </p:nvPr>
        </p:nvSpPr>
        <p:spPr/>
        <p:txBody>
          <a:bodyPr/>
          <a:lstStyle/>
          <a:p>
            <a:pPr eaLnBrk="1" hangingPunct="1"/>
            <a:r>
              <a:rPr lang="en-US" altLang="ja-JP" sz="3200" dirty="0" err="1" smtClean="0"/>
              <a:t>Xác</a:t>
            </a:r>
            <a:r>
              <a:rPr lang="en-US" altLang="ja-JP" sz="3200" dirty="0" smtClean="0"/>
              <a:t> </a:t>
            </a:r>
            <a:r>
              <a:rPr lang="en-US" altLang="ja-JP" sz="3200" dirty="0" err="1"/>
              <a:t>định</a:t>
            </a:r>
            <a:r>
              <a:rPr lang="en-US" altLang="ja-JP" sz="3200" dirty="0"/>
              <a:t> </a:t>
            </a:r>
            <a:r>
              <a:rPr lang="en-US" altLang="ja-JP" sz="3200" dirty="0" err="1"/>
              <a:t>rủi</a:t>
            </a:r>
            <a:r>
              <a:rPr lang="en-US" altLang="ja-JP" sz="3200" dirty="0"/>
              <a:t> </a:t>
            </a:r>
            <a:r>
              <a:rPr lang="en-US" altLang="ja-JP" sz="3200" dirty="0" err="1"/>
              <a:t>ro</a:t>
            </a:r>
            <a:endParaRPr lang="en-US" altLang="ja-JP" sz="3200" dirty="0"/>
          </a:p>
        </p:txBody>
      </p:sp>
      <p:sp>
        <p:nvSpPr>
          <p:cNvPr id="90115" name="Rectangle 3"/>
          <p:cNvSpPr>
            <a:spLocks noGrp="1" noChangeArrowheads="1"/>
          </p:cNvSpPr>
          <p:nvPr>
            <p:ph type="body" sz="quarter" idx="13"/>
          </p:nvPr>
        </p:nvSpPr>
        <p:spPr/>
        <p:txBody>
          <a:bodyPr/>
          <a:lstStyle/>
          <a:p>
            <a:pPr eaLnBrk="1" hangingPunct="1">
              <a:buClrTx/>
              <a:buFont typeface="Wingdings" pitchFamily="2" charset="2"/>
              <a:buChar char="Ø"/>
            </a:pPr>
            <a:r>
              <a:rPr lang="en-US" altLang="ja-JP"/>
              <a:t>Xác định các rủi ro có thể ảnh h</a:t>
            </a:r>
            <a:r>
              <a:rPr lang="vi-VN" altLang="ja-JP"/>
              <a:t>ư</a:t>
            </a:r>
            <a:r>
              <a:rPr lang="en-US" altLang="ja-JP"/>
              <a:t>ởng tới dự án và ghi lại các đặc điểm của chúng.</a:t>
            </a:r>
          </a:p>
        </p:txBody>
      </p:sp>
      <p:graphicFrame>
        <p:nvGraphicFramePr>
          <p:cNvPr id="75828" name="Group 52"/>
          <p:cNvGraphicFramePr>
            <a:graphicFrameLocks noGrp="1"/>
          </p:cNvGraphicFramePr>
          <p:nvPr>
            <p:extLst>
              <p:ext uri="{D42A27DB-BD31-4B8C-83A1-F6EECF244321}">
                <p14:modId xmlns:p14="http://schemas.microsoft.com/office/powerpoint/2010/main" val="798471910"/>
              </p:ext>
            </p:extLst>
          </p:nvPr>
        </p:nvGraphicFramePr>
        <p:xfrm>
          <a:off x="571500" y="1905000"/>
          <a:ext cx="8001000" cy="4324366"/>
        </p:xfrm>
        <a:graphic>
          <a:graphicData uri="http://schemas.openxmlformats.org/drawingml/2006/table">
            <a:tbl>
              <a:tblPr/>
              <a:tblGrid>
                <a:gridCol w="1171222">
                  <a:extLst>
                    <a:ext uri="{9D8B030D-6E8A-4147-A177-3AD203B41FA5}">
                      <a16:colId xmlns:a16="http://schemas.microsoft.com/office/drawing/2014/main" xmlns="" val="20000"/>
                    </a:ext>
                  </a:extLst>
                </a:gridCol>
                <a:gridCol w="3330223">
                  <a:extLst>
                    <a:ext uri="{9D8B030D-6E8A-4147-A177-3AD203B41FA5}">
                      <a16:colId xmlns:a16="http://schemas.microsoft.com/office/drawing/2014/main" xmlns="" val="20001"/>
                    </a:ext>
                  </a:extLst>
                </a:gridCol>
                <a:gridCol w="3499555">
                  <a:extLst>
                    <a:ext uri="{9D8B030D-6E8A-4147-A177-3AD203B41FA5}">
                      <a16:colId xmlns:a16="http://schemas.microsoft.com/office/drawing/2014/main" xmlns="" val="20002"/>
                    </a:ext>
                  </a:extLst>
                </a:gridCol>
              </a:tblGrid>
              <a:tr h="504771">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90000"/>
                        <a:buFont typeface="Wingdings" pitchFamily="2" charset="2"/>
                        <a:buNone/>
                        <a:tabLst/>
                      </a:pPr>
                      <a:r>
                        <a:rPr kumimoji="1" lang="en-US" altLang="ja-JP" sz="1400" b="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Phân loại</a:t>
                      </a:r>
                      <a:endParaRPr kumimoji="1" lang="ja-JP" altLang="en-US" sz="1400" b="0" i="0" u="none" strike="noStrike" cap="none" normalizeH="0" baseline="0">
                        <a:ln>
                          <a:noFill/>
                        </a:ln>
                        <a:solidFill>
                          <a:schemeClr val="tx1"/>
                        </a:solidFill>
                        <a:effectLst/>
                        <a:latin typeface="Tahoma" panose="020B0604030504040204" pitchFamily="34" charset="0"/>
                        <a:ea typeface="ＭＳ Ｐゴシック" pitchFamily="50" charset="-128"/>
                        <a:cs typeface="Tahoma" panose="020B0604030504040204" pitchFamily="34" charset="0"/>
                      </a:endParaRPr>
                    </a:p>
                  </a:txBody>
                  <a:tcPr marT="39028" marB="390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FFCC"/>
                    </a:solidFill>
                  </a:tcPr>
                </a:tc>
                <a:tc>
                  <a:txBody>
                    <a:bodyPr/>
                    <a:lstStyle/>
                    <a:p>
                      <a:pPr marL="0" marR="0" lvl="0" indent="0" algn="ctr" defTabSz="914400" rtl="0" eaLnBrk="0" fontAlgn="base" latinLnBrk="0" hangingPunct="0">
                        <a:lnSpc>
                          <a:spcPct val="100000"/>
                        </a:lnSpc>
                        <a:spcBef>
                          <a:spcPct val="30000"/>
                        </a:spcBef>
                        <a:spcAft>
                          <a:spcPct val="0"/>
                        </a:spcAft>
                        <a:buClr>
                          <a:schemeClr val="folHlink"/>
                        </a:buClr>
                        <a:buSzPct val="90000"/>
                        <a:buFont typeface="Wingdings" pitchFamily="2" charset="2"/>
                        <a:buNone/>
                        <a:tabLst/>
                      </a:pPr>
                      <a:r>
                        <a:rPr kumimoji="1" lang="en-US" altLang="ja-JP" sz="1400" b="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Nguyên nhân - Risk Driver</a:t>
                      </a:r>
                      <a:endParaRPr kumimoji="1" lang="ja-JP" altLang="en-US" sz="1400" b="0" i="0" u="none" strike="noStrike" cap="none" normalizeH="0" baseline="0">
                        <a:ln>
                          <a:noFill/>
                        </a:ln>
                        <a:solidFill>
                          <a:schemeClr val="tx1"/>
                        </a:solidFill>
                        <a:effectLst/>
                        <a:latin typeface="Tahoma" panose="020B0604030504040204" pitchFamily="34" charset="0"/>
                        <a:ea typeface="ＭＳ Ｐゴシック" pitchFamily="50" charset="-128"/>
                        <a:cs typeface="Tahoma" panose="020B0604030504040204" pitchFamily="34" charset="0"/>
                      </a:endParaRPr>
                    </a:p>
                  </a:txBody>
                  <a:tcPr marT="39028" marB="390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FFCC"/>
                    </a:solidFill>
                  </a:tcPr>
                </a:tc>
                <a:tc>
                  <a:txBody>
                    <a:bodyPr/>
                    <a:lstStyle/>
                    <a:p>
                      <a:pPr marL="0" marR="0" lvl="0" indent="0" algn="ctr" defTabSz="914400" rtl="0" eaLnBrk="0" fontAlgn="base" latinLnBrk="0" hangingPunct="0">
                        <a:lnSpc>
                          <a:spcPct val="100000"/>
                        </a:lnSpc>
                        <a:spcBef>
                          <a:spcPct val="30000"/>
                        </a:spcBef>
                        <a:spcAft>
                          <a:spcPct val="0"/>
                        </a:spcAft>
                        <a:buClr>
                          <a:schemeClr val="folHlink"/>
                        </a:buClr>
                        <a:buSzPct val="90000"/>
                        <a:buFont typeface="Wingdings" pitchFamily="2" charset="2"/>
                        <a:buNone/>
                        <a:tabLst/>
                      </a:pPr>
                      <a:r>
                        <a:rPr kumimoji="1" lang="en-US" altLang="ja-JP" sz="1400" b="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Rủi ro - Risk</a:t>
                      </a:r>
                      <a:endParaRPr kumimoji="1" lang="ja-JP" altLang="en-US" sz="1400" b="0" i="0" u="none" strike="noStrike" cap="none" normalizeH="0" baseline="0">
                        <a:ln>
                          <a:noFill/>
                        </a:ln>
                        <a:solidFill>
                          <a:schemeClr val="tx1"/>
                        </a:solidFill>
                        <a:effectLst/>
                        <a:latin typeface="Tahoma" panose="020B0604030504040204" pitchFamily="34" charset="0"/>
                        <a:ea typeface="ＭＳ Ｐゴシック" pitchFamily="50" charset="-128"/>
                        <a:cs typeface="Tahoma" panose="020B0604030504040204" pitchFamily="34" charset="0"/>
                      </a:endParaRPr>
                    </a:p>
                  </a:txBody>
                  <a:tcPr marT="39028" marB="390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FFCC"/>
                    </a:solidFill>
                  </a:tcPr>
                </a:tc>
                <a:extLst>
                  <a:ext uri="{0D108BD9-81ED-4DB2-BD59-A6C34878D82A}">
                    <a16:rowId xmlns:a16="http://schemas.microsoft.com/office/drawing/2014/main" xmlns="" val="10000"/>
                  </a:ext>
                </a:extLst>
              </a:tr>
              <a:tr h="504771">
                <a:tc rowSpan="3">
                  <a:txBody>
                    <a:bodyPr/>
                    <a:lstStyle/>
                    <a:p>
                      <a:pPr marL="0" marR="0" lvl="0" indent="0" algn="l" defTabSz="914400" rtl="0" eaLnBrk="0" fontAlgn="base" latinLnBrk="0" hangingPunct="0">
                        <a:lnSpc>
                          <a:spcPct val="100000"/>
                        </a:lnSpc>
                        <a:spcBef>
                          <a:spcPct val="30000"/>
                        </a:spcBef>
                        <a:spcAft>
                          <a:spcPct val="0"/>
                        </a:spcAft>
                        <a:buClr>
                          <a:schemeClr val="folHlink"/>
                        </a:buClr>
                        <a:buSzPct val="90000"/>
                        <a:buFont typeface="Wingdings" pitchFamily="2" charset="2"/>
                        <a:buNone/>
                        <a:tabLst/>
                      </a:pPr>
                      <a:r>
                        <a:rPr kumimoji="1" lang="en-US" altLang="ja-JP" sz="1400" b="0" i="0" u="none" strike="noStrike" cap="none" normalizeH="0" baseline="0">
                          <a:ln>
                            <a:noFill/>
                          </a:ln>
                          <a:solidFill>
                            <a:srgbClr val="000000"/>
                          </a:solidFill>
                          <a:effectLst/>
                          <a:latin typeface="Tahoma" panose="020B0604030504040204" pitchFamily="34" charset="0"/>
                          <a:ea typeface="Tahoma" panose="020B0604030504040204" pitchFamily="34" charset="0"/>
                          <a:cs typeface="Tahoma" panose="020B0604030504040204" pitchFamily="34" charset="0"/>
                        </a:rPr>
                        <a:t>Hệ thống</a:t>
                      </a:r>
                      <a:endParaRPr kumimoji="1" lang="ja-JP" altLang="en-US" sz="1400" b="0" i="0" u="none" strike="noStrike" cap="none" normalizeH="0" baseline="0">
                        <a:ln>
                          <a:noFill/>
                        </a:ln>
                        <a:solidFill>
                          <a:schemeClr val="tx1"/>
                        </a:solidFill>
                        <a:effectLst/>
                        <a:latin typeface="Tahoma" panose="020B0604030504040204" pitchFamily="34" charset="0"/>
                        <a:ea typeface="ＭＳ Ｐゴシック" pitchFamily="50" charset="-128"/>
                        <a:cs typeface="Tahoma" panose="020B0604030504040204" pitchFamily="34" charset="0"/>
                      </a:endParaRPr>
                    </a:p>
                    <a:p>
                      <a:pPr marL="0" marR="0" lvl="0" indent="0" algn="l" defTabSz="914400" rtl="0" eaLnBrk="0" fontAlgn="base" latinLnBrk="0" hangingPunct="0">
                        <a:lnSpc>
                          <a:spcPct val="100000"/>
                        </a:lnSpc>
                        <a:spcBef>
                          <a:spcPct val="20000"/>
                        </a:spcBef>
                        <a:spcAft>
                          <a:spcPct val="0"/>
                        </a:spcAft>
                        <a:buClr>
                          <a:schemeClr val="folHlink"/>
                        </a:buClr>
                        <a:buSzPct val="90000"/>
                        <a:buFont typeface="Wingdings" pitchFamily="2" charset="2"/>
                        <a:buNone/>
                        <a:tabLst/>
                      </a:pPr>
                      <a:endParaRPr kumimoji="1" lang="ja-JP" altLang="en-US" sz="1400" b="0" i="0" u="none" strike="noStrike" cap="none" normalizeH="0" baseline="0">
                        <a:ln>
                          <a:noFill/>
                        </a:ln>
                        <a:solidFill>
                          <a:schemeClr val="tx1"/>
                        </a:solidFill>
                        <a:effectLst/>
                        <a:latin typeface="Tahoma" panose="020B0604030504040204" pitchFamily="34" charset="0"/>
                        <a:ea typeface="ＭＳ Ｐゴシック" pitchFamily="50" charset="-128"/>
                        <a:cs typeface="Tahoma" panose="020B0604030504040204" pitchFamily="34" charset="0"/>
                      </a:endParaRPr>
                    </a:p>
                  </a:txBody>
                  <a:tcPr marT="39028" marB="390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0000"/>
                        </a:spcBef>
                        <a:spcAft>
                          <a:spcPct val="0"/>
                        </a:spcAft>
                        <a:buClr>
                          <a:schemeClr val="folHlink"/>
                        </a:buClr>
                        <a:buSzPct val="90000"/>
                        <a:buFont typeface="Wingdings" pitchFamily="2" charset="2"/>
                        <a:buNone/>
                        <a:tabLst/>
                      </a:pPr>
                      <a:r>
                        <a:rPr kumimoji="1" lang="ja-JP" altLang="en-US" sz="1400" b="0" i="0" u="none" strike="noStrike" cap="none" normalizeH="0" baseline="0">
                          <a:ln>
                            <a:noFill/>
                          </a:ln>
                          <a:solidFill>
                            <a:srgbClr val="000000"/>
                          </a:solidFill>
                          <a:effectLst/>
                          <a:latin typeface="Tahoma" panose="020B0604030504040204" pitchFamily="34" charset="0"/>
                          <a:ea typeface="ＭＳ Ｐゴシック" pitchFamily="50" charset="-128"/>
                          <a:cs typeface="Tahoma" panose="020B0604030504040204" pitchFamily="34" charset="0"/>
                        </a:rPr>
                        <a:t>・</a:t>
                      </a:r>
                      <a:r>
                        <a:rPr kumimoji="1" lang="en-US" altLang="ja-JP" sz="1400" b="0" i="0" u="none" strike="noStrike" cap="none" normalizeH="0" baseline="0">
                          <a:ln>
                            <a:noFill/>
                          </a:ln>
                          <a:solidFill>
                            <a:srgbClr val="000000"/>
                          </a:solidFill>
                          <a:effectLst/>
                          <a:latin typeface="Tahoma" panose="020B0604030504040204" pitchFamily="34" charset="0"/>
                          <a:ea typeface="Tahoma" panose="020B0604030504040204" pitchFamily="34" charset="0"/>
                          <a:cs typeface="Tahoma" panose="020B0604030504040204" pitchFamily="34" charset="0"/>
                        </a:rPr>
                        <a:t>Yêu cầu không rõ ràng</a:t>
                      </a:r>
                      <a:endParaRPr kumimoji="1" lang="ja-JP" altLang="en-US" sz="1400" b="0" i="0" u="none" strike="noStrike" cap="none" normalizeH="0" baseline="0">
                        <a:ln>
                          <a:noFill/>
                        </a:ln>
                        <a:solidFill>
                          <a:srgbClr val="000000"/>
                        </a:solidFill>
                        <a:effectLst/>
                        <a:latin typeface="Tahoma" panose="020B0604030504040204" pitchFamily="34" charset="0"/>
                        <a:ea typeface="ＭＳ Ｐゴシック" pitchFamily="50" charset="-128"/>
                        <a:cs typeface="Tahoma" panose="020B0604030504040204" pitchFamily="34" charset="0"/>
                      </a:endParaRPr>
                    </a:p>
                  </a:txBody>
                  <a:tcPr marT="39028" marB="390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0000"/>
                        </a:spcBef>
                        <a:spcAft>
                          <a:spcPct val="0"/>
                        </a:spcAft>
                        <a:buClr>
                          <a:schemeClr val="folHlink"/>
                        </a:buClr>
                        <a:buSzPct val="90000"/>
                        <a:buFont typeface="Wingdings" pitchFamily="2" charset="2"/>
                        <a:buNone/>
                        <a:tabLst/>
                      </a:pPr>
                      <a:r>
                        <a:rPr kumimoji="1" lang="ja-JP" altLang="en-US" sz="1400" b="0" i="0" u="none" strike="noStrike" cap="none" normalizeH="0" baseline="0">
                          <a:ln>
                            <a:noFill/>
                          </a:ln>
                          <a:solidFill>
                            <a:srgbClr val="000000"/>
                          </a:solidFill>
                          <a:effectLst/>
                          <a:latin typeface="Tahoma" panose="020B0604030504040204" pitchFamily="34" charset="0"/>
                          <a:ea typeface="ＭＳ Ｐゴシック" pitchFamily="50" charset="-128"/>
                          <a:cs typeface="Tahoma" panose="020B0604030504040204" pitchFamily="34" charset="0"/>
                        </a:rPr>
                        <a:t>・</a:t>
                      </a:r>
                      <a:r>
                        <a:rPr kumimoji="1" lang="en-US" altLang="ja-JP" sz="1400" b="0" i="0" u="none" strike="noStrike" cap="none" normalizeH="0" baseline="0">
                          <a:ln>
                            <a:noFill/>
                          </a:ln>
                          <a:solidFill>
                            <a:srgbClr val="000000"/>
                          </a:solidFill>
                          <a:effectLst/>
                          <a:latin typeface="Tahoma" panose="020B0604030504040204" pitchFamily="34" charset="0"/>
                          <a:ea typeface="Tahoma" panose="020B0604030504040204" pitchFamily="34" charset="0"/>
                          <a:cs typeface="Tahoma" panose="020B0604030504040204" pitchFamily="34" charset="0"/>
                        </a:rPr>
                        <a:t>Dự án có thể bị trễ nếu cần xác định rõ yêu cầu</a:t>
                      </a:r>
                      <a:endParaRPr kumimoji="1" lang="ja-JP" altLang="en-US" sz="1400" b="0" i="0" u="none" strike="noStrike" cap="none" normalizeH="0" baseline="0">
                        <a:ln>
                          <a:noFill/>
                        </a:ln>
                        <a:solidFill>
                          <a:srgbClr val="000000"/>
                        </a:solidFill>
                        <a:effectLst/>
                        <a:latin typeface="Tahoma" panose="020B0604030504040204" pitchFamily="34" charset="0"/>
                        <a:ea typeface="ＭＳ Ｐゴシック" pitchFamily="50" charset="-128"/>
                        <a:cs typeface="Tahoma" panose="020B0604030504040204" pitchFamily="34" charset="0"/>
                      </a:endParaRPr>
                    </a:p>
                  </a:txBody>
                  <a:tcPr marT="39028" marB="390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291413">
                <a:tc vMerge="1">
                  <a:txBody>
                    <a:bodyPr/>
                    <a:lstStyle/>
                    <a:p>
                      <a:endParaRPr lang="en-US"/>
                    </a:p>
                  </a:txBody>
                  <a:tcPr/>
                </a:tc>
                <a:tc>
                  <a:txBody>
                    <a:bodyPr/>
                    <a:lstStyle/>
                    <a:p>
                      <a:pPr marL="0" marR="0" lvl="0" indent="0" algn="l" defTabSz="914400" rtl="0" eaLnBrk="0" fontAlgn="base" latinLnBrk="0" hangingPunct="0">
                        <a:lnSpc>
                          <a:spcPct val="100000"/>
                        </a:lnSpc>
                        <a:spcBef>
                          <a:spcPct val="30000"/>
                        </a:spcBef>
                        <a:spcAft>
                          <a:spcPct val="0"/>
                        </a:spcAft>
                        <a:buClr>
                          <a:schemeClr val="folHlink"/>
                        </a:buClr>
                        <a:buSzPct val="90000"/>
                        <a:buFont typeface="Wingdings" pitchFamily="2" charset="2"/>
                        <a:buNone/>
                        <a:tabLst/>
                      </a:pPr>
                      <a:r>
                        <a:rPr kumimoji="1" lang="ja-JP" altLang="en-US" sz="1400" b="0" i="0" u="none" strike="noStrike" cap="none" normalizeH="0" baseline="0">
                          <a:ln>
                            <a:noFill/>
                          </a:ln>
                          <a:solidFill>
                            <a:srgbClr val="000000"/>
                          </a:solidFill>
                          <a:effectLst/>
                          <a:latin typeface="Tahoma" panose="020B0604030504040204" pitchFamily="34" charset="0"/>
                          <a:ea typeface="ＭＳ Ｐゴシック" pitchFamily="50" charset="-128"/>
                          <a:cs typeface="Tahoma" panose="020B0604030504040204" pitchFamily="34" charset="0"/>
                        </a:rPr>
                        <a:t>・</a:t>
                      </a:r>
                      <a:r>
                        <a:rPr kumimoji="1" lang="en-US" altLang="ja-JP" sz="1400" b="0" i="0" u="none" strike="noStrike" cap="none" normalizeH="0" baseline="0">
                          <a:ln>
                            <a:noFill/>
                          </a:ln>
                          <a:solidFill>
                            <a:srgbClr val="000000"/>
                          </a:solidFill>
                          <a:effectLst/>
                          <a:latin typeface="Tahoma" panose="020B0604030504040204" pitchFamily="34" charset="0"/>
                          <a:ea typeface="Tahoma" panose="020B0604030504040204" pitchFamily="34" charset="0"/>
                          <a:cs typeface="Tahoma" panose="020B0604030504040204" pitchFamily="34" charset="0"/>
                        </a:rPr>
                        <a:t>Dự án quá lớn</a:t>
                      </a:r>
                      <a:endParaRPr kumimoji="1" lang="ja-JP" altLang="en-US" sz="1400" b="0" i="0" u="none" strike="noStrike" cap="none" normalizeH="0" baseline="0">
                        <a:ln>
                          <a:noFill/>
                        </a:ln>
                        <a:solidFill>
                          <a:srgbClr val="000000"/>
                        </a:solidFill>
                        <a:effectLst/>
                        <a:latin typeface="Tahoma" panose="020B0604030504040204" pitchFamily="34" charset="0"/>
                        <a:ea typeface="ＭＳ Ｐゴシック" pitchFamily="50" charset="-128"/>
                        <a:cs typeface="Tahoma" panose="020B0604030504040204" pitchFamily="34" charset="0"/>
                      </a:endParaRPr>
                    </a:p>
                  </a:txBody>
                  <a:tcPr marT="39028" marB="390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0000"/>
                        </a:spcBef>
                        <a:spcAft>
                          <a:spcPct val="0"/>
                        </a:spcAft>
                        <a:buClr>
                          <a:schemeClr val="folHlink"/>
                        </a:buClr>
                        <a:buSzPct val="90000"/>
                        <a:buFont typeface="Wingdings" pitchFamily="2" charset="2"/>
                        <a:buNone/>
                        <a:tabLst/>
                      </a:pPr>
                      <a:r>
                        <a:rPr kumimoji="1" lang="ja-JP" altLang="en-US" sz="1400" b="0" i="0" u="none" strike="noStrike" cap="none" normalizeH="0" baseline="0">
                          <a:ln>
                            <a:noFill/>
                          </a:ln>
                          <a:solidFill>
                            <a:srgbClr val="000000"/>
                          </a:solidFill>
                          <a:effectLst/>
                          <a:latin typeface="Tahoma" panose="020B0604030504040204" pitchFamily="34" charset="0"/>
                          <a:ea typeface="ＭＳ Ｐゴシック" pitchFamily="50" charset="-128"/>
                          <a:cs typeface="Tahoma" panose="020B0604030504040204" pitchFamily="34" charset="0"/>
                        </a:rPr>
                        <a:t>・</a:t>
                      </a:r>
                      <a:r>
                        <a:rPr kumimoji="1" lang="en-US" altLang="ja-JP" sz="1400" b="0" i="0" u="none" strike="noStrike" cap="none" normalizeH="0" baseline="0">
                          <a:ln>
                            <a:noFill/>
                          </a:ln>
                          <a:solidFill>
                            <a:srgbClr val="000000"/>
                          </a:solidFill>
                          <a:effectLst/>
                          <a:latin typeface="Tahoma" panose="020B0604030504040204" pitchFamily="34" charset="0"/>
                          <a:ea typeface="Tahoma" panose="020B0604030504040204" pitchFamily="34" charset="0"/>
                          <a:cs typeface="Tahoma" panose="020B0604030504040204" pitchFamily="34" charset="0"/>
                        </a:rPr>
                        <a:t>Ước l</a:t>
                      </a:r>
                      <a:r>
                        <a:rPr kumimoji="1" lang="vi-VN" altLang="ja-JP" sz="1400" b="0" i="0" u="none" strike="noStrike" cap="none" normalizeH="0" baseline="0">
                          <a:ln>
                            <a:noFill/>
                          </a:ln>
                          <a:solidFill>
                            <a:srgbClr val="000000"/>
                          </a:solidFill>
                          <a:effectLst/>
                          <a:latin typeface="Tahoma" panose="020B0604030504040204" pitchFamily="34" charset="0"/>
                          <a:ea typeface="Tahoma" panose="020B0604030504040204" pitchFamily="34" charset="0"/>
                          <a:cs typeface="Tahoma" panose="020B0604030504040204" pitchFamily="34" charset="0"/>
                        </a:rPr>
                        <a:t>ư</a:t>
                      </a:r>
                      <a:r>
                        <a:rPr kumimoji="1" lang="en-US" altLang="ja-JP" sz="1400" b="0" i="0" u="none" strike="noStrike" cap="none" normalizeH="0" baseline="0">
                          <a:ln>
                            <a:noFill/>
                          </a:ln>
                          <a:solidFill>
                            <a:srgbClr val="000000"/>
                          </a:solidFill>
                          <a:effectLst/>
                          <a:latin typeface="Tahoma" panose="020B0604030504040204" pitchFamily="34" charset="0"/>
                          <a:ea typeface="Tahoma" panose="020B0604030504040204" pitchFamily="34" charset="0"/>
                          <a:cs typeface="Tahoma" panose="020B0604030504040204" pitchFamily="34" charset="0"/>
                        </a:rPr>
                        <a:t>ợng khó khăn</a:t>
                      </a:r>
                      <a:endParaRPr kumimoji="1" lang="ja-JP" altLang="en-US" sz="1400" b="0" i="0" u="none" strike="noStrike" cap="none" normalizeH="0" baseline="0">
                        <a:ln>
                          <a:noFill/>
                        </a:ln>
                        <a:solidFill>
                          <a:srgbClr val="000000"/>
                        </a:solidFill>
                        <a:effectLst/>
                        <a:latin typeface="Tahoma" panose="020B0604030504040204" pitchFamily="34" charset="0"/>
                        <a:ea typeface="ＭＳ Ｐゴシック" pitchFamily="50" charset="-128"/>
                        <a:cs typeface="Tahoma" panose="020B0604030504040204" pitchFamily="34" charset="0"/>
                      </a:endParaRPr>
                    </a:p>
                  </a:txBody>
                  <a:tcPr marT="39028" marB="390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494356">
                <a:tc vMerge="1">
                  <a:txBody>
                    <a:bodyPr/>
                    <a:lstStyle/>
                    <a:p>
                      <a:endParaRPr lang="en-US"/>
                    </a:p>
                  </a:txBody>
                  <a:tcPr/>
                </a:tc>
                <a:tc>
                  <a:txBody>
                    <a:bodyPr/>
                    <a:lstStyle/>
                    <a:p>
                      <a:pPr marL="0" marR="0" lvl="0" indent="0" algn="l" defTabSz="914400" rtl="0" eaLnBrk="0" fontAlgn="base" latinLnBrk="0" hangingPunct="0">
                        <a:lnSpc>
                          <a:spcPct val="100000"/>
                        </a:lnSpc>
                        <a:spcBef>
                          <a:spcPct val="30000"/>
                        </a:spcBef>
                        <a:spcAft>
                          <a:spcPct val="0"/>
                        </a:spcAft>
                        <a:buClr>
                          <a:schemeClr val="folHlink"/>
                        </a:buClr>
                        <a:buSzPct val="90000"/>
                        <a:buFont typeface="Wingdings" pitchFamily="2" charset="2"/>
                        <a:buNone/>
                        <a:tabLst/>
                      </a:pPr>
                      <a:r>
                        <a:rPr kumimoji="1" lang="ja-JP" altLang="en-US" sz="1400" b="0" i="0" u="none" strike="noStrike" cap="none" normalizeH="0" baseline="0">
                          <a:ln>
                            <a:noFill/>
                          </a:ln>
                          <a:solidFill>
                            <a:srgbClr val="000000"/>
                          </a:solidFill>
                          <a:effectLst/>
                          <a:latin typeface="Tahoma" panose="020B0604030504040204" pitchFamily="34" charset="0"/>
                          <a:ea typeface="ＭＳ Ｐゴシック" pitchFamily="50" charset="-128"/>
                          <a:cs typeface="Tahoma" panose="020B0604030504040204" pitchFamily="34" charset="0"/>
                        </a:rPr>
                        <a:t>・</a:t>
                      </a:r>
                      <a:r>
                        <a:rPr kumimoji="1" lang="en-US" altLang="ja-JP" sz="1400" b="0" i="0" u="none" strike="noStrike" cap="none" normalizeH="0" baseline="0">
                          <a:ln>
                            <a:noFill/>
                          </a:ln>
                          <a:solidFill>
                            <a:srgbClr val="000000"/>
                          </a:solidFill>
                          <a:effectLst/>
                          <a:latin typeface="Tahoma" panose="020B0604030504040204" pitchFamily="34" charset="0"/>
                          <a:ea typeface="Tahoma" panose="020B0604030504040204" pitchFamily="34" charset="0"/>
                          <a:cs typeface="Tahoma" panose="020B0604030504040204" pitchFamily="34" charset="0"/>
                        </a:rPr>
                        <a:t>Đòi hỏi cao về chất l</a:t>
                      </a:r>
                      <a:r>
                        <a:rPr kumimoji="1" lang="vi-VN" altLang="ja-JP" sz="1400" b="0" i="0" u="none" strike="noStrike" cap="none" normalizeH="0" baseline="0">
                          <a:ln>
                            <a:noFill/>
                          </a:ln>
                          <a:solidFill>
                            <a:srgbClr val="000000"/>
                          </a:solidFill>
                          <a:effectLst/>
                          <a:latin typeface="Tahoma" panose="020B0604030504040204" pitchFamily="34" charset="0"/>
                          <a:ea typeface="Tahoma" panose="020B0604030504040204" pitchFamily="34" charset="0"/>
                          <a:cs typeface="Tahoma" panose="020B0604030504040204" pitchFamily="34" charset="0"/>
                        </a:rPr>
                        <a:t>ư</a:t>
                      </a:r>
                      <a:r>
                        <a:rPr kumimoji="1" lang="en-US" altLang="ja-JP" sz="1400" b="0" i="0" u="none" strike="noStrike" cap="none" normalizeH="0" baseline="0">
                          <a:ln>
                            <a:noFill/>
                          </a:ln>
                          <a:solidFill>
                            <a:srgbClr val="000000"/>
                          </a:solidFill>
                          <a:effectLst/>
                          <a:latin typeface="Tahoma" panose="020B0604030504040204" pitchFamily="34" charset="0"/>
                          <a:ea typeface="Tahoma" panose="020B0604030504040204" pitchFamily="34" charset="0"/>
                          <a:cs typeface="Tahoma" panose="020B0604030504040204" pitchFamily="34" charset="0"/>
                        </a:rPr>
                        <a:t>ợng</a:t>
                      </a:r>
                      <a:endParaRPr kumimoji="1" lang="ja-JP" altLang="en-US" sz="1400" b="0" i="0" u="none" strike="noStrike" cap="none" normalizeH="0" baseline="0">
                        <a:ln>
                          <a:noFill/>
                        </a:ln>
                        <a:solidFill>
                          <a:srgbClr val="000000"/>
                        </a:solidFill>
                        <a:effectLst/>
                        <a:latin typeface="Tahoma" panose="020B0604030504040204" pitchFamily="34" charset="0"/>
                        <a:ea typeface="ＭＳ Ｐゴシック" pitchFamily="50" charset="-128"/>
                        <a:cs typeface="Tahoma" panose="020B0604030504040204" pitchFamily="34" charset="0"/>
                      </a:endParaRPr>
                    </a:p>
                  </a:txBody>
                  <a:tcPr marT="39028" marB="390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0000"/>
                        </a:spcBef>
                        <a:spcAft>
                          <a:spcPct val="0"/>
                        </a:spcAft>
                        <a:buClr>
                          <a:schemeClr val="folHlink"/>
                        </a:buClr>
                        <a:buSzPct val="90000"/>
                        <a:buFont typeface="Wingdings" pitchFamily="2" charset="2"/>
                        <a:buNone/>
                        <a:tabLst/>
                      </a:pPr>
                      <a:r>
                        <a:rPr kumimoji="1" lang="ja-JP" altLang="en-US" sz="1400" b="0" i="0" u="none" strike="noStrike" cap="none" normalizeH="0" baseline="0">
                          <a:ln>
                            <a:noFill/>
                          </a:ln>
                          <a:solidFill>
                            <a:srgbClr val="000000"/>
                          </a:solidFill>
                          <a:effectLst/>
                          <a:latin typeface="Tahoma" panose="020B0604030504040204" pitchFamily="34" charset="0"/>
                          <a:ea typeface="ＭＳ Ｐゴシック" pitchFamily="50" charset="-128"/>
                          <a:cs typeface="Tahoma" panose="020B0604030504040204" pitchFamily="34" charset="0"/>
                        </a:rPr>
                        <a:t>・</a:t>
                      </a:r>
                      <a:r>
                        <a:rPr kumimoji="1" lang="en-US" altLang="ja-JP" sz="1400" b="0" i="0" u="none" strike="noStrike" cap="none" normalizeH="0" baseline="0">
                          <a:ln>
                            <a:noFill/>
                          </a:ln>
                          <a:solidFill>
                            <a:srgbClr val="000000"/>
                          </a:solidFill>
                          <a:effectLst/>
                          <a:latin typeface="Tahoma" panose="020B0604030504040204" pitchFamily="34" charset="0"/>
                          <a:ea typeface="Tahoma" panose="020B0604030504040204" pitchFamily="34" charset="0"/>
                          <a:cs typeface="Tahoma" panose="020B0604030504040204" pitchFamily="34" charset="0"/>
                        </a:rPr>
                        <a:t>Lịch trình có thể bị trễ</a:t>
                      </a:r>
                      <a:endParaRPr kumimoji="1" lang="ja-JP" altLang="en-US" sz="1400" b="0" i="0" u="none" strike="noStrike" cap="none" normalizeH="0" baseline="0">
                        <a:ln>
                          <a:noFill/>
                        </a:ln>
                        <a:solidFill>
                          <a:srgbClr val="000000"/>
                        </a:solidFill>
                        <a:effectLst/>
                        <a:latin typeface="Tahoma" panose="020B0604030504040204" pitchFamily="34" charset="0"/>
                        <a:ea typeface="ＭＳ Ｐゴシック" pitchFamily="50" charset="-128"/>
                        <a:cs typeface="Tahoma" panose="020B0604030504040204" pitchFamily="34" charset="0"/>
                      </a:endParaRPr>
                    </a:p>
                  </a:txBody>
                  <a:tcPr marT="39028" marB="390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504771">
                <a:tc rowSpan="2">
                  <a:txBody>
                    <a:bodyPr/>
                    <a:lstStyle/>
                    <a:p>
                      <a:pPr marL="0" marR="0" lvl="0" indent="0" algn="l" defTabSz="914400" rtl="0" eaLnBrk="0" fontAlgn="base" latinLnBrk="0" hangingPunct="0">
                        <a:lnSpc>
                          <a:spcPct val="100000"/>
                        </a:lnSpc>
                        <a:spcBef>
                          <a:spcPct val="30000"/>
                        </a:spcBef>
                        <a:spcAft>
                          <a:spcPct val="0"/>
                        </a:spcAft>
                        <a:buClr>
                          <a:schemeClr val="folHlink"/>
                        </a:buClr>
                        <a:buSzPct val="90000"/>
                        <a:buFont typeface="Wingdings" pitchFamily="2" charset="2"/>
                        <a:buNone/>
                        <a:tabLst/>
                      </a:pPr>
                      <a:r>
                        <a:rPr kumimoji="1" lang="en-US" altLang="ja-JP" sz="1400" b="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Kỹ thuật</a:t>
                      </a:r>
                      <a:endParaRPr kumimoji="1" lang="ja-JP" altLang="en-US" sz="1400" b="0" i="0" u="none" strike="noStrike" cap="none" normalizeH="0" baseline="0">
                        <a:ln>
                          <a:noFill/>
                        </a:ln>
                        <a:solidFill>
                          <a:schemeClr val="tx1"/>
                        </a:solidFill>
                        <a:effectLst/>
                        <a:latin typeface="Tahoma" panose="020B0604030504040204" pitchFamily="34" charset="0"/>
                        <a:ea typeface="ＭＳ Ｐゴシック" pitchFamily="50" charset="-128"/>
                        <a:cs typeface="Tahoma" panose="020B0604030504040204" pitchFamily="34" charset="0"/>
                      </a:endParaRPr>
                    </a:p>
                  </a:txBody>
                  <a:tcPr marT="39028" marB="390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0000"/>
                        </a:spcBef>
                        <a:spcAft>
                          <a:spcPct val="0"/>
                        </a:spcAft>
                        <a:buClr>
                          <a:schemeClr val="folHlink"/>
                        </a:buClr>
                        <a:buSzPct val="90000"/>
                        <a:buFont typeface="Wingdings" pitchFamily="2" charset="2"/>
                        <a:buNone/>
                        <a:tabLst/>
                      </a:pPr>
                      <a:r>
                        <a:rPr kumimoji="1" lang="ja-JP" altLang="en-US" sz="1400" b="0" i="0" u="none" strike="noStrike" cap="none" normalizeH="0" baseline="0">
                          <a:ln>
                            <a:noFill/>
                          </a:ln>
                          <a:solidFill>
                            <a:srgbClr val="000000"/>
                          </a:solidFill>
                          <a:effectLst/>
                          <a:latin typeface="Tahoma" panose="020B0604030504040204" pitchFamily="34" charset="0"/>
                          <a:ea typeface="ＭＳ Ｐゴシック" pitchFamily="50" charset="-128"/>
                          <a:cs typeface="Tahoma" panose="020B0604030504040204" pitchFamily="34" charset="0"/>
                        </a:rPr>
                        <a:t>・</a:t>
                      </a:r>
                      <a:r>
                        <a:rPr kumimoji="1" lang="en-US" altLang="ja-JP" sz="1400" b="0" i="0" u="none" strike="noStrike" cap="none" normalizeH="0" baseline="0">
                          <a:ln>
                            <a:noFill/>
                          </a:ln>
                          <a:solidFill>
                            <a:srgbClr val="000000"/>
                          </a:solidFill>
                          <a:effectLst/>
                          <a:latin typeface="Tahoma" panose="020B0604030504040204" pitchFamily="34" charset="0"/>
                          <a:ea typeface="Tahoma" panose="020B0604030504040204" pitchFamily="34" charset="0"/>
                          <a:cs typeface="Tahoma" panose="020B0604030504040204" pitchFamily="34" charset="0"/>
                        </a:rPr>
                        <a:t>Sử dụng công nghệ mới</a:t>
                      </a:r>
                      <a:endParaRPr kumimoji="1" lang="ja-JP" altLang="en-US" sz="1400" b="0" i="0" u="none" strike="noStrike" cap="none" normalizeH="0" baseline="0">
                        <a:ln>
                          <a:noFill/>
                        </a:ln>
                        <a:solidFill>
                          <a:srgbClr val="000000"/>
                        </a:solidFill>
                        <a:effectLst/>
                        <a:latin typeface="Tahoma" panose="020B0604030504040204" pitchFamily="34" charset="0"/>
                        <a:ea typeface="ＭＳ Ｐゴシック" pitchFamily="50" charset="-128"/>
                        <a:cs typeface="Tahoma" panose="020B0604030504040204" pitchFamily="34" charset="0"/>
                      </a:endParaRPr>
                    </a:p>
                  </a:txBody>
                  <a:tcPr marT="39028" marB="390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0000"/>
                        </a:spcBef>
                        <a:spcAft>
                          <a:spcPct val="0"/>
                        </a:spcAft>
                        <a:buClr>
                          <a:schemeClr val="folHlink"/>
                        </a:buClr>
                        <a:buSzPct val="90000"/>
                        <a:buFont typeface="Wingdings" pitchFamily="2" charset="2"/>
                        <a:buNone/>
                        <a:tabLst/>
                      </a:pPr>
                      <a:r>
                        <a:rPr kumimoji="1" lang="ja-JP" altLang="en-US" sz="1400" b="0" i="0" u="none" strike="noStrike" cap="none" normalizeH="0" baseline="0">
                          <a:ln>
                            <a:noFill/>
                          </a:ln>
                          <a:solidFill>
                            <a:srgbClr val="000000"/>
                          </a:solidFill>
                          <a:effectLst/>
                          <a:latin typeface="Tahoma" panose="020B0604030504040204" pitchFamily="34" charset="0"/>
                          <a:ea typeface="ＭＳ Ｐゴシック" pitchFamily="50" charset="-128"/>
                          <a:cs typeface="Tahoma" panose="020B0604030504040204" pitchFamily="34" charset="0"/>
                        </a:rPr>
                        <a:t>・</a:t>
                      </a:r>
                      <a:r>
                        <a:rPr kumimoji="1" lang="en-US" altLang="ja-JP" sz="1400" b="0" i="0" u="none" strike="noStrike" cap="none" normalizeH="0" baseline="0">
                          <a:ln>
                            <a:noFill/>
                          </a:ln>
                          <a:solidFill>
                            <a:srgbClr val="000000"/>
                          </a:solidFill>
                          <a:effectLst/>
                          <a:latin typeface="Tahoma" panose="020B0604030504040204" pitchFamily="34" charset="0"/>
                          <a:ea typeface="Tahoma" panose="020B0604030504040204" pitchFamily="34" charset="0"/>
                          <a:cs typeface="Tahoma" panose="020B0604030504040204" pitchFamily="34" charset="0"/>
                        </a:rPr>
                        <a:t>Tốn nhiều thời gian xử lý lỗi</a:t>
                      </a:r>
                      <a:endParaRPr kumimoji="1" lang="ja-JP" altLang="en-US" sz="1400" b="0" i="0" u="none" strike="noStrike" cap="none" normalizeH="0" baseline="0">
                        <a:ln>
                          <a:noFill/>
                        </a:ln>
                        <a:solidFill>
                          <a:srgbClr val="000000"/>
                        </a:solidFill>
                        <a:effectLst/>
                        <a:latin typeface="Tahoma" panose="020B0604030504040204" pitchFamily="34" charset="0"/>
                        <a:ea typeface="ＭＳ Ｐゴシック" pitchFamily="50" charset="-128"/>
                        <a:cs typeface="Tahoma" panose="020B0604030504040204" pitchFamily="34" charset="0"/>
                      </a:endParaRPr>
                    </a:p>
                  </a:txBody>
                  <a:tcPr marT="39028" marB="390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r h="504771">
                <a:tc vMerge="1">
                  <a:txBody>
                    <a:bodyPr/>
                    <a:lstStyle/>
                    <a:p>
                      <a:endParaRPr lang="en-US"/>
                    </a:p>
                  </a:txBody>
                  <a:tcPr/>
                </a:tc>
                <a:tc>
                  <a:txBody>
                    <a:bodyPr/>
                    <a:lstStyle/>
                    <a:p>
                      <a:pPr marL="0" marR="0" lvl="0" indent="0" algn="l" defTabSz="914400" rtl="0" eaLnBrk="0" fontAlgn="base" latinLnBrk="0" hangingPunct="0">
                        <a:lnSpc>
                          <a:spcPct val="100000"/>
                        </a:lnSpc>
                        <a:spcBef>
                          <a:spcPct val="30000"/>
                        </a:spcBef>
                        <a:spcAft>
                          <a:spcPct val="0"/>
                        </a:spcAft>
                        <a:buClr>
                          <a:schemeClr val="folHlink"/>
                        </a:buClr>
                        <a:buSzPct val="90000"/>
                        <a:buFont typeface="Wingdings" pitchFamily="2" charset="2"/>
                        <a:buNone/>
                        <a:tabLst/>
                      </a:pPr>
                      <a:r>
                        <a:rPr kumimoji="1" lang="ja-JP" altLang="en-US" sz="1400" b="0" i="0" u="none" strike="noStrike" cap="none" normalizeH="0" baseline="0">
                          <a:ln>
                            <a:noFill/>
                          </a:ln>
                          <a:solidFill>
                            <a:srgbClr val="000000"/>
                          </a:solidFill>
                          <a:effectLst/>
                          <a:latin typeface="Tahoma" panose="020B0604030504040204" pitchFamily="34" charset="0"/>
                          <a:ea typeface="ＭＳ Ｐゴシック" pitchFamily="50" charset="-128"/>
                          <a:cs typeface="Tahoma" panose="020B0604030504040204" pitchFamily="34" charset="0"/>
                        </a:rPr>
                        <a:t>・</a:t>
                      </a:r>
                      <a:r>
                        <a:rPr kumimoji="1" lang="en-US" altLang="ja-JP" sz="1400" b="0" i="0" u="none" strike="noStrike" cap="none" normalizeH="0" baseline="0">
                          <a:ln>
                            <a:noFill/>
                          </a:ln>
                          <a:solidFill>
                            <a:srgbClr val="000000"/>
                          </a:solidFill>
                          <a:effectLst/>
                          <a:latin typeface="Tahoma" panose="020B0604030504040204" pitchFamily="34" charset="0"/>
                          <a:ea typeface="Tahoma" panose="020B0604030504040204" pitchFamily="34" charset="0"/>
                          <a:cs typeface="Tahoma" panose="020B0604030504040204" pitchFamily="34" charset="0"/>
                        </a:rPr>
                        <a:t>Sử dụng th</a:t>
                      </a:r>
                      <a:r>
                        <a:rPr kumimoji="1" lang="vi-VN" altLang="ja-JP" sz="1400" b="0" i="0" u="none" strike="noStrike" cap="none" normalizeH="0" baseline="0">
                          <a:ln>
                            <a:noFill/>
                          </a:ln>
                          <a:solidFill>
                            <a:srgbClr val="000000"/>
                          </a:solidFill>
                          <a:effectLst/>
                          <a:latin typeface="Tahoma" panose="020B0604030504040204" pitchFamily="34" charset="0"/>
                          <a:ea typeface="Tahoma" panose="020B0604030504040204" pitchFamily="34" charset="0"/>
                          <a:cs typeface="Tahoma" panose="020B0604030504040204" pitchFamily="34" charset="0"/>
                        </a:rPr>
                        <a:t>ư</a:t>
                      </a:r>
                      <a:r>
                        <a:rPr kumimoji="1" lang="en-US" altLang="ja-JP" sz="1400" b="0" i="0" u="none" strike="noStrike" cap="none" normalizeH="0" baseline="0">
                          <a:ln>
                            <a:noFill/>
                          </a:ln>
                          <a:solidFill>
                            <a:srgbClr val="000000"/>
                          </a:solidFill>
                          <a:effectLst/>
                          <a:latin typeface="Tahoma" panose="020B0604030504040204" pitchFamily="34" charset="0"/>
                          <a:ea typeface="Tahoma" panose="020B0604030504040204" pitchFamily="34" charset="0"/>
                          <a:cs typeface="Tahoma" panose="020B0604030504040204" pitchFamily="34" charset="0"/>
                        </a:rPr>
                        <a:t> viện sẵn có</a:t>
                      </a:r>
                      <a:endParaRPr kumimoji="1" lang="ja-JP" altLang="en-US" sz="1400" b="0" i="0" u="none" strike="noStrike" cap="none" normalizeH="0" baseline="0">
                        <a:ln>
                          <a:noFill/>
                        </a:ln>
                        <a:solidFill>
                          <a:srgbClr val="000000"/>
                        </a:solidFill>
                        <a:effectLst/>
                        <a:latin typeface="Tahoma" panose="020B0604030504040204" pitchFamily="34" charset="0"/>
                        <a:ea typeface="ＭＳ Ｐゴシック" pitchFamily="50" charset="-128"/>
                        <a:cs typeface="Tahoma" panose="020B0604030504040204" pitchFamily="34" charset="0"/>
                      </a:endParaRPr>
                    </a:p>
                  </a:txBody>
                  <a:tcPr marT="39028" marB="390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0000"/>
                        </a:spcBef>
                        <a:spcAft>
                          <a:spcPct val="0"/>
                        </a:spcAft>
                        <a:buClr>
                          <a:schemeClr val="folHlink"/>
                        </a:buClr>
                        <a:buSzPct val="90000"/>
                        <a:buFont typeface="Wingdings" pitchFamily="2" charset="2"/>
                        <a:buNone/>
                        <a:tabLst/>
                      </a:pPr>
                      <a:r>
                        <a:rPr kumimoji="1" lang="ja-JP" altLang="en-US" sz="1400" b="0" i="0" u="none" strike="noStrike" cap="none" normalizeH="0" baseline="0">
                          <a:ln>
                            <a:noFill/>
                          </a:ln>
                          <a:solidFill>
                            <a:srgbClr val="000000"/>
                          </a:solidFill>
                          <a:effectLst/>
                          <a:latin typeface="Tahoma" panose="020B0604030504040204" pitchFamily="34" charset="0"/>
                          <a:ea typeface="ＭＳ Ｐゴシック" pitchFamily="50" charset="-128"/>
                          <a:cs typeface="Tahoma" panose="020B0604030504040204" pitchFamily="34" charset="0"/>
                        </a:rPr>
                        <a:t>・</a:t>
                      </a:r>
                      <a:r>
                        <a:rPr kumimoji="1" lang="en-US" altLang="ja-JP" sz="1400" b="0" i="0" u="none" strike="noStrike" cap="none" normalizeH="0" baseline="0">
                          <a:ln>
                            <a:noFill/>
                          </a:ln>
                          <a:solidFill>
                            <a:srgbClr val="000000"/>
                          </a:solidFill>
                          <a:effectLst/>
                          <a:latin typeface="Tahoma" panose="020B0604030504040204" pitchFamily="34" charset="0"/>
                          <a:ea typeface="Tahoma" panose="020B0604030504040204" pitchFamily="34" charset="0"/>
                          <a:cs typeface="Tahoma" panose="020B0604030504040204" pitchFamily="34" charset="0"/>
                        </a:rPr>
                        <a:t>Khó tùy chỉnh lại theo ý</a:t>
                      </a:r>
                      <a:endParaRPr kumimoji="1" lang="ja-JP" altLang="en-US" sz="1400" b="0" i="0" u="none" strike="noStrike" cap="none" normalizeH="0" baseline="0">
                        <a:ln>
                          <a:noFill/>
                        </a:ln>
                        <a:solidFill>
                          <a:srgbClr val="000000"/>
                        </a:solidFill>
                        <a:effectLst/>
                        <a:latin typeface="Tahoma" panose="020B0604030504040204" pitchFamily="34" charset="0"/>
                        <a:ea typeface="ＭＳ Ｐゴシック" pitchFamily="50" charset="-128"/>
                        <a:cs typeface="Tahoma" panose="020B0604030504040204" pitchFamily="34" charset="0"/>
                      </a:endParaRPr>
                    </a:p>
                  </a:txBody>
                  <a:tcPr marT="39028" marB="390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504771">
                <a:tc rowSpan="3">
                  <a:txBody>
                    <a:bodyPr/>
                    <a:lstStyle/>
                    <a:p>
                      <a:pPr marL="0" marR="0" lvl="0" indent="0" algn="l" defTabSz="914400" rtl="0" eaLnBrk="0" fontAlgn="base" latinLnBrk="0" hangingPunct="0">
                        <a:lnSpc>
                          <a:spcPct val="100000"/>
                        </a:lnSpc>
                        <a:spcBef>
                          <a:spcPct val="30000"/>
                        </a:spcBef>
                        <a:spcAft>
                          <a:spcPct val="0"/>
                        </a:spcAft>
                        <a:buClr>
                          <a:schemeClr val="folHlink"/>
                        </a:buClr>
                        <a:buSzPct val="90000"/>
                        <a:buFont typeface="Wingdings" pitchFamily="2" charset="2"/>
                        <a:buNone/>
                        <a:tabLst/>
                      </a:pPr>
                      <a:r>
                        <a:rPr kumimoji="1" lang="en-US" altLang="ja-JP" sz="1400" b="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Tổ chức</a:t>
                      </a:r>
                      <a:endParaRPr kumimoji="1" lang="ja-JP" altLang="en-US" sz="1400" b="0" i="0" u="none" strike="noStrike" cap="none" normalizeH="0" baseline="0">
                        <a:ln>
                          <a:noFill/>
                        </a:ln>
                        <a:solidFill>
                          <a:schemeClr val="tx1"/>
                        </a:solidFill>
                        <a:effectLst/>
                        <a:latin typeface="Tahoma" panose="020B0604030504040204" pitchFamily="34" charset="0"/>
                        <a:ea typeface="ＭＳ Ｐゴシック" pitchFamily="50" charset="-128"/>
                        <a:cs typeface="Tahoma" panose="020B0604030504040204" pitchFamily="34" charset="0"/>
                      </a:endParaRPr>
                    </a:p>
                  </a:txBody>
                  <a:tcPr marT="39028" marB="390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0000"/>
                        </a:spcBef>
                        <a:spcAft>
                          <a:spcPct val="0"/>
                        </a:spcAft>
                        <a:buClr>
                          <a:schemeClr val="folHlink"/>
                        </a:buClr>
                        <a:buSzPct val="90000"/>
                        <a:buFont typeface="Wingdings" pitchFamily="2" charset="2"/>
                        <a:buNone/>
                        <a:tabLst/>
                      </a:pPr>
                      <a:r>
                        <a:rPr kumimoji="1" lang="ja-JP" altLang="en-US" sz="1400" b="0" i="0" u="none" strike="noStrike" cap="none" normalizeH="0" baseline="0">
                          <a:ln>
                            <a:noFill/>
                          </a:ln>
                          <a:solidFill>
                            <a:srgbClr val="000000"/>
                          </a:solidFill>
                          <a:effectLst/>
                          <a:latin typeface="Tahoma" panose="020B0604030504040204" pitchFamily="34" charset="0"/>
                          <a:ea typeface="ＭＳ Ｐゴシック" pitchFamily="50" charset="-128"/>
                          <a:cs typeface="Tahoma" panose="020B0604030504040204" pitchFamily="34" charset="0"/>
                        </a:rPr>
                        <a:t>・</a:t>
                      </a:r>
                      <a:r>
                        <a:rPr kumimoji="1" lang="en-US" altLang="ja-JP" sz="1400" b="0" i="0" u="none" strike="noStrike" cap="none" normalizeH="0" baseline="0">
                          <a:ln>
                            <a:noFill/>
                          </a:ln>
                          <a:solidFill>
                            <a:srgbClr val="000000"/>
                          </a:solidFill>
                          <a:effectLst/>
                          <a:latin typeface="Tahoma" panose="020B0604030504040204" pitchFamily="34" charset="0"/>
                          <a:ea typeface="Tahoma" panose="020B0604030504040204" pitchFamily="34" charset="0"/>
                          <a:cs typeface="Tahoma" panose="020B0604030504040204" pitchFamily="34" charset="0"/>
                        </a:rPr>
                        <a:t>Ng</a:t>
                      </a:r>
                      <a:r>
                        <a:rPr kumimoji="1" lang="vi-VN" altLang="ja-JP" sz="1400" b="0" i="0" u="none" strike="noStrike" cap="none" normalizeH="0" baseline="0">
                          <a:ln>
                            <a:noFill/>
                          </a:ln>
                          <a:solidFill>
                            <a:srgbClr val="000000"/>
                          </a:solidFill>
                          <a:effectLst/>
                          <a:latin typeface="Tahoma" panose="020B0604030504040204" pitchFamily="34" charset="0"/>
                          <a:ea typeface="Tahoma" panose="020B0604030504040204" pitchFamily="34" charset="0"/>
                          <a:cs typeface="Tahoma" panose="020B0604030504040204" pitchFamily="34" charset="0"/>
                        </a:rPr>
                        <a:t>ư</a:t>
                      </a:r>
                      <a:r>
                        <a:rPr kumimoji="1" lang="en-US" altLang="ja-JP" sz="1400" b="0" i="0" u="none" strike="noStrike" cap="none" normalizeH="0" baseline="0">
                          <a:ln>
                            <a:noFill/>
                          </a:ln>
                          <a:solidFill>
                            <a:srgbClr val="000000"/>
                          </a:solidFill>
                          <a:effectLst/>
                          <a:latin typeface="Tahoma" panose="020B0604030504040204" pitchFamily="34" charset="0"/>
                          <a:ea typeface="Tahoma" panose="020B0604030504040204" pitchFamily="34" charset="0"/>
                          <a:cs typeface="Tahoma" panose="020B0604030504040204" pitchFamily="34" charset="0"/>
                        </a:rPr>
                        <a:t>ời dùng đầu cuối không trực tiếp tham gia</a:t>
                      </a:r>
                    </a:p>
                  </a:txBody>
                  <a:tcPr marT="39028" marB="390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0000"/>
                        </a:spcBef>
                        <a:spcAft>
                          <a:spcPct val="0"/>
                        </a:spcAft>
                        <a:buClr>
                          <a:schemeClr val="folHlink"/>
                        </a:buClr>
                        <a:buSzPct val="90000"/>
                        <a:buFont typeface="Wingdings" pitchFamily="2" charset="2"/>
                        <a:buNone/>
                        <a:tabLst/>
                      </a:pPr>
                      <a:r>
                        <a:rPr kumimoji="1" lang="ja-JP" altLang="en-US" sz="1400" b="0" i="0" u="none" strike="noStrike" cap="none" normalizeH="0" baseline="0">
                          <a:ln>
                            <a:noFill/>
                          </a:ln>
                          <a:solidFill>
                            <a:srgbClr val="000000"/>
                          </a:solidFill>
                          <a:effectLst/>
                          <a:latin typeface="Tahoma" panose="020B0604030504040204" pitchFamily="34" charset="0"/>
                          <a:ea typeface="ＭＳ Ｐゴシック" pitchFamily="50" charset="-128"/>
                          <a:cs typeface="Tahoma" panose="020B0604030504040204" pitchFamily="34" charset="0"/>
                        </a:rPr>
                        <a:t>・</a:t>
                      </a:r>
                      <a:r>
                        <a:rPr kumimoji="1" lang="en-US" altLang="ja-JP" sz="1400" b="0" i="0" u="none" strike="noStrike" cap="none" normalizeH="0" baseline="0">
                          <a:ln>
                            <a:noFill/>
                          </a:ln>
                          <a:solidFill>
                            <a:srgbClr val="000000"/>
                          </a:solidFill>
                          <a:effectLst/>
                          <a:latin typeface="Tahoma" panose="020B0604030504040204" pitchFamily="34" charset="0"/>
                          <a:ea typeface="Tahoma" panose="020B0604030504040204" pitchFamily="34" charset="0"/>
                          <a:cs typeface="Tahoma" panose="020B0604030504040204" pitchFamily="34" charset="0"/>
                        </a:rPr>
                        <a:t>Khó khăn để hiểu về nhu cầu sử dụng thực tế</a:t>
                      </a:r>
                      <a:endParaRPr kumimoji="1" lang="ja-JP" altLang="en-US" sz="1400" b="0" i="0" u="none" strike="noStrike" cap="none" normalizeH="0" baseline="0">
                        <a:ln>
                          <a:noFill/>
                        </a:ln>
                        <a:solidFill>
                          <a:srgbClr val="000000"/>
                        </a:solidFill>
                        <a:effectLst/>
                        <a:latin typeface="Tahoma" panose="020B0604030504040204" pitchFamily="34" charset="0"/>
                        <a:ea typeface="ＭＳ Ｐゴシック" pitchFamily="50" charset="-128"/>
                        <a:cs typeface="Tahoma" panose="020B0604030504040204" pitchFamily="34" charset="0"/>
                      </a:endParaRPr>
                    </a:p>
                  </a:txBody>
                  <a:tcPr marT="39028" marB="390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6"/>
                  </a:ext>
                </a:extLst>
              </a:tr>
              <a:tr h="702504">
                <a:tc vMerge="1">
                  <a:txBody>
                    <a:bodyPr/>
                    <a:lstStyle/>
                    <a:p>
                      <a:endParaRPr lang="en-US"/>
                    </a:p>
                  </a:txBody>
                  <a:tcPr/>
                </a:tc>
                <a:tc>
                  <a:txBody>
                    <a:bodyPr/>
                    <a:lstStyle/>
                    <a:p>
                      <a:pPr marL="0" marR="0" lvl="0" indent="0" algn="l" defTabSz="914400" rtl="0" eaLnBrk="0" fontAlgn="base" latinLnBrk="0" hangingPunct="0">
                        <a:lnSpc>
                          <a:spcPct val="100000"/>
                        </a:lnSpc>
                        <a:spcBef>
                          <a:spcPct val="30000"/>
                        </a:spcBef>
                        <a:spcAft>
                          <a:spcPct val="0"/>
                        </a:spcAft>
                        <a:buClr>
                          <a:schemeClr val="folHlink"/>
                        </a:buClr>
                        <a:buSzPct val="90000"/>
                        <a:buFont typeface="Wingdings" pitchFamily="2" charset="2"/>
                        <a:buNone/>
                        <a:tabLst/>
                      </a:pPr>
                      <a:r>
                        <a:rPr kumimoji="1" lang="ja-JP" altLang="en-US" sz="1400" b="0" i="0" u="none" strike="noStrike" cap="none" normalizeH="0" baseline="0">
                          <a:ln>
                            <a:noFill/>
                          </a:ln>
                          <a:solidFill>
                            <a:srgbClr val="000000"/>
                          </a:solidFill>
                          <a:effectLst/>
                          <a:latin typeface="Tahoma" panose="020B0604030504040204" pitchFamily="34" charset="0"/>
                          <a:ea typeface="ＭＳ Ｐゴシック" pitchFamily="50" charset="-128"/>
                          <a:cs typeface="Tahoma" panose="020B0604030504040204" pitchFamily="34" charset="0"/>
                        </a:rPr>
                        <a:t>・</a:t>
                      </a:r>
                      <a:r>
                        <a:rPr kumimoji="1" lang="en-US" altLang="ja-JP" sz="1400" b="0" i="0" u="none" strike="noStrike" cap="none" normalizeH="0" baseline="0">
                          <a:ln>
                            <a:noFill/>
                          </a:ln>
                          <a:solidFill>
                            <a:srgbClr val="000000"/>
                          </a:solidFill>
                          <a:effectLst/>
                          <a:latin typeface="Tahoma" panose="020B0604030504040204" pitchFamily="34" charset="0"/>
                          <a:ea typeface="Tahoma" panose="020B0604030504040204" pitchFamily="34" charset="0"/>
                          <a:cs typeface="Tahoma" panose="020B0604030504040204" pitchFamily="34" charset="0"/>
                        </a:rPr>
                        <a:t>Không đủ kỹ s</a:t>
                      </a:r>
                      <a:r>
                        <a:rPr kumimoji="1" lang="vi-VN" altLang="ja-JP" sz="1400" b="0" i="0" u="none" strike="noStrike" cap="none" normalizeH="0" baseline="0">
                          <a:ln>
                            <a:noFill/>
                          </a:ln>
                          <a:solidFill>
                            <a:srgbClr val="000000"/>
                          </a:solidFill>
                          <a:effectLst/>
                          <a:latin typeface="Tahoma" panose="020B0604030504040204" pitchFamily="34" charset="0"/>
                          <a:ea typeface="Tahoma" panose="020B0604030504040204" pitchFamily="34" charset="0"/>
                          <a:cs typeface="Tahoma" panose="020B0604030504040204" pitchFamily="34" charset="0"/>
                        </a:rPr>
                        <a:t>ư</a:t>
                      </a:r>
                      <a:endParaRPr kumimoji="1" lang="ja-JP" altLang="en-US" sz="1400" b="0" i="0" u="none" strike="noStrike" cap="none" normalizeH="0" baseline="0">
                        <a:ln>
                          <a:noFill/>
                        </a:ln>
                        <a:solidFill>
                          <a:srgbClr val="000000"/>
                        </a:solidFill>
                        <a:effectLst/>
                        <a:latin typeface="Tahoma" panose="020B0604030504040204" pitchFamily="34" charset="0"/>
                        <a:ea typeface="ＭＳ Ｐゴシック" pitchFamily="50" charset="-128"/>
                        <a:cs typeface="Tahoma" panose="020B0604030504040204" pitchFamily="34" charset="0"/>
                      </a:endParaRPr>
                    </a:p>
                  </a:txBody>
                  <a:tcPr marT="39028" marB="390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0000"/>
                        </a:spcBef>
                        <a:spcAft>
                          <a:spcPct val="0"/>
                        </a:spcAft>
                        <a:buClr>
                          <a:schemeClr val="folHlink"/>
                        </a:buClr>
                        <a:buSzPct val="90000"/>
                        <a:buFont typeface="Wingdings" pitchFamily="2" charset="2"/>
                        <a:buNone/>
                        <a:tabLst/>
                      </a:pPr>
                      <a:r>
                        <a:rPr kumimoji="1" lang="ja-JP" altLang="en-US" sz="1400" b="0" i="0" u="none" strike="noStrike" cap="none" normalizeH="0" baseline="0">
                          <a:ln>
                            <a:noFill/>
                          </a:ln>
                          <a:solidFill>
                            <a:srgbClr val="000000"/>
                          </a:solidFill>
                          <a:effectLst/>
                          <a:latin typeface="Tahoma" panose="020B0604030504040204" pitchFamily="34" charset="0"/>
                          <a:ea typeface="ＭＳ Ｐゴシック" pitchFamily="50" charset="-128"/>
                          <a:cs typeface="Tahoma" panose="020B0604030504040204" pitchFamily="34" charset="0"/>
                        </a:rPr>
                        <a:t>・</a:t>
                      </a:r>
                      <a:r>
                        <a:rPr kumimoji="1" lang="en-US" altLang="ja-JP" sz="1400" b="0" i="0" u="none" strike="noStrike" cap="none" normalizeH="0" baseline="0">
                          <a:ln>
                            <a:noFill/>
                          </a:ln>
                          <a:solidFill>
                            <a:srgbClr val="000000"/>
                          </a:solidFill>
                          <a:effectLst/>
                          <a:latin typeface="Tahoma" panose="020B0604030504040204" pitchFamily="34" charset="0"/>
                          <a:ea typeface="Tahoma" panose="020B0604030504040204" pitchFamily="34" charset="0"/>
                          <a:cs typeface="Tahoma" panose="020B0604030504040204" pitchFamily="34" charset="0"/>
                        </a:rPr>
                        <a:t>Trễ dự án</a:t>
                      </a:r>
                      <a:endParaRPr kumimoji="1" lang="ja-JP" altLang="en-US" sz="1400" b="0" i="0" u="none" strike="noStrike" cap="none" normalizeH="0" baseline="0">
                        <a:ln>
                          <a:noFill/>
                        </a:ln>
                        <a:solidFill>
                          <a:srgbClr val="000000"/>
                        </a:solidFill>
                        <a:effectLst/>
                        <a:latin typeface="Tahoma" panose="020B0604030504040204" pitchFamily="34" charset="0"/>
                        <a:ea typeface="ＭＳ Ｐゴシック" pitchFamily="50" charset="-128"/>
                        <a:cs typeface="Tahoma" panose="020B0604030504040204" pitchFamily="34" charset="0"/>
                      </a:endParaRPr>
                    </a:p>
                  </a:txBody>
                  <a:tcPr marT="39028" marB="390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r h="312225">
                <a:tc vMerge="1">
                  <a:txBody>
                    <a:bodyPr/>
                    <a:lstStyle/>
                    <a:p>
                      <a:endParaRPr 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1" lang="ja-JP" altLang="en-US" sz="1500" b="0" i="0" u="none" strike="noStrike" cap="none" normalizeH="0" baseline="0">
                        <a:ln>
                          <a:noFill/>
                        </a:ln>
                        <a:solidFill>
                          <a:schemeClr val="tx1"/>
                        </a:solidFill>
                        <a:effectLst/>
                        <a:latin typeface="Tahoma" panose="020B0604030504040204" pitchFamily="34" charset="0"/>
                        <a:ea typeface="ＭＳ Ｐゴシック" pitchFamily="50" charset="-128"/>
                        <a:cs typeface="Tahoma" panose="020B0604030504040204" pitchFamily="34" charset="0"/>
                      </a:endParaRPr>
                    </a:p>
                  </a:txBody>
                  <a:tcPr marT="39028" marB="390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1" lang="ja-JP" altLang="en-US" sz="1500" b="0" i="0" u="none" strike="noStrike" cap="none" normalizeH="0" baseline="0">
                        <a:ln>
                          <a:noFill/>
                        </a:ln>
                        <a:solidFill>
                          <a:schemeClr val="tx1"/>
                        </a:solidFill>
                        <a:effectLst/>
                        <a:latin typeface="Tahoma" panose="020B0604030504040204" pitchFamily="34" charset="0"/>
                        <a:ea typeface="ＭＳ Ｐゴシック" pitchFamily="50" charset="-128"/>
                        <a:cs typeface="Tahoma" panose="020B0604030504040204" pitchFamily="34" charset="0"/>
                      </a:endParaRPr>
                    </a:p>
                  </a:txBody>
                  <a:tcPr marT="39028" marB="390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8"/>
                  </a:ext>
                </a:extLst>
              </a:tr>
            </a:tbl>
          </a:graphicData>
        </a:graphic>
      </p:graphicFrame>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xmlns="" id="{0F0EEA7D-B0C2-42D2-8F48-755368E2B31E}"/>
              </a:ext>
            </a:extLst>
          </p:cNvPr>
          <p:cNvSpPr>
            <a:spLocks noGrp="1"/>
          </p:cNvSpPr>
          <p:nvPr>
            <p:ph type="sldNum" sz="quarter" idx="12"/>
          </p:nvPr>
        </p:nvSpPr>
        <p:spPr/>
        <p:txBody>
          <a:bodyPr/>
          <a:lstStyle/>
          <a:p>
            <a:fld id="{9EA0BE3B-158A-4EDF-80DC-E394A0D1600F}" type="slidenum">
              <a:rPr lang="en-US" smtClean="0"/>
              <a:pPr/>
              <a:t>73</a:t>
            </a:fld>
            <a:endParaRPr lang="en-US" dirty="0"/>
          </a:p>
        </p:txBody>
      </p:sp>
      <p:sp>
        <p:nvSpPr>
          <p:cNvPr id="91138" name="Rectangle 2"/>
          <p:cNvSpPr>
            <a:spLocks noGrp="1" noChangeArrowheads="1"/>
          </p:cNvSpPr>
          <p:nvPr>
            <p:ph type="title"/>
          </p:nvPr>
        </p:nvSpPr>
        <p:spPr/>
        <p:txBody>
          <a:bodyPr/>
          <a:lstStyle/>
          <a:p>
            <a:pPr eaLnBrk="1" hangingPunct="1"/>
            <a:r>
              <a:rPr lang="en-US" altLang="ja-JP" sz="3200" dirty="0" smtClean="0"/>
              <a:t>Phân </a:t>
            </a:r>
            <a:r>
              <a:rPr lang="en-US" altLang="ja-JP" sz="3200" dirty="0" err="1"/>
              <a:t>tích</a:t>
            </a:r>
            <a:r>
              <a:rPr lang="en-US" altLang="ja-JP" sz="3200" dirty="0"/>
              <a:t> </a:t>
            </a:r>
            <a:r>
              <a:rPr lang="en-US" altLang="ja-JP" sz="3200" dirty="0" err="1"/>
              <a:t>rủi</a:t>
            </a:r>
            <a:r>
              <a:rPr lang="en-US" altLang="ja-JP" sz="3200" dirty="0"/>
              <a:t> </a:t>
            </a:r>
            <a:r>
              <a:rPr lang="en-US" altLang="ja-JP" sz="3200" dirty="0" err="1"/>
              <a:t>ro</a:t>
            </a:r>
            <a:endParaRPr lang="en-US" altLang="ja-JP" sz="3200" dirty="0"/>
          </a:p>
        </p:txBody>
      </p:sp>
      <p:pic>
        <p:nvPicPr>
          <p:cNvPr id="91139" name="Picture 4"/>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685800" y="1000712"/>
            <a:ext cx="4343400" cy="132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140" name="Picture 5"/>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5181600" y="1000712"/>
            <a:ext cx="3505200" cy="255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141" name="Picture 6"/>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762000" y="3799475"/>
            <a:ext cx="5105400" cy="2227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142" name="AutoShape 7"/>
          <p:cNvSpPr>
            <a:spLocks noChangeArrowheads="1"/>
          </p:cNvSpPr>
          <p:nvPr/>
        </p:nvSpPr>
        <p:spPr bwMode="auto">
          <a:xfrm>
            <a:off x="2590800" y="2753312"/>
            <a:ext cx="609600" cy="838200"/>
          </a:xfrm>
          <a:prstGeom prst="downArrow">
            <a:avLst>
              <a:gd name="adj1" fmla="val 50000"/>
              <a:gd name="adj2" fmla="val 34375"/>
            </a:avLst>
          </a:prstGeom>
          <a:solidFill>
            <a:schemeClr val="accent1"/>
          </a:solidFill>
          <a:ln w="9525">
            <a:solidFill>
              <a:schemeClr val="tx1"/>
            </a:solidFill>
            <a:miter lim="800000"/>
            <a:headEnd/>
            <a:tailEnd/>
          </a:ln>
        </p:spPr>
        <p:txBody>
          <a:bodyPr vert="eaVert" wrap="none" anchor="ctr"/>
          <a:lstStyle/>
          <a:p>
            <a:endParaRPr lang="ja-JP" altLang="en-US"/>
          </a:p>
        </p:txBody>
      </p:sp>
      <p:sp>
        <p:nvSpPr>
          <p:cNvPr id="91143" name="AutoShape 8"/>
          <p:cNvSpPr>
            <a:spLocks noChangeArrowheads="1"/>
          </p:cNvSpPr>
          <p:nvPr/>
        </p:nvSpPr>
        <p:spPr bwMode="auto">
          <a:xfrm rot="1931337">
            <a:off x="4343400" y="2753312"/>
            <a:ext cx="609600" cy="838200"/>
          </a:xfrm>
          <a:prstGeom prst="downArrow">
            <a:avLst>
              <a:gd name="adj1" fmla="val 50000"/>
              <a:gd name="adj2" fmla="val 34375"/>
            </a:avLst>
          </a:prstGeom>
          <a:solidFill>
            <a:schemeClr val="accent1"/>
          </a:solidFill>
          <a:ln w="9525">
            <a:solidFill>
              <a:schemeClr val="tx1"/>
            </a:solidFill>
            <a:miter lim="800000"/>
            <a:headEnd/>
            <a:tailEnd/>
          </a:ln>
        </p:spPr>
        <p:txBody>
          <a:bodyPr vert="eaVert" wrap="none" anchor="ctr"/>
          <a:lstStyle/>
          <a:p>
            <a:endParaRPr lang="ja-JP" alt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FE29A7A7-BD54-4012-A909-6DA0F0DE41EE}"/>
              </a:ext>
            </a:extLst>
          </p:cNvPr>
          <p:cNvSpPr>
            <a:spLocks noGrp="1"/>
          </p:cNvSpPr>
          <p:nvPr>
            <p:ph type="sldNum" sz="quarter" idx="12"/>
          </p:nvPr>
        </p:nvSpPr>
        <p:spPr/>
        <p:txBody>
          <a:bodyPr/>
          <a:lstStyle/>
          <a:p>
            <a:fld id="{9EA0BE3B-158A-4EDF-80DC-E394A0D1600F}" type="slidenum">
              <a:rPr lang="en-US" smtClean="0"/>
              <a:pPr/>
              <a:t>74</a:t>
            </a:fld>
            <a:endParaRPr lang="en-US" dirty="0"/>
          </a:p>
        </p:txBody>
      </p:sp>
      <p:sp>
        <p:nvSpPr>
          <p:cNvPr id="92162" name="Rectangle 2"/>
          <p:cNvSpPr>
            <a:spLocks noGrp="1" noChangeArrowheads="1"/>
          </p:cNvSpPr>
          <p:nvPr>
            <p:ph type="title"/>
          </p:nvPr>
        </p:nvSpPr>
        <p:spPr/>
        <p:txBody>
          <a:bodyPr/>
          <a:lstStyle/>
          <a:p>
            <a:pPr eaLnBrk="1" hangingPunct="1"/>
            <a:r>
              <a:rPr lang="en-US" altLang="ja-JP" sz="3200" dirty="0" err="1" smtClean="0"/>
              <a:t>Lập</a:t>
            </a:r>
            <a:r>
              <a:rPr lang="en-US" altLang="ja-JP" sz="3200" dirty="0" smtClean="0"/>
              <a:t> Kế </a:t>
            </a:r>
            <a:r>
              <a:rPr lang="en-US" altLang="ja-JP" sz="3200" dirty="0" err="1"/>
              <a:t>hoạch</a:t>
            </a:r>
            <a:r>
              <a:rPr lang="en-US" altLang="ja-JP" sz="3200" dirty="0"/>
              <a:t> </a:t>
            </a:r>
            <a:r>
              <a:rPr lang="en-US" altLang="ja-JP" sz="3200" dirty="0" err="1"/>
              <a:t>đối</a:t>
            </a:r>
            <a:r>
              <a:rPr lang="en-US" altLang="ja-JP" sz="3200" dirty="0"/>
              <a:t> </a:t>
            </a:r>
            <a:r>
              <a:rPr lang="en-US" altLang="ja-JP" sz="3200" dirty="0" err="1"/>
              <a:t>phó</a:t>
            </a:r>
            <a:r>
              <a:rPr lang="en-US" altLang="ja-JP" sz="3200" dirty="0"/>
              <a:t> </a:t>
            </a:r>
            <a:r>
              <a:rPr lang="en-US" altLang="ja-JP" sz="3200" dirty="0" err="1"/>
              <a:t>rủi</a:t>
            </a:r>
            <a:r>
              <a:rPr lang="en-US" altLang="ja-JP" sz="3200" dirty="0"/>
              <a:t> </a:t>
            </a:r>
            <a:r>
              <a:rPr lang="en-US" altLang="ja-JP" sz="3200" dirty="0" err="1"/>
              <a:t>ro</a:t>
            </a:r>
            <a:endParaRPr lang="en-US" altLang="ja-JP" sz="3200" dirty="0"/>
          </a:p>
        </p:txBody>
      </p:sp>
      <p:sp>
        <p:nvSpPr>
          <p:cNvPr id="92163" name="Rectangle 3"/>
          <p:cNvSpPr>
            <a:spLocks noGrp="1" noChangeArrowheads="1"/>
          </p:cNvSpPr>
          <p:nvPr>
            <p:ph type="body" sz="quarter" idx="13"/>
          </p:nvPr>
        </p:nvSpPr>
        <p:spPr/>
        <p:txBody>
          <a:bodyPr/>
          <a:lstStyle/>
          <a:p>
            <a:pPr eaLnBrk="1" hangingPunct="1">
              <a:buClrTx/>
              <a:buFont typeface="Wingdings" pitchFamily="2" charset="2"/>
              <a:buChar char="Ø"/>
            </a:pPr>
            <a:r>
              <a:rPr lang="en-US" altLang="ja-JP"/>
              <a:t>Là quá trình xây dựng các ph</a:t>
            </a:r>
            <a:r>
              <a:rPr lang="vi-VN" altLang="ja-JP"/>
              <a:t>ư</a:t>
            </a:r>
            <a:r>
              <a:rPr lang="en-US" altLang="ja-JP"/>
              <a:t>ơng án hành động nhằm phòng tránh hoặc giảm thiểu tác hại.</a:t>
            </a:r>
          </a:p>
        </p:txBody>
      </p:sp>
      <p:sp>
        <p:nvSpPr>
          <p:cNvPr id="92164" name="AutoShape 6"/>
          <p:cNvSpPr>
            <a:spLocks noChangeArrowheads="1"/>
          </p:cNvSpPr>
          <p:nvPr/>
        </p:nvSpPr>
        <p:spPr bwMode="auto">
          <a:xfrm>
            <a:off x="3048001" y="3409145"/>
            <a:ext cx="1638300" cy="2951162"/>
          </a:xfrm>
          <a:prstGeom prst="roundRect">
            <a:avLst>
              <a:gd name="adj" fmla="val 8972"/>
            </a:avLst>
          </a:prstGeom>
          <a:solidFill>
            <a:srgbClr val="FFCC99"/>
          </a:solidFill>
          <a:ln w="9525">
            <a:solidFill>
              <a:schemeClr val="tx1"/>
            </a:solidFill>
            <a:round/>
            <a:headEnd/>
            <a:tailEnd/>
          </a:ln>
        </p:spPr>
        <p:txBody>
          <a:bodyPr wrap="none" anchor="ctr"/>
          <a:lstStyle/>
          <a:p>
            <a:endParaRPr lang="ja-JP" altLang="en-US"/>
          </a:p>
        </p:txBody>
      </p:sp>
      <p:sp>
        <p:nvSpPr>
          <p:cNvPr id="92165" name="AutoShape 7"/>
          <p:cNvSpPr>
            <a:spLocks noChangeArrowheads="1"/>
          </p:cNvSpPr>
          <p:nvPr/>
        </p:nvSpPr>
        <p:spPr bwMode="auto">
          <a:xfrm>
            <a:off x="2933701" y="3552020"/>
            <a:ext cx="1981200" cy="393700"/>
          </a:xfrm>
          <a:prstGeom prst="roundRect">
            <a:avLst>
              <a:gd name="adj" fmla="val 16667"/>
            </a:avLst>
          </a:prstGeom>
          <a:solidFill>
            <a:srgbClr val="CCFF66"/>
          </a:solidFill>
          <a:ln w="9525">
            <a:solidFill>
              <a:schemeClr val="tx1"/>
            </a:solidFill>
            <a:round/>
            <a:headEnd/>
            <a:tailEnd/>
          </a:ln>
        </p:spPr>
        <p:txBody>
          <a:bodyPr wrap="none" anchor="ctr"/>
          <a:lstStyle/>
          <a:p>
            <a:pPr algn="ctr">
              <a:spcBef>
                <a:spcPct val="30000"/>
              </a:spcBef>
            </a:pPr>
            <a:r>
              <a:rPr lang="en-US" altLang="ja-JP" sz="2000" b="1">
                <a:latin typeface="Times New Roman" pitchFamily="18" charset="0"/>
              </a:rPr>
              <a:t>Avoid/Tránh</a:t>
            </a:r>
          </a:p>
        </p:txBody>
      </p:sp>
      <p:sp>
        <p:nvSpPr>
          <p:cNvPr id="92166" name="AutoShape 8"/>
          <p:cNvSpPr>
            <a:spLocks noChangeArrowheads="1"/>
          </p:cNvSpPr>
          <p:nvPr/>
        </p:nvSpPr>
        <p:spPr bwMode="auto">
          <a:xfrm>
            <a:off x="2933701" y="4310845"/>
            <a:ext cx="1981200" cy="393700"/>
          </a:xfrm>
          <a:prstGeom prst="roundRect">
            <a:avLst>
              <a:gd name="adj" fmla="val 16667"/>
            </a:avLst>
          </a:prstGeom>
          <a:solidFill>
            <a:srgbClr val="CCFF66"/>
          </a:solidFill>
          <a:ln w="9525">
            <a:solidFill>
              <a:schemeClr val="tx1"/>
            </a:solidFill>
            <a:round/>
            <a:headEnd/>
            <a:tailEnd/>
          </a:ln>
        </p:spPr>
        <p:txBody>
          <a:bodyPr wrap="none" anchor="ctr"/>
          <a:lstStyle/>
          <a:p>
            <a:pPr algn="ctr">
              <a:spcBef>
                <a:spcPct val="30000"/>
              </a:spcBef>
            </a:pPr>
            <a:r>
              <a:rPr lang="en-US" altLang="ja-JP" sz="2000" b="1">
                <a:latin typeface="Times New Roman" pitchFamily="18" charset="0"/>
              </a:rPr>
              <a:t>Transfer/Chuyển</a:t>
            </a:r>
          </a:p>
        </p:txBody>
      </p:sp>
      <p:sp>
        <p:nvSpPr>
          <p:cNvPr id="92167" name="AutoShape 9"/>
          <p:cNvSpPr>
            <a:spLocks noChangeArrowheads="1"/>
          </p:cNvSpPr>
          <p:nvPr/>
        </p:nvSpPr>
        <p:spPr bwMode="auto">
          <a:xfrm>
            <a:off x="2933701" y="5064907"/>
            <a:ext cx="1981200" cy="393700"/>
          </a:xfrm>
          <a:prstGeom prst="roundRect">
            <a:avLst>
              <a:gd name="adj" fmla="val 16667"/>
            </a:avLst>
          </a:prstGeom>
          <a:solidFill>
            <a:srgbClr val="CCFF66"/>
          </a:solidFill>
          <a:ln w="9525">
            <a:solidFill>
              <a:schemeClr val="tx1"/>
            </a:solidFill>
            <a:round/>
            <a:headEnd/>
            <a:tailEnd/>
          </a:ln>
        </p:spPr>
        <p:txBody>
          <a:bodyPr wrap="none" anchor="ctr"/>
          <a:lstStyle/>
          <a:p>
            <a:pPr algn="ctr">
              <a:spcBef>
                <a:spcPct val="30000"/>
              </a:spcBef>
            </a:pPr>
            <a:r>
              <a:rPr lang="en-US" altLang="ja-JP" sz="2000" b="1">
                <a:latin typeface="Times New Roman" pitchFamily="18" charset="0"/>
              </a:rPr>
              <a:t>Mitigate/Giảm</a:t>
            </a:r>
          </a:p>
        </p:txBody>
      </p:sp>
      <p:sp>
        <p:nvSpPr>
          <p:cNvPr id="92168" name="AutoShape 12"/>
          <p:cNvSpPr>
            <a:spLocks noChangeArrowheads="1"/>
          </p:cNvSpPr>
          <p:nvPr/>
        </p:nvSpPr>
        <p:spPr bwMode="auto">
          <a:xfrm>
            <a:off x="2933701" y="5823732"/>
            <a:ext cx="1981200" cy="393700"/>
          </a:xfrm>
          <a:prstGeom prst="roundRect">
            <a:avLst>
              <a:gd name="adj" fmla="val 16667"/>
            </a:avLst>
          </a:prstGeom>
          <a:solidFill>
            <a:srgbClr val="CCFF66"/>
          </a:solidFill>
          <a:ln w="9525">
            <a:solidFill>
              <a:schemeClr val="tx1"/>
            </a:solidFill>
            <a:round/>
            <a:headEnd/>
            <a:tailEnd/>
          </a:ln>
        </p:spPr>
        <p:txBody>
          <a:bodyPr wrap="none" anchor="ctr"/>
          <a:lstStyle/>
          <a:p>
            <a:pPr algn="ctr">
              <a:spcBef>
                <a:spcPct val="30000"/>
              </a:spcBef>
            </a:pPr>
            <a:r>
              <a:rPr lang="en-US" altLang="ja-JP" sz="2000" b="1">
                <a:latin typeface="Times New Roman" pitchFamily="18" charset="0"/>
              </a:rPr>
              <a:t>Accept/Chấp nhận</a:t>
            </a:r>
          </a:p>
        </p:txBody>
      </p:sp>
      <p:sp>
        <p:nvSpPr>
          <p:cNvPr id="92169" name="AutoShape 18"/>
          <p:cNvSpPr>
            <a:spLocks noChangeArrowheads="1"/>
          </p:cNvSpPr>
          <p:nvPr/>
        </p:nvSpPr>
        <p:spPr bwMode="auto">
          <a:xfrm>
            <a:off x="2237766" y="4605326"/>
            <a:ext cx="571500" cy="558800"/>
          </a:xfrm>
          <a:prstGeom prst="rightArrow">
            <a:avLst>
              <a:gd name="adj1" fmla="val 50000"/>
              <a:gd name="adj2" fmla="val 30682"/>
            </a:avLst>
          </a:prstGeom>
          <a:solidFill>
            <a:srgbClr val="0000FF"/>
          </a:solidFill>
          <a:ln w="9525">
            <a:solidFill>
              <a:schemeClr val="tx1"/>
            </a:solidFill>
            <a:miter lim="800000"/>
            <a:headEnd/>
            <a:tailEnd/>
          </a:ln>
        </p:spPr>
        <p:txBody>
          <a:bodyPr wrap="none" anchor="ctr"/>
          <a:lstStyle/>
          <a:p>
            <a:endParaRPr lang="ja-JP" altLang="en-US"/>
          </a:p>
        </p:txBody>
      </p:sp>
      <p:sp>
        <p:nvSpPr>
          <p:cNvPr id="92170" name="AutoShape 19"/>
          <p:cNvSpPr>
            <a:spLocks noChangeArrowheads="1"/>
          </p:cNvSpPr>
          <p:nvPr/>
        </p:nvSpPr>
        <p:spPr bwMode="auto">
          <a:xfrm>
            <a:off x="4967776" y="4521982"/>
            <a:ext cx="1128224" cy="558800"/>
          </a:xfrm>
          <a:prstGeom prst="rightArrow">
            <a:avLst>
              <a:gd name="adj1" fmla="val 50000"/>
              <a:gd name="adj2" fmla="val 30682"/>
            </a:avLst>
          </a:prstGeom>
          <a:solidFill>
            <a:srgbClr val="0000FF"/>
          </a:solidFill>
          <a:ln w="9525">
            <a:solidFill>
              <a:schemeClr val="tx1"/>
            </a:solidFill>
            <a:miter lim="800000"/>
            <a:headEnd/>
            <a:tailEnd/>
          </a:ln>
        </p:spPr>
        <p:txBody>
          <a:bodyPr wrap="none" anchor="ctr"/>
          <a:lstStyle/>
          <a:p>
            <a:endParaRPr lang="ja-JP" altLang="en-US"/>
          </a:p>
        </p:txBody>
      </p:sp>
      <p:sp>
        <p:nvSpPr>
          <p:cNvPr id="92171" name="AutoShape 20"/>
          <p:cNvSpPr>
            <a:spLocks noChangeArrowheads="1"/>
          </p:cNvSpPr>
          <p:nvPr/>
        </p:nvSpPr>
        <p:spPr bwMode="auto">
          <a:xfrm rot="10800000">
            <a:off x="3233739" y="4029857"/>
            <a:ext cx="1225550" cy="188913"/>
          </a:xfrm>
          <a:prstGeom prst="triangle">
            <a:avLst>
              <a:gd name="adj" fmla="val 50000"/>
            </a:avLst>
          </a:prstGeom>
          <a:solidFill>
            <a:srgbClr val="3366FF"/>
          </a:solidFill>
          <a:ln w="9525">
            <a:solidFill>
              <a:schemeClr val="tx1"/>
            </a:solidFill>
            <a:miter lim="800000"/>
            <a:headEnd/>
            <a:tailEnd/>
          </a:ln>
        </p:spPr>
        <p:txBody>
          <a:bodyPr wrap="none" anchor="ctr"/>
          <a:lstStyle/>
          <a:p>
            <a:endParaRPr lang="ja-JP" altLang="en-US"/>
          </a:p>
        </p:txBody>
      </p:sp>
      <p:sp>
        <p:nvSpPr>
          <p:cNvPr id="92172" name="AutoShape 21"/>
          <p:cNvSpPr>
            <a:spLocks noChangeArrowheads="1"/>
          </p:cNvSpPr>
          <p:nvPr/>
        </p:nvSpPr>
        <p:spPr bwMode="auto">
          <a:xfrm rot="10800000">
            <a:off x="3233739" y="4804557"/>
            <a:ext cx="1225550" cy="188913"/>
          </a:xfrm>
          <a:prstGeom prst="triangle">
            <a:avLst>
              <a:gd name="adj" fmla="val 50000"/>
            </a:avLst>
          </a:prstGeom>
          <a:solidFill>
            <a:srgbClr val="3366FF"/>
          </a:solidFill>
          <a:ln w="9525">
            <a:solidFill>
              <a:schemeClr val="tx1"/>
            </a:solidFill>
            <a:miter lim="800000"/>
            <a:headEnd/>
            <a:tailEnd/>
          </a:ln>
        </p:spPr>
        <p:txBody>
          <a:bodyPr wrap="none" anchor="ctr"/>
          <a:lstStyle/>
          <a:p>
            <a:endParaRPr lang="ja-JP" altLang="en-US"/>
          </a:p>
        </p:txBody>
      </p:sp>
      <p:sp>
        <p:nvSpPr>
          <p:cNvPr id="92173" name="AutoShape 22"/>
          <p:cNvSpPr>
            <a:spLocks noChangeArrowheads="1"/>
          </p:cNvSpPr>
          <p:nvPr/>
        </p:nvSpPr>
        <p:spPr bwMode="auto">
          <a:xfrm rot="10800000">
            <a:off x="3233739" y="5568145"/>
            <a:ext cx="1225550" cy="188912"/>
          </a:xfrm>
          <a:prstGeom prst="triangle">
            <a:avLst>
              <a:gd name="adj" fmla="val 50000"/>
            </a:avLst>
          </a:prstGeom>
          <a:solidFill>
            <a:srgbClr val="3366FF"/>
          </a:solidFill>
          <a:ln w="9525">
            <a:solidFill>
              <a:schemeClr val="tx1"/>
            </a:solidFill>
            <a:miter lim="800000"/>
            <a:headEnd/>
            <a:tailEnd/>
          </a:ln>
        </p:spPr>
        <p:txBody>
          <a:bodyPr wrap="none" anchor="ctr"/>
          <a:lstStyle/>
          <a:p>
            <a:endParaRPr lang="ja-JP" altLang="en-US"/>
          </a:p>
        </p:txBody>
      </p:sp>
      <p:sp>
        <p:nvSpPr>
          <p:cNvPr id="92174" name="AutoShape 23"/>
          <p:cNvSpPr>
            <a:spLocks noChangeArrowheads="1"/>
          </p:cNvSpPr>
          <p:nvPr/>
        </p:nvSpPr>
        <p:spPr bwMode="auto">
          <a:xfrm>
            <a:off x="6096000" y="3505200"/>
            <a:ext cx="2819400" cy="2971800"/>
          </a:xfrm>
          <a:prstGeom prst="foldedCorner">
            <a:avLst>
              <a:gd name="adj" fmla="val 12500"/>
            </a:avLst>
          </a:prstGeom>
          <a:solidFill>
            <a:schemeClr val="accent1">
              <a:alpha val="30196"/>
            </a:schemeClr>
          </a:solidFill>
          <a:ln w="9525">
            <a:solidFill>
              <a:schemeClr val="tx1"/>
            </a:solidFill>
            <a:round/>
            <a:headEnd/>
            <a:tailEnd/>
          </a:ln>
        </p:spPr>
        <p:txBody>
          <a:bodyPr wrap="none" anchor="ctr"/>
          <a:lstStyle/>
          <a:p>
            <a:r>
              <a:rPr lang="en-US" altLang="ja-JP" u="sng"/>
              <a:t>Kế hoạch quản lý rủi ro</a:t>
            </a:r>
          </a:p>
          <a:p>
            <a:endParaRPr lang="en-US" altLang="ja-JP"/>
          </a:p>
          <a:p>
            <a:pPr>
              <a:buFont typeface="Wingdings" pitchFamily="2" charset="2"/>
              <a:buChar char="ü"/>
            </a:pPr>
            <a:r>
              <a:rPr lang="en-US" altLang="ja-JP"/>
              <a:t>Xác định rủi ro</a:t>
            </a:r>
          </a:p>
          <a:p>
            <a:pPr>
              <a:buFont typeface="Wingdings" pitchFamily="2" charset="2"/>
              <a:buChar char="ü"/>
            </a:pPr>
            <a:r>
              <a:rPr lang="en-US" altLang="ja-JP"/>
              <a:t>Bổ sung các điều khoản </a:t>
            </a:r>
            <a:br>
              <a:rPr lang="en-US" altLang="ja-JP"/>
            </a:br>
            <a:r>
              <a:rPr lang="en-US" altLang="ja-JP"/>
              <a:t>   vể rủi ro trong hợp đồng</a:t>
            </a:r>
          </a:p>
          <a:p>
            <a:pPr>
              <a:buFont typeface="Wingdings" pitchFamily="2" charset="2"/>
              <a:buChar char="ü"/>
            </a:pPr>
            <a:r>
              <a:rPr lang="en-US" altLang="ja-JP"/>
              <a:t>Kế hoạch đối phó</a:t>
            </a:r>
          </a:p>
          <a:p>
            <a:pPr>
              <a:buFont typeface="Wingdings" pitchFamily="2" charset="2"/>
              <a:buChar char="ü"/>
            </a:pPr>
            <a:r>
              <a:rPr lang="en-US" altLang="ja-JP"/>
              <a:t>Rủi ro mới</a:t>
            </a:r>
          </a:p>
          <a:p>
            <a:pPr>
              <a:buFont typeface="Wingdings" pitchFamily="2" charset="2"/>
              <a:buChar char="ü"/>
            </a:pPr>
            <a:r>
              <a:rPr lang="en-US" altLang="ja-JP"/>
              <a:t>Các rủi ro khác.</a:t>
            </a:r>
          </a:p>
        </p:txBody>
      </p:sp>
      <p:sp>
        <p:nvSpPr>
          <p:cNvPr id="15" name="メモ 14"/>
          <p:cNvSpPr/>
          <p:nvPr/>
        </p:nvSpPr>
        <p:spPr>
          <a:xfrm>
            <a:off x="457201" y="3769507"/>
            <a:ext cx="1600200" cy="1905000"/>
          </a:xfrm>
          <a:prstGeom prst="foldedCorner">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ja-JP">
                <a:solidFill>
                  <a:schemeClr val="tx1"/>
                </a:solidFill>
              </a:rPr>
              <a:t>Kế hoạch quản lý rủi ro,</a:t>
            </a:r>
            <a:endParaRPr lang="en-US" altLang="ja-JP" dirty="0">
              <a:solidFill>
                <a:schemeClr val="tx1"/>
              </a:solidFill>
            </a:endParaRPr>
          </a:p>
          <a:p>
            <a:pPr algn="ctr">
              <a:defRPr/>
            </a:pPr>
            <a:r>
              <a:rPr lang="en-US" altLang="ja-JP">
                <a:solidFill>
                  <a:schemeClr val="tx1"/>
                </a:solidFill>
              </a:rPr>
              <a:t>Xác định rủi ro</a:t>
            </a:r>
            <a:endParaRPr lang="en-US" altLang="ja-JP" dirty="0">
              <a:solidFill>
                <a:schemeClr val="tx1"/>
              </a:solidFill>
            </a:endParaRPr>
          </a:p>
        </p:txBody>
      </p:sp>
      <p:sp>
        <p:nvSpPr>
          <p:cNvPr id="2" name="Oval 1">
            <a:extLst>
              <a:ext uri="{FF2B5EF4-FFF2-40B4-BE49-F238E27FC236}">
                <a16:creationId xmlns:a16="http://schemas.microsoft.com/office/drawing/2014/main" xmlns="" id="{4C3E0839-5BB6-48E2-8514-952DBA591097}"/>
              </a:ext>
            </a:extLst>
          </p:cNvPr>
          <p:cNvSpPr/>
          <p:nvPr/>
        </p:nvSpPr>
        <p:spPr>
          <a:xfrm>
            <a:off x="5318124" y="3552020"/>
            <a:ext cx="301626" cy="30162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pic>
        <p:nvPicPr>
          <p:cNvPr id="4098" name="Picture 2">
            <a:extLst>
              <a:ext uri="{FF2B5EF4-FFF2-40B4-BE49-F238E27FC236}">
                <a16:creationId xmlns:a16="http://schemas.microsoft.com/office/drawing/2014/main" xmlns="" id="{E0861207-D872-47EC-BFD3-EF295CADCA3E}"/>
              </a:ext>
            </a:extLst>
          </p:cNvPr>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flipH="1">
            <a:off x="4593101" y="4021320"/>
            <a:ext cx="1596100" cy="858181"/>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xmlns="" id="{BCE3D5D0-0C39-47D1-9F3B-6FEE07C5C3AD}"/>
                  </a:ext>
                </a:extLst>
              </p14:cNvPr>
              <p14:cNvContentPartPr/>
              <p14:nvPr/>
            </p14:nvContentPartPr>
            <p14:xfrm>
              <a:off x="4983946" y="3429000"/>
              <a:ext cx="1013925" cy="357494"/>
            </p14:xfrm>
          </p:contentPart>
        </mc:Choice>
        <mc:Fallback xmlns="">
          <p:pic>
            <p:nvPicPr>
              <p:cNvPr id="3" name="Ink 2">
                <a:extLst>
                  <a:ext uri="{FF2B5EF4-FFF2-40B4-BE49-F238E27FC236}">
                    <a16:creationId xmlns:a16="http://schemas.microsoft.com/office/drawing/2014/main" id="{BCE3D5D0-0C39-47D1-9F3B-6FEE07C5C3AD}"/>
                  </a:ext>
                </a:extLst>
              </p:cNvPr>
              <p:cNvPicPr/>
              <p:nvPr/>
            </p:nvPicPr>
            <p:blipFill>
              <a:blip r:embed="rId5"/>
              <a:stretch>
                <a:fillRect/>
              </a:stretch>
            </p:blipFill>
            <p:spPr>
              <a:xfrm>
                <a:off x="4974588" y="3419640"/>
                <a:ext cx="1032281" cy="376215"/>
              </a:xfrm>
              <a:prstGeom prst="rect">
                <a:avLst/>
              </a:prstGeom>
            </p:spPr>
          </p:pic>
        </mc:Fallback>
      </mc:AlternateContent>
      <p:cxnSp>
        <p:nvCxnSpPr>
          <p:cNvPr id="5" name="Straight Arrow Connector 4">
            <a:extLst>
              <a:ext uri="{FF2B5EF4-FFF2-40B4-BE49-F238E27FC236}">
                <a16:creationId xmlns:a16="http://schemas.microsoft.com/office/drawing/2014/main" xmlns="" id="{B14754A6-3EE1-4A6E-B35A-2A4FCEE08CD7}"/>
              </a:ext>
            </a:extLst>
          </p:cNvPr>
          <p:cNvCxnSpPr>
            <a:cxnSpLocks/>
          </p:cNvCxnSpPr>
          <p:nvPr/>
        </p:nvCxnSpPr>
        <p:spPr>
          <a:xfrm>
            <a:off x="5224992" y="5132036"/>
            <a:ext cx="107484" cy="107484"/>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2" name="Oval 21">
            <a:extLst>
              <a:ext uri="{FF2B5EF4-FFF2-40B4-BE49-F238E27FC236}">
                <a16:creationId xmlns:a16="http://schemas.microsoft.com/office/drawing/2014/main" xmlns="" id="{F2B405D8-C24F-410C-8154-E46D4456515C}"/>
              </a:ext>
            </a:extLst>
          </p:cNvPr>
          <p:cNvSpPr/>
          <p:nvPr/>
        </p:nvSpPr>
        <p:spPr>
          <a:xfrm>
            <a:off x="5340456" y="5223841"/>
            <a:ext cx="119846" cy="11984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xmlns="" id="{6EC06CBF-2C70-4FCB-BBEA-4EF0462860A0}"/>
              </a:ext>
            </a:extLst>
          </p:cNvPr>
          <p:cNvCxnSpPr>
            <a:cxnSpLocks/>
          </p:cNvCxnSpPr>
          <p:nvPr/>
        </p:nvCxnSpPr>
        <p:spPr>
          <a:xfrm flipH="1" flipV="1">
            <a:off x="5461656" y="5355663"/>
            <a:ext cx="102944" cy="102944"/>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6" name="Straight Arrow Connector 25">
            <a:extLst>
              <a:ext uri="{FF2B5EF4-FFF2-40B4-BE49-F238E27FC236}">
                <a16:creationId xmlns:a16="http://schemas.microsoft.com/office/drawing/2014/main" xmlns="" id="{F033CFB2-8B7D-49B8-838E-50C77D48222D}"/>
              </a:ext>
            </a:extLst>
          </p:cNvPr>
          <p:cNvCxnSpPr>
            <a:cxnSpLocks/>
          </p:cNvCxnSpPr>
          <p:nvPr/>
        </p:nvCxnSpPr>
        <p:spPr>
          <a:xfrm flipV="1">
            <a:off x="5252114" y="5343687"/>
            <a:ext cx="100928" cy="11871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8" name="Straight Arrow Connector 27">
            <a:extLst>
              <a:ext uri="{FF2B5EF4-FFF2-40B4-BE49-F238E27FC236}">
                <a16:creationId xmlns:a16="http://schemas.microsoft.com/office/drawing/2014/main" xmlns="" id="{417C8582-B6B5-4930-B8F0-F4CB806FF30D}"/>
              </a:ext>
            </a:extLst>
          </p:cNvPr>
          <p:cNvCxnSpPr>
            <a:cxnSpLocks/>
          </p:cNvCxnSpPr>
          <p:nvPr/>
        </p:nvCxnSpPr>
        <p:spPr>
          <a:xfrm flipH="1">
            <a:off x="5468282" y="5100175"/>
            <a:ext cx="101459" cy="12790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31" name="Oval 30">
            <a:extLst>
              <a:ext uri="{FF2B5EF4-FFF2-40B4-BE49-F238E27FC236}">
                <a16:creationId xmlns:a16="http://schemas.microsoft.com/office/drawing/2014/main" xmlns="" id="{C9DFCEB4-E343-4531-B157-F5DE07112C7E}"/>
              </a:ext>
            </a:extLst>
          </p:cNvPr>
          <p:cNvSpPr/>
          <p:nvPr/>
        </p:nvSpPr>
        <p:spPr>
          <a:xfrm>
            <a:off x="6338022" y="8677618"/>
            <a:ext cx="45719" cy="54022"/>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xmlns="" id="{2D1B5D66-1B5E-4210-9250-34CEB1849C1E}"/>
              </a:ext>
            </a:extLst>
          </p:cNvPr>
          <p:cNvSpPr/>
          <p:nvPr/>
        </p:nvSpPr>
        <p:spPr>
          <a:xfrm>
            <a:off x="5317469" y="5914502"/>
            <a:ext cx="301626" cy="30162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pic>
        <p:nvPicPr>
          <p:cNvPr id="4100" name="Picture 4" descr="Image result for eye png">
            <a:extLst>
              <a:ext uri="{FF2B5EF4-FFF2-40B4-BE49-F238E27FC236}">
                <a16:creationId xmlns:a16="http://schemas.microsoft.com/office/drawing/2014/main" xmlns="" id="{C677CFFC-B989-45DE-A409-5CDBFA030203}"/>
              </a:ext>
            </a:extLst>
          </p:cNvPr>
          <p:cNvPicPr>
            <a:picLocks noChangeAspect="1" noChangeArrowheads="1"/>
          </p:cNvPicPr>
          <p:nvPr/>
        </p:nvPicPr>
        <p:blipFill>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282780" y="5879016"/>
            <a:ext cx="416255" cy="35313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10. </a:t>
            </a:r>
            <a:r>
              <a:rPr lang="en-US" dirty="0" err="1" smtClean="0"/>
              <a:t>Lập</a:t>
            </a:r>
            <a:r>
              <a:rPr lang="en-US" dirty="0" smtClean="0"/>
              <a:t> kế </a:t>
            </a:r>
            <a:r>
              <a:rPr lang="en-US" dirty="0" err="1" smtClean="0"/>
              <a:t>hoạch</a:t>
            </a:r>
            <a:r>
              <a:rPr lang="en-US" dirty="0" smtClean="0"/>
              <a:t> </a:t>
            </a:r>
            <a:r>
              <a:rPr lang="en-US" dirty="0" err="1" smtClean="0"/>
              <a:t>mua</a:t>
            </a:r>
            <a:r>
              <a:rPr lang="en-US" dirty="0" smtClean="0"/>
              <a:t> </a:t>
            </a:r>
            <a:r>
              <a:rPr lang="en-US" dirty="0" err="1" smtClean="0"/>
              <a:t>sắm</a:t>
            </a:r>
            <a:endParaRPr lang="en-US" dirty="0"/>
          </a:p>
        </p:txBody>
      </p:sp>
      <p:sp>
        <p:nvSpPr>
          <p:cNvPr id="3" name="Text Placeholder 2"/>
          <p:cNvSpPr>
            <a:spLocks noGrp="1"/>
          </p:cNvSpPr>
          <p:nvPr>
            <p:ph type="body" sz="quarter" idx="13"/>
          </p:nvPr>
        </p:nvSpPr>
        <p:spPr/>
        <p:txBody>
          <a:bodyPr/>
          <a:lstStyle/>
          <a:p>
            <a:endParaRPr lang="en-US"/>
          </a:p>
        </p:txBody>
      </p:sp>
      <p:sp>
        <p:nvSpPr>
          <p:cNvPr id="4" name="Slide Number Placeholder 3"/>
          <p:cNvSpPr>
            <a:spLocks noGrp="1"/>
          </p:cNvSpPr>
          <p:nvPr>
            <p:ph type="sldNum" sz="quarter" idx="12"/>
          </p:nvPr>
        </p:nvSpPr>
        <p:spPr/>
        <p:txBody>
          <a:bodyPr/>
          <a:lstStyle/>
          <a:p>
            <a:fld id="{9EA0BE3B-158A-4EDF-80DC-E394A0D1600F}" type="slidenum">
              <a:rPr lang="en-US" smtClean="0"/>
              <a:pPr/>
              <a:t>75</a:t>
            </a:fld>
            <a:endParaRPr lang="en-US" dirty="0"/>
          </a:p>
        </p:txBody>
      </p:sp>
    </p:spTree>
    <p:extLst>
      <p:ext uri="{BB962C8B-B14F-4D97-AF65-F5344CB8AC3E}">
        <p14:creationId xmlns:p14="http://schemas.microsoft.com/office/powerpoint/2010/main" val="325822805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239A79C1-B150-4A7D-B2D6-9C89FFBA46B4}"/>
              </a:ext>
            </a:extLst>
          </p:cNvPr>
          <p:cNvSpPr>
            <a:spLocks noGrp="1"/>
          </p:cNvSpPr>
          <p:nvPr>
            <p:ph type="sldNum" sz="quarter" idx="12"/>
          </p:nvPr>
        </p:nvSpPr>
        <p:spPr/>
        <p:txBody>
          <a:bodyPr/>
          <a:lstStyle/>
          <a:p>
            <a:fld id="{9EA0BE3B-158A-4EDF-80DC-E394A0D1600F}" type="slidenum">
              <a:rPr lang="en-US" smtClean="0"/>
              <a:pPr/>
              <a:t>76</a:t>
            </a:fld>
            <a:endParaRPr lang="en-US" dirty="0"/>
          </a:p>
        </p:txBody>
      </p:sp>
      <p:sp>
        <p:nvSpPr>
          <p:cNvPr id="93186" name="Rectangle 2"/>
          <p:cNvSpPr>
            <a:spLocks noGrp="1" noChangeArrowheads="1"/>
          </p:cNvSpPr>
          <p:nvPr>
            <p:ph type="title"/>
          </p:nvPr>
        </p:nvSpPr>
        <p:spPr/>
        <p:txBody>
          <a:bodyPr/>
          <a:lstStyle/>
          <a:p>
            <a:pPr eaLnBrk="1" hangingPunct="1"/>
            <a:r>
              <a:rPr lang="en-US" altLang="ja-JP" sz="3200" dirty="0" err="1" smtClean="0"/>
              <a:t>Quản</a:t>
            </a:r>
            <a:r>
              <a:rPr lang="en-US" altLang="ja-JP" sz="3200" dirty="0" smtClean="0"/>
              <a:t> </a:t>
            </a:r>
            <a:r>
              <a:rPr lang="en-US" altLang="ja-JP" sz="3200" dirty="0" err="1"/>
              <a:t>lý</a:t>
            </a:r>
            <a:r>
              <a:rPr lang="en-US" altLang="ja-JP" sz="3200" dirty="0"/>
              <a:t> </a:t>
            </a:r>
            <a:r>
              <a:rPr lang="en-US" altLang="ja-JP" sz="3200" dirty="0" err="1"/>
              <a:t>mua</a:t>
            </a:r>
            <a:r>
              <a:rPr lang="en-US" altLang="ja-JP" sz="3200" dirty="0"/>
              <a:t> </a:t>
            </a:r>
            <a:r>
              <a:rPr lang="en-US" altLang="ja-JP" sz="3200" dirty="0" err="1"/>
              <a:t>sắm</a:t>
            </a:r>
            <a:endParaRPr lang="en-US" altLang="ja-JP" sz="3200" dirty="0"/>
          </a:p>
        </p:txBody>
      </p:sp>
      <p:sp>
        <p:nvSpPr>
          <p:cNvPr id="93187" name="Rectangle 3"/>
          <p:cNvSpPr>
            <a:spLocks noGrp="1" noChangeArrowheads="1"/>
          </p:cNvSpPr>
          <p:nvPr>
            <p:ph type="body" sz="quarter" idx="13"/>
          </p:nvPr>
        </p:nvSpPr>
        <p:spPr>
          <a:xfrm>
            <a:off x="234950" y="743518"/>
            <a:ext cx="8674100" cy="5352482"/>
          </a:xfrm>
        </p:spPr>
        <p:txBody>
          <a:bodyPr/>
          <a:lstStyle/>
          <a:p>
            <a:pPr marL="0" indent="0" eaLnBrk="1" hangingPunct="1">
              <a:buClrTx/>
              <a:buNone/>
            </a:pPr>
            <a:r>
              <a:rPr lang="en-US" altLang="ja-JP" b="1" dirty="0" smtClean="0"/>
              <a:t>Plan </a:t>
            </a:r>
            <a:r>
              <a:rPr lang="en-US" altLang="ja-JP" b="1" dirty="0"/>
              <a:t>Procurements</a:t>
            </a:r>
          </a:p>
          <a:p>
            <a:pPr eaLnBrk="1" hangingPunct="1">
              <a:buClrTx/>
              <a:buFont typeface="Wingdings" pitchFamily="2" charset="2"/>
              <a:buChar char="Ø"/>
            </a:pPr>
            <a:r>
              <a:rPr lang="en-US" altLang="ja-JP" sz="2400" dirty="0" err="1"/>
              <a:t>Quản</a:t>
            </a:r>
            <a:r>
              <a:rPr lang="en-US" altLang="ja-JP" sz="2400" dirty="0"/>
              <a:t> </a:t>
            </a:r>
            <a:r>
              <a:rPr lang="en-US" altLang="ja-JP" sz="2400" dirty="0" err="1"/>
              <a:t>lý</a:t>
            </a:r>
            <a:r>
              <a:rPr lang="en-US" altLang="ja-JP" sz="2400" dirty="0"/>
              <a:t> </a:t>
            </a:r>
            <a:r>
              <a:rPr lang="en-US" altLang="ja-JP" sz="2400" dirty="0" err="1"/>
              <a:t>mua</a:t>
            </a:r>
            <a:r>
              <a:rPr lang="en-US" altLang="ja-JP" sz="2400" dirty="0"/>
              <a:t> </a:t>
            </a:r>
            <a:r>
              <a:rPr lang="en-US" altLang="ja-JP" sz="2400" dirty="0" err="1"/>
              <a:t>sắm</a:t>
            </a:r>
            <a:r>
              <a:rPr lang="en-US" altLang="ja-JP" sz="2400" dirty="0"/>
              <a:t> </a:t>
            </a:r>
            <a:r>
              <a:rPr lang="en-US" altLang="ja-JP" sz="2400" dirty="0" err="1"/>
              <a:t>bắt</a:t>
            </a:r>
            <a:r>
              <a:rPr lang="en-US" altLang="ja-JP" sz="2400" dirty="0"/>
              <a:t> </a:t>
            </a:r>
            <a:r>
              <a:rPr lang="en-US" altLang="ja-JP" sz="2400" dirty="0" err="1"/>
              <a:t>đầu</a:t>
            </a:r>
            <a:r>
              <a:rPr lang="en-US" altLang="ja-JP" sz="2400" dirty="0"/>
              <a:t> từ </a:t>
            </a:r>
            <a:r>
              <a:rPr lang="en-US" altLang="ja-JP" sz="2400" dirty="0" err="1"/>
              <a:t>quá</a:t>
            </a:r>
            <a:r>
              <a:rPr lang="en-US" altLang="ja-JP" sz="2400" dirty="0"/>
              <a:t> </a:t>
            </a:r>
            <a:r>
              <a:rPr lang="en-US" altLang="ja-JP" sz="2400" dirty="0" err="1"/>
              <a:t>trình</a:t>
            </a:r>
            <a:r>
              <a:rPr lang="en-US" altLang="ja-JP" sz="2400" dirty="0"/>
              <a:t> phân </a:t>
            </a:r>
            <a:r>
              <a:rPr lang="en-US" altLang="ja-JP" sz="2400" dirty="0" err="1"/>
              <a:t>tích</a:t>
            </a:r>
            <a:r>
              <a:rPr lang="en-US" altLang="ja-JP" sz="2400" dirty="0"/>
              <a:t> “</a:t>
            </a:r>
            <a:r>
              <a:rPr lang="en-US" altLang="ja-JP" sz="2400" dirty="0" err="1">
                <a:solidFill>
                  <a:srgbClr val="FF0000"/>
                </a:solidFill>
              </a:rPr>
              <a:t>nên</a:t>
            </a:r>
            <a:r>
              <a:rPr lang="en-US" altLang="ja-JP" sz="2400" dirty="0">
                <a:solidFill>
                  <a:srgbClr val="FF0000"/>
                </a:solidFill>
              </a:rPr>
              <a:t> </a:t>
            </a:r>
            <a:r>
              <a:rPr lang="en-US" altLang="ja-JP" sz="2400" dirty="0" err="1">
                <a:solidFill>
                  <a:srgbClr val="FF0000"/>
                </a:solidFill>
              </a:rPr>
              <a:t>mua</a:t>
            </a:r>
            <a:r>
              <a:rPr lang="en-US" altLang="ja-JP" sz="2400" dirty="0">
                <a:solidFill>
                  <a:srgbClr val="FF0000"/>
                </a:solidFill>
              </a:rPr>
              <a:t> </a:t>
            </a:r>
            <a:r>
              <a:rPr lang="en-US" altLang="ja-JP" sz="2400" dirty="0">
                <a:solidFill>
                  <a:srgbClr val="0070C0"/>
                </a:solidFill>
              </a:rPr>
              <a:t>hay </a:t>
            </a:r>
            <a:r>
              <a:rPr lang="en-US" altLang="ja-JP" sz="2400" dirty="0" err="1">
                <a:solidFill>
                  <a:srgbClr val="0070C0"/>
                </a:solidFill>
              </a:rPr>
              <a:t>tự</a:t>
            </a:r>
            <a:r>
              <a:rPr lang="en-US" altLang="ja-JP" sz="2400" dirty="0">
                <a:solidFill>
                  <a:srgbClr val="0070C0"/>
                </a:solidFill>
              </a:rPr>
              <a:t> làm</a:t>
            </a:r>
            <a:r>
              <a:rPr lang="en-US" altLang="ja-JP" sz="2400" dirty="0"/>
              <a:t>”</a:t>
            </a:r>
          </a:p>
          <a:p>
            <a:pPr eaLnBrk="1" hangingPunct="1">
              <a:buClrTx/>
              <a:buFont typeface="Wingdings" pitchFamily="2" charset="2"/>
              <a:buChar char="Ø"/>
            </a:pPr>
            <a:r>
              <a:rPr lang="en-US" altLang="ja-JP" sz="2400" dirty="0" err="1">
                <a:solidFill>
                  <a:srgbClr val="FF3300"/>
                </a:solidFill>
              </a:rPr>
              <a:t>Nếu</a:t>
            </a:r>
            <a:r>
              <a:rPr lang="en-US" altLang="ja-JP" sz="2400" dirty="0">
                <a:solidFill>
                  <a:srgbClr val="FF3300"/>
                </a:solidFill>
              </a:rPr>
              <a:t> </a:t>
            </a:r>
            <a:r>
              <a:rPr lang="en-US" altLang="ja-JP" sz="2400" dirty="0" err="1">
                <a:solidFill>
                  <a:srgbClr val="FF3300"/>
                </a:solidFill>
              </a:rPr>
              <a:t>mua</a:t>
            </a:r>
            <a:r>
              <a:rPr lang="en-US" altLang="ja-JP" sz="2400" dirty="0">
                <a:solidFill>
                  <a:srgbClr val="FF3300"/>
                </a:solidFill>
              </a:rPr>
              <a:t> , </a:t>
            </a:r>
            <a:r>
              <a:rPr lang="en-US" altLang="ja-JP" sz="2400" dirty="0" err="1">
                <a:solidFill>
                  <a:srgbClr val="FF3300"/>
                </a:solidFill>
              </a:rPr>
              <a:t>cần</a:t>
            </a:r>
            <a:r>
              <a:rPr lang="en-US" altLang="ja-JP" sz="2400" dirty="0">
                <a:solidFill>
                  <a:srgbClr val="FF3300"/>
                </a:solidFill>
              </a:rPr>
              <a:t> </a:t>
            </a:r>
            <a:r>
              <a:rPr lang="en-US" altLang="ja-JP" sz="2400" dirty="0" err="1">
                <a:solidFill>
                  <a:srgbClr val="FF3300"/>
                </a:solidFill>
              </a:rPr>
              <a:t>tìm</a:t>
            </a:r>
            <a:r>
              <a:rPr lang="en-US" altLang="ja-JP" sz="2400" dirty="0">
                <a:solidFill>
                  <a:srgbClr val="FF3300"/>
                </a:solidFill>
              </a:rPr>
              <a:t> đ</a:t>
            </a:r>
            <a:r>
              <a:rPr lang="vi-VN" altLang="ja-JP" sz="2400" dirty="0">
                <a:solidFill>
                  <a:srgbClr val="FF3300"/>
                </a:solidFill>
              </a:rPr>
              <a:t>ư</a:t>
            </a:r>
            <a:r>
              <a:rPr lang="en-US" altLang="ja-JP" sz="2400" dirty="0" err="1">
                <a:solidFill>
                  <a:srgbClr val="FF3300"/>
                </a:solidFill>
              </a:rPr>
              <a:t>ợc</a:t>
            </a:r>
            <a:r>
              <a:rPr lang="en-US" altLang="ja-JP" sz="2400" dirty="0">
                <a:solidFill>
                  <a:srgbClr val="FF3300"/>
                </a:solidFill>
              </a:rPr>
              <a:t> </a:t>
            </a:r>
            <a:r>
              <a:rPr lang="en-US" altLang="ja-JP" sz="2400" dirty="0" err="1">
                <a:solidFill>
                  <a:srgbClr val="FF3300"/>
                </a:solidFill>
              </a:rPr>
              <a:t>nhà</a:t>
            </a:r>
            <a:r>
              <a:rPr lang="en-US" altLang="ja-JP" sz="2400" dirty="0">
                <a:solidFill>
                  <a:srgbClr val="FF3300"/>
                </a:solidFill>
              </a:rPr>
              <a:t> </a:t>
            </a:r>
            <a:r>
              <a:rPr lang="en-US" altLang="ja-JP" sz="2400" dirty="0" err="1">
                <a:solidFill>
                  <a:srgbClr val="FF3300"/>
                </a:solidFill>
              </a:rPr>
              <a:t>cung</a:t>
            </a:r>
            <a:r>
              <a:rPr lang="en-US" altLang="ja-JP" sz="2400" dirty="0">
                <a:solidFill>
                  <a:srgbClr val="FF3300"/>
                </a:solidFill>
              </a:rPr>
              <a:t> </a:t>
            </a:r>
            <a:r>
              <a:rPr lang="en-US" altLang="ja-JP" sz="2400" dirty="0" err="1">
                <a:solidFill>
                  <a:srgbClr val="FF3300"/>
                </a:solidFill>
              </a:rPr>
              <a:t>cấp</a:t>
            </a:r>
            <a:r>
              <a:rPr lang="en-US" altLang="ja-JP" sz="2400" dirty="0">
                <a:solidFill>
                  <a:srgbClr val="FF3300"/>
                </a:solidFill>
              </a:rPr>
              <a:t> </a:t>
            </a:r>
            <a:r>
              <a:rPr lang="en-US" altLang="ja-JP" sz="2400" dirty="0" err="1">
                <a:solidFill>
                  <a:srgbClr val="FF3300"/>
                </a:solidFill>
              </a:rPr>
              <a:t>tốt</a:t>
            </a:r>
            <a:endParaRPr lang="en-US" altLang="ja-JP" sz="2400" dirty="0"/>
          </a:p>
          <a:p>
            <a:pPr eaLnBrk="1" hangingPunct="1">
              <a:buClrTx/>
              <a:buFont typeface="Wingdings" pitchFamily="2" charset="2"/>
              <a:buChar char="Ø"/>
            </a:pPr>
            <a:r>
              <a:rPr lang="en-US" altLang="ja-JP" sz="2400" dirty="0" err="1"/>
              <a:t>Cách</a:t>
            </a:r>
            <a:r>
              <a:rPr lang="en-US" altLang="ja-JP" sz="2400" dirty="0"/>
              <a:t> làm </a:t>
            </a:r>
            <a:r>
              <a:rPr lang="en-US" altLang="ja-JP" sz="2400" dirty="0" err="1"/>
              <a:t>phổ</a:t>
            </a:r>
            <a:r>
              <a:rPr lang="en-US" altLang="ja-JP" sz="2400" dirty="0"/>
              <a:t> </a:t>
            </a:r>
            <a:r>
              <a:rPr lang="en-US" altLang="ja-JP" sz="2400" dirty="0" err="1"/>
              <a:t>biến</a:t>
            </a:r>
            <a:r>
              <a:rPr lang="en-US" altLang="ja-JP" sz="2400" dirty="0"/>
              <a:t> </a:t>
            </a:r>
            <a:r>
              <a:rPr lang="en-US" altLang="ja-JP" sz="2400" dirty="0" err="1"/>
              <a:t>là</a:t>
            </a:r>
            <a:r>
              <a:rPr lang="en-US" altLang="ja-JP" sz="2400" dirty="0"/>
              <a:t> </a:t>
            </a:r>
            <a:r>
              <a:rPr lang="en-US" altLang="ja-JP" sz="2400" dirty="0" err="1"/>
              <a:t>tạo</a:t>
            </a:r>
            <a:r>
              <a:rPr lang="en-US" altLang="ja-JP" sz="2400" dirty="0"/>
              <a:t> tài </a:t>
            </a:r>
            <a:r>
              <a:rPr lang="en-US" altLang="ja-JP" sz="2400" dirty="0" err="1"/>
              <a:t>liệu</a:t>
            </a:r>
            <a:r>
              <a:rPr lang="en-US" altLang="ja-JP" sz="2400" dirty="0"/>
              <a:t> “Request For Proposal (RFP, </a:t>
            </a:r>
            <a:r>
              <a:rPr lang="en-US" altLang="ja-JP" sz="2400" dirty="0" err="1"/>
              <a:t>Yêu</a:t>
            </a:r>
            <a:r>
              <a:rPr lang="en-US" altLang="ja-JP" sz="2400" dirty="0"/>
              <a:t> </a:t>
            </a:r>
            <a:r>
              <a:rPr lang="en-US" altLang="ja-JP" sz="2400" dirty="0" err="1"/>
              <a:t>cầu</a:t>
            </a:r>
            <a:r>
              <a:rPr lang="en-US" altLang="ja-JP" sz="2400" dirty="0"/>
              <a:t> đề </a:t>
            </a:r>
            <a:r>
              <a:rPr lang="en-US" altLang="ja-JP" sz="2400" dirty="0" err="1"/>
              <a:t>xuất</a:t>
            </a:r>
            <a:r>
              <a:rPr lang="en-US" altLang="ja-JP" sz="2400" dirty="0"/>
              <a:t>).” </a:t>
            </a:r>
          </a:p>
          <a:p>
            <a:pPr lvl="1" eaLnBrk="1" hangingPunct="1">
              <a:buClrTx/>
              <a:buFont typeface="Wingdings" pitchFamily="2" charset="2"/>
              <a:buChar char="Ø"/>
            </a:pPr>
            <a:r>
              <a:rPr lang="en-US" altLang="ja-JP" sz="2400" dirty="0"/>
              <a:t>RFP có </a:t>
            </a:r>
            <a:r>
              <a:rPr lang="en-US" altLang="ja-JP" sz="2400" dirty="0" err="1"/>
              <a:t>nhiều</a:t>
            </a:r>
            <a:r>
              <a:rPr lang="en-US" altLang="ja-JP" sz="2400" dirty="0"/>
              <a:t> </a:t>
            </a:r>
            <a:r>
              <a:rPr lang="en-US" altLang="ja-JP" sz="2400" dirty="0" err="1"/>
              <a:t>thông</a:t>
            </a:r>
            <a:r>
              <a:rPr lang="en-US" altLang="ja-JP" sz="2400" dirty="0"/>
              <a:t> tin t</a:t>
            </a:r>
            <a:r>
              <a:rPr lang="vi-VN" altLang="ja-JP" sz="2400" dirty="0"/>
              <a:t>ư</a:t>
            </a:r>
            <a:r>
              <a:rPr lang="en-US" altLang="ja-JP" sz="2400" dirty="0" err="1"/>
              <a:t>ơng</a:t>
            </a:r>
            <a:r>
              <a:rPr lang="en-US" altLang="ja-JP" sz="2400" dirty="0"/>
              <a:t> </a:t>
            </a:r>
            <a:r>
              <a:rPr lang="en-US" altLang="ja-JP" sz="2400" dirty="0" err="1"/>
              <a:t>đồng</a:t>
            </a:r>
            <a:r>
              <a:rPr lang="en-US" altLang="ja-JP" sz="2400" dirty="0"/>
              <a:t> </a:t>
            </a:r>
            <a:r>
              <a:rPr lang="en-US" altLang="ja-JP" sz="2400" dirty="0" err="1"/>
              <a:t>với</a:t>
            </a:r>
            <a:r>
              <a:rPr lang="en-US" altLang="ja-JP" sz="2400" dirty="0"/>
              <a:t> </a:t>
            </a:r>
            <a:r>
              <a:rPr lang="en-US" altLang="ja-JP" sz="2400" dirty="0" err="1"/>
              <a:t>Tuyên</a:t>
            </a:r>
            <a:r>
              <a:rPr lang="en-US" altLang="ja-JP" sz="2400" dirty="0"/>
              <a:t> </a:t>
            </a:r>
            <a:r>
              <a:rPr lang="en-US" altLang="ja-JP" sz="2400" dirty="0" err="1"/>
              <a:t>ngôn</a:t>
            </a:r>
            <a:r>
              <a:rPr lang="en-US" altLang="ja-JP" sz="2400" dirty="0"/>
              <a:t> </a:t>
            </a:r>
            <a:r>
              <a:rPr lang="en-US" altLang="ja-JP" sz="2400" dirty="0" err="1"/>
              <a:t>dự</a:t>
            </a:r>
            <a:r>
              <a:rPr lang="en-US" altLang="ja-JP" sz="2400" dirty="0"/>
              <a:t> án/Project Charter như </a:t>
            </a:r>
            <a:r>
              <a:rPr lang="en-US" altLang="ja-JP" sz="2400" dirty="0" err="1"/>
              <a:t>là</a:t>
            </a:r>
            <a:r>
              <a:rPr lang="en-US" altLang="ja-JP" sz="2400" dirty="0"/>
              <a:t> </a:t>
            </a:r>
            <a:r>
              <a:rPr lang="en-US" altLang="ja-JP" sz="2400" dirty="0" err="1"/>
              <a:t>mục</a:t>
            </a:r>
            <a:r>
              <a:rPr lang="en-US" altLang="ja-JP" sz="2400" dirty="0"/>
              <a:t> </a:t>
            </a:r>
            <a:r>
              <a:rPr lang="en-US" altLang="ja-JP" sz="2400" dirty="0" err="1"/>
              <a:t>tiêu</a:t>
            </a:r>
            <a:r>
              <a:rPr lang="en-US" altLang="ja-JP" sz="2400" dirty="0"/>
              <a:t>, </a:t>
            </a:r>
            <a:r>
              <a:rPr lang="en-US" altLang="ja-JP" sz="2400" dirty="0" err="1"/>
              <a:t>đầu</a:t>
            </a:r>
            <a:r>
              <a:rPr lang="en-US" altLang="ja-JP" sz="2400" dirty="0"/>
              <a:t> </a:t>
            </a:r>
            <a:r>
              <a:rPr lang="en-US" altLang="ja-JP" sz="2400" dirty="0" err="1"/>
              <a:t>ra</a:t>
            </a:r>
            <a:r>
              <a:rPr lang="en-US" altLang="ja-JP" sz="2400" dirty="0"/>
              <a:t>, </a:t>
            </a:r>
            <a:r>
              <a:rPr lang="en-US" altLang="ja-JP" sz="2400" dirty="0" err="1"/>
              <a:t>ngân</a:t>
            </a:r>
            <a:r>
              <a:rPr lang="en-US" altLang="ja-JP" sz="2400" dirty="0"/>
              <a:t> </a:t>
            </a:r>
            <a:r>
              <a:rPr lang="en-US" altLang="ja-JP" sz="2400" dirty="0" err="1"/>
              <a:t>sách</a:t>
            </a:r>
            <a:r>
              <a:rPr lang="en-US" altLang="ja-JP" sz="2400" dirty="0"/>
              <a:t>, </a:t>
            </a:r>
            <a:r>
              <a:rPr lang="en-US" altLang="ja-JP" sz="2400" dirty="0" err="1"/>
              <a:t>thời</a:t>
            </a:r>
            <a:r>
              <a:rPr lang="en-US" altLang="ja-JP" sz="2400" dirty="0"/>
              <a:t> </a:t>
            </a:r>
            <a:r>
              <a:rPr lang="en-US" altLang="ja-JP" sz="2400" dirty="0" err="1"/>
              <a:t>hạn</a:t>
            </a:r>
            <a:r>
              <a:rPr lang="en-US" altLang="ja-JP" sz="2400" dirty="0"/>
              <a:t> để </a:t>
            </a:r>
            <a:r>
              <a:rPr lang="en-US" altLang="ja-JP" sz="2400" dirty="0" err="1"/>
              <a:t>áp</a:t>
            </a:r>
            <a:r>
              <a:rPr lang="en-US" altLang="ja-JP" sz="2400" dirty="0"/>
              <a:t> </a:t>
            </a:r>
            <a:r>
              <a:rPr lang="en-US" altLang="ja-JP" sz="2400" dirty="0" err="1"/>
              <a:t>đặt</a:t>
            </a:r>
            <a:r>
              <a:rPr lang="en-US" altLang="ja-JP" sz="2400" dirty="0"/>
              <a:t> </a:t>
            </a:r>
            <a:r>
              <a:rPr lang="en-US" altLang="ja-JP" sz="2400" dirty="0" err="1"/>
              <a:t>cho</a:t>
            </a:r>
            <a:r>
              <a:rPr lang="en-US" altLang="ja-JP" sz="2400" dirty="0"/>
              <a:t> </a:t>
            </a:r>
            <a:r>
              <a:rPr lang="en-US" altLang="ja-JP" sz="2400" dirty="0" err="1"/>
              <a:t>nhà</a:t>
            </a:r>
            <a:r>
              <a:rPr lang="en-US" altLang="ja-JP" sz="2400" dirty="0"/>
              <a:t> </a:t>
            </a:r>
            <a:r>
              <a:rPr lang="en-US" altLang="ja-JP" sz="2400" dirty="0" err="1"/>
              <a:t>cung</a:t>
            </a:r>
            <a:r>
              <a:rPr lang="en-US" altLang="ja-JP" sz="2400" dirty="0"/>
              <a:t> </a:t>
            </a:r>
            <a:r>
              <a:rPr lang="en-US" altLang="ja-JP" sz="2400" dirty="0" err="1"/>
              <a:t>cấp</a:t>
            </a:r>
            <a:endParaRPr lang="en-US" altLang="ja-JP" sz="2400" dirty="0"/>
          </a:p>
          <a:p>
            <a:pPr eaLnBrk="1" hangingPunct="1">
              <a:buClrTx/>
              <a:buFont typeface="Wingdings" pitchFamily="2" charset="2"/>
              <a:buChar char="Ø"/>
            </a:pPr>
            <a:endParaRPr lang="en-US" altLang="ja-JP" sz="2400" dirty="0"/>
          </a:p>
        </p:txBody>
      </p:sp>
      <p:pic>
        <p:nvPicPr>
          <p:cNvPr id="3074" name="Picture 2" descr="Image result for bphone">
            <a:extLst>
              <a:ext uri="{FF2B5EF4-FFF2-40B4-BE49-F238E27FC236}">
                <a16:creationId xmlns:a16="http://schemas.microsoft.com/office/drawing/2014/main" xmlns="" id="{15426799-DEEB-4B81-924E-B0C742FBCC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6287" y="4591050"/>
            <a:ext cx="1772478" cy="2038350"/>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Image result for vinfast png">
            <a:extLst>
              <a:ext uri="{FF2B5EF4-FFF2-40B4-BE49-F238E27FC236}">
                <a16:creationId xmlns:a16="http://schemas.microsoft.com/office/drawing/2014/main" xmlns="" id="{80FE731F-4D7C-4D67-B22C-551F49BBA0C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801622" y="4748456"/>
            <a:ext cx="3660310" cy="2144713"/>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computer sitting on top of a table&#10;&#10;Description automatically generated">
            <a:extLst>
              <a:ext uri="{FF2B5EF4-FFF2-40B4-BE49-F238E27FC236}">
                <a16:creationId xmlns:a16="http://schemas.microsoft.com/office/drawing/2014/main" xmlns="" id="{D76DEAC5-D874-4202-9380-B86B793B49DD}"/>
              </a:ext>
            </a:extLst>
          </p:cNvPr>
          <p:cNvPicPr>
            <a:picLocks noChangeAspect="1"/>
          </p:cNvPicPr>
          <p:nvPr/>
        </p:nvPicPr>
        <p:blipFill rotWithShape="1">
          <a:blip r:embed="rId5" cstate="print">
            <a:extLst>
              <a:ext uri="{BEBA8EAE-BF5A-486C-A8C5-ECC9F3942E4B}">
                <a14:imgProps xmlns:a14="http://schemas.microsoft.com/office/drawing/2010/main">
                  <a14:imgLayer r:embed="rId6">
                    <a14:imgEffect>
                      <a14:backgroundRemoval t="1985" b="99409" l="8413" r="93869">
                        <a14:foregroundMark x1="43702" y1="2492" x2="11716" y2="3716"/>
                        <a14:foregroundMark x1="11716" y1="3716" x2="10718" y2="22466"/>
                        <a14:foregroundMark x1="10718" y1="22466" x2="11359" y2="65836"/>
                        <a14:foregroundMark x1="11359" y1="65836" x2="10195" y2="86444"/>
                        <a14:foregroundMark x1="10195" y1="86444" x2="13878" y2="94679"/>
                        <a14:foregroundMark x1="13878" y1="94679" x2="44819" y2="98438"/>
                        <a14:foregroundMark x1="44819" y1="98438" x2="58175" y2="96833"/>
                        <a14:foregroundMark x1="58175" y1="96833" x2="70271" y2="97086"/>
                        <a14:foregroundMark x1="70271" y1="97086" x2="76378" y2="96579"/>
                        <a14:foregroundMark x1="76378" y1="96579" x2="91207" y2="98438"/>
                        <a14:foregroundMark x1="91207" y1="98438" x2="93702" y2="89696"/>
                        <a14:foregroundMark x1="93702" y1="89696" x2="88308" y2="45650"/>
                        <a14:foregroundMark x1="88308" y1="45650" x2="80822" y2="37331"/>
                        <a14:foregroundMark x1="80822" y1="37331" x2="57438" y2="41934"/>
                        <a14:foregroundMark x1="57438" y1="41934" x2="57224" y2="51774"/>
                        <a14:foregroundMark x1="57224" y1="51774" x2="53826" y2="60346"/>
                        <a14:foregroundMark x1="53826" y1="60346" x2="51473" y2="11149"/>
                        <a14:foregroundMark x1="51473" y1="11149" x2="47006" y2="2111"/>
                        <a14:foregroundMark x1="47006" y1="2111" x2="43227" y2="2238"/>
                        <a14:foregroundMark x1="9696" y1="2238" x2="12595" y2="34586"/>
                        <a14:foregroundMark x1="12595" y1="34586" x2="16492" y2="45313"/>
                        <a14:foregroundMark x1="16492" y1="45313" x2="21364" y2="39400"/>
                        <a14:foregroundMark x1="21364" y1="39400" x2="21744" y2="23015"/>
                        <a14:foregroundMark x1="21744" y1="23015" x2="18988" y2="15034"/>
                        <a14:foregroundMark x1="18988" y1="15034" x2="13688" y2="10853"/>
                        <a14:foregroundMark x1="13688" y1="10853" x2="10456" y2="5236"/>
                        <a14:foregroundMark x1="12310" y1="44890" x2="10456" y2="89527"/>
                        <a14:foregroundMark x1="10456" y1="89527" x2="15637" y2="96368"/>
                        <a14:foregroundMark x1="15637" y1="96368" x2="30276" y2="94088"/>
                        <a14:foregroundMark x1="30276" y1="94088" x2="38712" y2="94806"/>
                        <a14:foregroundMark x1="38712" y1="94806" x2="43964" y2="94637"/>
                        <a14:foregroundMark x1="43964" y1="94637" x2="50452" y2="90878"/>
                        <a14:foregroundMark x1="50452" y1="90878" x2="51687" y2="66427"/>
                        <a14:foregroundMark x1="51687" y1="66427" x2="50618" y2="51816"/>
                        <a14:foregroundMark x1="50618" y1="51816" x2="42182" y2="45144"/>
                        <a14:foregroundMark x1="42182" y1="45144" x2="13260" y2="40287"/>
                        <a14:foregroundMark x1="13260" y1="40287" x2="13997" y2="43243"/>
                        <a14:foregroundMark x1="12452" y1="47593" x2="29159" y2="47593"/>
                        <a14:foregroundMark x1="29159" y1="47593" x2="35670" y2="47171"/>
                        <a14:foregroundMark x1="35670" y1="47171" x2="51069" y2="49789"/>
                        <a14:foregroundMark x1="51069" y1="49789" x2="48931" y2="92272"/>
                        <a14:foregroundMark x1="48931" y1="92272" x2="43037" y2="95608"/>
                        <a14:foregroundMark x1="43037" y1="95608" x2="23574" y2="93412"/>
                        <a14:foregroundMark x1="23574" y1="93412" x2="18394" y2="90625"/>
                        <a14:foregroundMark x1="18394" y1="90625" x2="14591" y2="83277"/>
                        <a14:foregroundMark x1="14591" y1="83277" x2="15067" y2="63471"/>
                        <a14:foregroundMark x1="12001" y1="50887" x2="31440" y2="45481"/>
                        <a14:foregroundMark x1="31440" y1="45481" x2="36930" y2="45861"/>
                        <a14:foregroundMark x1="36930" y1="45861" x2="43417" y2="51436"/>
                        <a14:foregroundMark x1="43417" y1="51436" x2="47220" y2="59924"/>
                        <a14:foregroundMark x1="47220" y1="59924" x2="49453" y2="70904"/>
                        <a14:foregroundMark x1="49453" y1="70904" x2="48931" y2="91301"/>
                        <a14:foregroundMark x1="48931" y1="91301" x2="31226" y2="95439"/>
                        <a14:foregroundMark x1="31226" y1="95439" x2="20271" y2="92568"/>
                        <a14:foregroundMark x1="20271" y1="92568" x2="15280" y2="86149"/>
                        <a14:foregroundMark x1="15280" y1="86149" x2="12144" y2="51689"/>
                        <a14:foregroundMark x1="16160" y1="57179" x2="13878" y2="68708"/>
                        <a14:foregroundMark x1="13878" y1="68708" x2="19320" y2="56292"/>
                        <a14:foregroundMark x1="19320" y1="56292" x2="17538" y2="69679"/>
                        <a14:foregroundMark x1="17538" y1="69679" x2="26426" y2="60304"/>
                        <a14:foregroundMark x1="26426" y1="60304" x2="20176" y2="78083"/>
                        <a14:foregroundMark x1="20176" y1="78083" x2="30608" y2="49451"/>
                        <a14:foregroundMark x1="30608" y1="49451" x2="26687" y2="75591"/>
                        <a14:foregroundMark x1="26687" y1="75591" x2="33959" y2="60684"/>
                        <a14:foregroundMark x1="33959" y1="60684" x2="36977" y2="46284"/>
                        <a14:foregroundMark x1="36977" y1="46284" x2="34791" y2="82264"/>
                        <a14:foregroundMark x1="34791" y1="82264" x2="38546" y2="68328"/>
                        <a14:foregroundMark x1="38546" y1="68328" x2="38451" y2="89485"/>
                        <a14:foregroundMark x1="38451" y1="89485" x2="42063" y2="81334"/>
                        <a14:foregroundMark x1="42063" y1="81334" x2="47457" y2="81377"/>
                        <a14:foregroundMark x1="47457" y1="81377" x2="47529" y2="81250"/>
                        <a14:foregroundMark x1="34149" y1="98184" x2="11240" y2="99282"/>
                        <a14:foregroundMark x1="11240" y1="99282" x2="17443" y2="96537"/>
                        <a14:foregroundMark x1="17443" y1="96537" x2="11478" y2="96537"/>
                        <a14:foregroundMark x1="11478" y1="96537" x2="11835" y2="93243"/>
                        <a14:foregroundMark x1="47077" y1="39696" x2="35076" y2="41596"/>
                        <a14:foregroundMark x1="35076" y1="41596" x2="41350" y2="41301"/>
                        <a14:foregroundMark x1="41350" y1="41301" x2="29682" y2="43243"/>
                        <a14:foregroundMark x1="8769" y1="91343" x2="11668" y2="99493"/>
                        <a14:foregroundMark x1="11668" y1="99493" x2="11549" y2="96833"/>
                        <a14:foregroundMark x1="8460" y1="92441" x2="10147" y2="95988"/>
                        <a14:foregroundMark x1="52780" y1="38598" x2="58626" y2="37500"/>
                        <a14:foregroundMark x1="58626" y1="37500" x2="65328" y2="41258"/>
                        <a14:foregroundMark x1="65328" y1="41258" x2="83531" y2="38598"/>
                        <a14:foregroundMark x1="83531" y1="38598" x2="88023" y2="43497"/>
                        <a14:foregroundMark x1="88023" y1="43497" x2="92918" y2="92399"/>
                        <a14:foregroundMark x1="92918" y1="92399" x2="90375" y2="80701"/>
                        <a14:foregroundMark x1="90375" y1="80701" x2="87548" y2="50465"/>
                        <a14:foregroundMark x1="87548" y1="50465" x2="86977" y2="91681"/>
                        <a14:foregroundMark x1="86977" y1="91681" x2="85765" y2="57981"/>
                        <a14:foregroundMark x1="85765" y1="57981" x2="82058" y2="64611"/>
                        <a14:foregroundMark x1="82058" y1="64611" x2="80299" y2="89274"/>
                        <a14:foregroundMark x1="80299" y1="89274" x2="79230" y2="44975"/>
                        <a14:foregroundMark x1="79230" y1="44975" x2="76164" y2="92652"/>
                        <a14:foregroundMark x1="76164" y1="92652" x2="74929" y2="50718"/>
                        <a14:foregroundMark x1="74929" y1="50718" x2="71958" y2="85262"/>
                        <a14:foregroundMark x1="71958" y1="85262" x2="72457" y2="48311"/>
                        <a14:foregroundMark x1="72457" y1="48311" x2="69273" y2="86064"/>
                        <a14:foregroundMark x1="69273" y1="86064" x2="66469" y2="94637"/>
                        <a14:foregroundMark x1="66469" y1="94637" x2="67847" y2="67061"/>
                        <a14:foregroundMark x1="67847" y1="67061" x2="73931" y2="65583"/>
                        <a14:foregroundMark x1="73931" y1="65583" x2="64330" y2="79476"/>
                        <a14:foregroundMark x1="64330" y1="79476" x2="54396" y2="77027"/>
                        <a14:foregroundMark x1="54396" y1="77027" x2="60005" y2="69383"/>
                        <a14:foregroundMark x1="60005" y1="69383" x2="70271" y2="69299"/>
                        <a14:foregroundMark x1="70271" y1="69299" x2="57177" y2="74958"/>
                        <a14:foregroundMark x1="57177" y1="74958" x2="63760" y2="80997"/>
                        <a14:foregroundMark x1="63760" y1="80997" x2="57818" y2="90329"/>
                        <a14:foregroundMark x1="57818" y1="90329" x2="50285" y2="93961"/>
                        <a14:foregroundMark x1="50285" y1="93961" x2="57723" y2="89443"/>
                        <a14:foregroundMark x1="57723" y1="89443" x2="63783" y2="90245"/>
                        <a14:foregroundMark x1="63783" y1="90245" x2="58555" y2="91934"/>
                        <a14:foregroundMark x1="58555" y1="91934" x2="70580" y2="85346"/>
                        <a14:foregroundMark x1="70580" y1="85346" x2="52923" y2="85346"/>
                        <a14:foregroundMark x1="52923" y1="85346" x2="64924" y2="71959"/>
                        <a14:foregroundMark x1="64924" y1="71959" x2="56369" y2="72002"/>
                        <a14:foregroundMark x1="56369" y1="72002" x2="62001" y2="64274"/>
                        <a14:foregroundMark x1="62001" y1="64274" x2="54349" y2="65414"/>
                        <a14:foregroundMark x1="54349" y1="65414" x2="48146" y2="70946"/>
                        <a14:foregroundMark x1="48146" y1="70946" x2="56583" y2="66850"/>
                        <a14:foregroundMark x1="56583" y1="66850" x2="65447" y2="68877"/>
                        <a14:foregroundMark x1="65447" y1="68877" x2="69439" y2="60008"/>
                        <a14:foregroundMark x1="69439" y1="60008" x2="60860" y2="62796"/>
                        <a14:foregroundMark x1="60860" y1="62796" x2="63356" y2="51309"/>
                        <a14:foregroundMark x1="63356" y1="51309" x2="69796" y2="49958"/>
                        <a14:foregroundMark x1="69796" y1="49958" x2="74762" y2="45101"/>
                        <a14:foregroundMark x1="74762" y1="45101" x2="68465" y2="44637"/>
                        <a14:foregroundMark x1="68465" y1="44637" x2="59268" y2="59291"/>
                        <a14:foregroundMark x1="59268" y1="59291" x2="79420" y2="48775"/>
                        <a14:foregroundMark x1="79420" y1="48775" x2="90758" y2="55795"/>
                        <a14:foregroundMark x1="91173" y1="60017" x2="86930" y2="69932"/>
                        <a14:foregroundMark x1="86930" y1="69932" x2="83840" y2="71664"/>
                        <a14:foregroundMark x1="83531" y1="38598" x2="88593" y2="43032"/>
                        <a14:foregroundMark x1="88593" y1="43032" x2="94344" y2="91554"/>
                        <a14:foregroundMark x1="94344" y1="91554" x2="91231" y2="99535"/>
                        <a14:foregroundMark x1="91231" y1="99535" x2="88237" y2="90963"/>
                        <a14:foregroundMark x1="88237" y1="90963" x2="88451" y2="61064"/>
                        <a14:foregroundMark x1="88451" y1="61064" x2="91136" y2="93243"/>
                        <a14:foregroundMark x1="91136" y1="93243" x2="92871" y2="82813"/>
                        <a14:foregroundMark x1="92871" y1="82813" x2="91160" y2="70566"/>
                        <a14:foregroundMark x1="91160" y1="70566" x2="89995" y2="80870"/>
                        <a14:foregroundMark x1="89995" y1="80870" x2="90613" y2="90921"/>
                        <a14:foregroundMark x1="90613" y1="90921" x2="87571" y2="83319"/>
                        <a14:foregroundMark x1="87571" y1="83319" x2="89948" y2="74662"/>
                        <a14:foregroundMark x1="89948" y1="74662" x2="87785" y2="42230"/>
                        <a14:foregroundMark x1="87785" y1="42230" x2="86454" y2="45693"/>
                        <a14:foregroundMark x1="89853" y1="53885" x2="89377" y2="64949"/>
                        <a14:foregroundMark x1="89377" y1="64949" x2="90684" y2="74493"/>
                        <a14:foregroundMark x1="90684" y1="74493" x2="90067" y2="63936"/>
                        <a14:foregroundMark x1="90067" y1="63936" x2="94035" y2="92399"/>
                        <a14:foregroundMark x1="94035" y1="92399" x2="90518" y2="99535"/>
                        <a14:foregroundMark x1="90518" y1="99535" x2="89377" y2="86149"/>
                        <a14:foregroundMark x1="89377" y1="86149" x2="90613" y2="70861"/>
                        <a14:foregroundMark x1="92609" y1="77660" x2="94772" y2="97931"/>
                        <a14:foregroundMark x1="94772" y1="97931" x2="93132" y2="88514"/>
                        <a14:foregroundMark x1="93132" y1="88514" x2="93869" y2="97931"/>
                        <a14:foregroundMark x1="93869" y1="97931" x2="93227" y2="95735"/>
                        <a14:foregroundMark x1="84149" y1="38598" x2="86312" y2="43497"/>
                        <a14:foregroundMark x1="87999" y1="38851" x2="85837" y2="40245"/>
                        <a14:backgroundMark x1="91374" y1="54983" x2="92158" y2="60473"/>
                        <a14:backgroundMark x1="92467" y1="58277" x2="92158" y2="56883"/>
                        <a14:backgroundMark x1="91683" y1="61022" x2="91683" y2="61022"/>
                        <a14:backgroundMark x1="91849" y1="61022" x2="91231" y2="55532"/>
                        <a14:backgroundMark x1="91088" y1="54983" x2="91683" y2="61022"/>
                      </a14:backgroundRemoval>
                    </a14:imgEffect>
                  </a14:imgLayer>
                </a14:imgProps>
              </a:ext>
              <a:ext uri="{28A0092B-C50C-407E-A947-70E740481C1C}">
                <a14:useLocalDpi xmlns:a14="http://schemas.microsoft.com/office/drawing/2010/main" val="0"/>
              </a:ext>
            </a:extLst>
          </a:blip>
          <a:srcRect l="5346" r="4166"/>
          <a:stretch/>
        </p:blipFill>
        <p:spPr>
          <a:xfrm>
            <a:off x="5461932" y="4535290"/>
            <a:ext cx="3734873" cy="2322709"/>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xmlns="" id="{C08E481C-1FFF-4B9E-A5ED-41FE9413684D}"/>
              </a:ext>
            </a:extLst>
          </p:cNvPr>
          <p:cNvSpPr>
            <a:spLocks noGrp="1"/>
          </p:cNvSpPr>
          <p:nvPr>
            <p:ph type="sldNum" sz="quarter" idx="12"/>
          </p:nvPr>
        </p:nvSpPr>
        <p:spPr/>
        <p:txBody>
          <a:bodyPr/>
          <a:lstStyle/>
          <a:p>
            <a:fld id="{9EA0BE3B-158A-4EDF-80DC-E394A0D1600F}" type="slidenum">
              <a:rPr lang="en-US" smtClean="0"/>
              <a:pPr/>
              <a:t>77</a:t>
            </a:fld>
            <a:endParaRPr lang="en-US" dirty="0"/>
          </a:p>
        </p:txBody>
      </p:sp>
      <p:sp>
        <p:nvSpPr>
          <p:cNvPr id="94210" name="Rectangle 2"/>
          <p:cNvSpPr>
            <a:spLocks noGrp="1" noChangeArrowheads="1"/>
          </p:cNvSpPr>
          <p:nvPr>
            <p:ph type="title"/>
          </p:nvPr>
        </p:nvSpPr>
        <p:spPr/>
        <p:txBody>
          <a:bodyPr/>
          <a:lstStyle/>
          <a:p>
            <a:pPr eaLnBrk="1" hangingPunct="1"/>
            <a:r>
              <a:rPr lang="en-US" altLang="ja-JP" sz="3200" dirty="0" smtClean="0"/>
              <a:t>Làm </a:t>
            </a:r>
            <a:r>
              <a:rPr lang="en-US" altLang="ja-JP" sz="3200" dirty="0" err="1" smtClean="0"/>
              <a:t>thế</a:t>
            </a:r>
            <a:r>
              <a:rPr lang="en-US" altLang="ja-JP" sz="3200" dirty="0" smtClean="0"/>
              <a:t> </a:t>
            </a:r>
            <a:r>
              <a:rPr lang="en-US" altLang="ja-JP" sz="3200" dirty="0" err="1" smtClean="0"/>
              <a:t>nào</a:t>
            </a:r>
            <a:r>
              <a:rPr lang="en-US" altLang="ja-JP" sz="3200" dirty="0" smtClean="0"/>
              <a:t> </a:t>
            </a:r>
            <a:r>
              <a:rPr lang="en-US" altLang="ja-JP" sz="3200" dirty="0" err="1" smtClean="0"/>
              <a:t>quản</a:t>
            </a:r>
            <a:r>
              <a:rPr lang="en-US" altLang="ja-JP" sz="3200" dirty="0" smtClean="0"/>
              <a:t> </a:t>
            </a:r>
            <a:r>
              <a:rPr lang="en-US" altLang="ja-JP" sz="3200" dirty="0" err="1"/>
              <a:t>lý</a:t>
            </a:r>
            <a:r>
              <a:rPr lang="en-US" altLang="ja-JP" sz="3200" dirty="0"/>
              <a:t> </a:t>
            </a:r>
            <a:r>
              <a:rPr lang="en-US" altLang="ja-JP" sz="3200" dirty="0" err="1"/>
              <a:t>rủi</a:t>
            </a:r>
            <a:r>
              <a:rPr lang="en-US" altLang="ja-JP" sz="3200" dirty="0"/>
              <a:t> </a:t>
            </a:r>
            <a:r>
              <a:rPr lang="en-US" altLang="ja-JP" sz="3200" dirty="0" err="1"/>
              <a:t>ro</a:t>
            </a:r>
            <a:r>
              <a:rPr lang="en-US" altLang="ja-JP" sz="3200" dirty="0"/>
              <a:t> </a:t>
            </a:r>
            <a:r>
              <a:rPr lang="en-US" altLang="ja-JP" sz="3200" dirty="0" err="1"/>
              <a:t>mua</a:t>
            </a:r>
            <a:r>
              <a:rPr lang="en-US" altLang="ja-JP" sz="3200" dirty="0"/>
              <a:t> </a:t>
            </a:r>
            <a:r>
              <a:rPr lang="en-US" altLang="ja-JP" sz="3200" dirty="0" err="1"/>
              <a:t>sắm</a:t>
            </a:r>
            <a:r>
              <a:rPr lang="en-US" altLang="ja-JP" sz="3200" dirty="0"/>
              <a:t>?</a:t>
            </a:r>
          </a:p>
        </p:txBody>
      </p:sp>
      <p:sp>
        <p:nvSpPr>
          <p:cNvPr id="94211" name="Rectangle 3"/>
          <p:cNvSpPr>
            <a:spLocks noGrp="1" noChangeArrowheads="1"/>
          </p:cNvSpPr>
          <p:nvPr>
            <p:ph type="body" sz="quarter" idx="13"/>
          </p:nvPr>
        </p:nvSpPr>
        <p:spPr/>
        <p:txBody>
          <a:bodyPr/>
          <a:lstStyle/>
          <a:p>
            <a:pPr eaLnBrk="1" hangingPunct="1">
              <a:buClrTx/>
              <a:buFont typeface="Wingdings" pitchFamily="2" charset="2"/>
              <a:buChar char="Ø"/>
            </a:pPr>
            <a:r>
              <a:rPr lang="en-US" altLang="ja-JP" sz="2400"/>
              <a:t>Mỗi loại hợp đồng có cách chia sẻ rủi ro khác nhau giữa bên mua và bán</a:t>
            </a:r>
          </a:p>
          <a:p>
            <a:pPr eaLnBrk="1" hangingPunct="1">
              <a:buClrTx/>
              <a:buFont typeface="Wingdings" pitchFamily="2" charset="2"/>
              <a:buChar char="Ø"/>
            </a:pPr>
            <a:r>
              <a:rPr lang="en-US" altLang="ja-JP" sz="2400"/>
              <a:t>Cần nắm đ</a:t>
            </a:r>
            <a:r>
              <a:rPr lang="vi-VN" altLang="ja-JP" sz="2400"/>
              <a:t>ư</a:t>
            </a:r>
            <a:r>
              <a:rPr lang="en-US" altLang="ja-JP" sz="2400"/>
              <a:t>ợc các nguyên tắc c</a:t>
            </a:r>
            <a:r>
              <a:rPr lang="vi-VN" altLang="ja-JP" sz="2400"/>
              <a:t>ơ</a:t>
            </a:r>
            <a:r>
              <a:rPr lang="en-US" altLang="ja-JP" sz="2400"/>
              <a:t> bản nh</a:t>
            </a:r>
            <a:r>
              <a:rPr lang="vi-VN" altLang="ja-JP" sz="2400"/>
              <a:t>ư</a:t>
            </a:r>
            <a:r>
              <a:rPr lang="en-US" altLang="ja-JP" sz="2400"/>
              <a:t> sau:</a:t>
            </a:r>
          </a:p>
        </p:txBody>
      </p:sp>
      <p:grpSp>
        <p:nvGrpSpPr>
          <p:cNvPr id="94212" name="グループ化 18"/>
          <p:cNvGrpSpPr>
            <a:grpSpLocks/>
          </p:cNvGrpSpPr>
          <p:nvPr/>
        </p:nvGrpSpPr>
        <p:grpSpPr bwMode="auto">
          <a:xfrm>
            <a:off x="1219200" y="4572000"/>
            <a:ext cx="6858000" cy="533400"/>
            <a:chOff x="1219200" y="5154613"/>
            <a:chExt cx="5486400" cy="533400"/>
          </a:xfrm>
        </p:grpSpPr>
        <p:sp>
          <p:nvSpPr>
            <p:cNvPr id="94223" name="Rectangle 4"/>
            <p:cNvSpPr>
              <a:spLocks noChangeArrowheads="1"/>
            </p:cNvSpPr>
            <p:nvPr/>
          </p:nvSpPr>
          <p:spPr bwMode="auto">
            <a:xfrm>
              <a:off x="1219200" y="5154613"/>
              <a:ext cx="1371600" cy="533400"/>
            </a:xfrm>
            <a:prstGeom prst="rect">
              <a:avLst/>
            </a:prstGeom>
            <a:solidFill>
              <a:schemeClr val="accent1">
                <a:alpha val="30196"/>
              </a:schemeClr>
            </a:solidFill>
            <a:ln w="9525">
              <a:solidFill>
                <a:schemeClr val="tx1"/>
              </a:solidFill>
              <a:miter lim="800000"/>
              <a:headEnd/>
              <a:tailEnd/>
            </a:ln>
          </p:spPr>
          <p:txBody>
            <a:bodyPr wrap="none" anchor="ctr"/>
            <a:lstStyle/>
            <a:p>
              <a:pPr algn="ctr"/>
              <a:r>
                <a:rPr lang="en-US" altLang="ja-JP"/>
                <a:t>F</a:t>
              </a:r>
              <a:r>
                <a:rPr lang="en-US" altLang="ja-JP" b="1"/>
                <a:t>FP</a:t>
              </a:r>
            </a:p>
          </p:txBody>
        </p:sp>
        <p:sp>
          <p:nvSpPr>
            <p:cNvPr id="94224" name="Rectangle 5"/>
            <p:cNvSpPr>
              <a:spLocks noChangeArrowheads="1"/>
            </p:cNvSpPr>
            <p:nvPr/>
          </p:nvSpPr>
          <p:spPr bwMode="auto">
            <a:xfrm>
              <a:off x="2590800" y="5154613"/>
              <a:ext cx="1371600" cy="533400"/>
            </a:xfrm>
            <a:prstGeom prst="rect">
              <a:avLst/>
            </a:prstGeom>
            <a:solidFill>
              <a:schemeClr val="accent1">
                <a:alpha val="30196"/>
              </a:schemeClr>
            </a:solidFill>
            <a:ln w="9525">
              <a:solidFill>
                <a:schemeClr val="tx1"/>
              </a:solidFill>
              <a:miter lim="800000"/>
              <a:headEnd/>
              <a:tailEnd/>
            </a:ln>
          </p:spPr>
          <p:txBody>
            <a:bodyPr wrap="none" anchor="ctr"/>
            <a:lstStyle/>
            <a:p>
              <a:pPr algn="ctr"/>
              <a:r>
                <a:rPr lang="en-US" altLang="ja-JP" b="1"/>
                <a:t>FP</a:t>
              </a:r>
              <a:r>
                <a:rPr lang="en-US" altLang="ja-JP"/>
                <a:t>I</a:t>
              </a:r>
            </a:p>
          </p:txBody>
        </p:sp>
        <p:sp>
          <p:nvSpPr>
            <p:cNvPr id="94225" name="Rectangle 6"/>
            <p:cNvSpPr>
              <a:spLocks noChangeArrowheads="1"/>
            </p:cNvSpPr>
            <p:nvPr/>
          </p:nvSpPr>
          <p:spPr bwMode="auto">
            <a:xfrm>
              <a:off x="3962400" y="5154613"/>
              <a:ext cx="1371600" cy="533400"/>
            </a:xfrm>
            <a:prstGeom prst="rect">
              <a:avLst/>
            </a:prstGeom>
            <a:solidFill>
              <a:schemeClr val="accent1">
                <a:alpha val="30196"/>
              </a:schemeClr>
            </a:solidFill>
            <a:ln w="9525">
              <a:solidFill>
                <a:schemeClr val="tx1"/>
              </a:solidFill>
              <a:miter lim="800000"/>
              <a:headEnd/>
              <a:tailEnd/>
            </a:ln>
          </p:spPr>
          <p:txBody>
            <a:bodyPr wrap="none" anchor="ctr"/>
            <a:lstStyle/>
            <a:p>
              <a:pPr algn="ctr"/>
              <a:r>
                <a:rPr lang="en-US" altLang="ja-JP" b="1"/>
                <a:t>CP</a:t>
              </a:r>
              <a:r>
                <a:rPr lang="en-US" altLang="ja-JP"/>
                <a:t>IF</a:t>
              </a:r>
            </a:p>
          </p:txBody>
        </p:sp>
        <p:sp>
          <p:nvSpPr>
            <p:cNvPr id="94226" name="Rectangle 7"/>
            <p:cNvSpPr>
              <a:spLocks noChangeArrowheads="1"/>
            </p:cNvSpPr>
            <p:nvPr/>
          </p:nvSpPr>
          <p:spPr bwMode="auto">
            <a:xfrm>
              <a:off x="5334000" y="5154613"/>
              <a:ext cx="1371600" cy="533400"/>
            </a:xfrm>
            <a:prstGeom prst="rect">
              <a:avLst/>
            </a:prstGeom>
            <a:solidFill>
              <a:schemeClr val="accent1">
                <a:alpha val="30196"/>
              </a:schemeClr>
            </a:solidFill>
            <a:ln w="9525">
              <a:solidFill>
                <a:schemeClr val="tx1"/>
              </a:solidFill>
              <a:miter lim="800000"/>
              <a:headEnd/>
              <a:tailEnd/>
            </a:ln>
          </p:spPr>
          <p:txBody>
            <a:bodyPr wrap="none" anchor="ctr"/>
            <a:lstStyle/>
            <a:p>
              <a:pPr algn="ctr"/>
              <a:r>
                <a:rPr lang="en-US" altLang="ja-JP" b="1"/>
                <a:t>CP</a:t>
              </a:r>
              <a:r>
                <a:rPr lang="en-US" altLang="ja-JP"/>
                <a:t>FF</a:t>
              </a:r>
            </a:p>
          </p:txBody>
        </p:sp>
      </p:grpSp>
      <p:sp>
        <p:nvSpPr>
          <p:cNvPr id="94213" name="AutoShape 9"/>
          <p:cNvSpPr>
            <a:spLocks noChangeArrowheads="1"/>
          </p:cNvSpPr>
          <p:nvPr/>
        </p:nvSpPr>
        <p:spPr bwMode="auto">
          <a:xfrm>
            <a:off x="1219200" y="3325813"/>
            <a:ext cx="6781800" cy="914400"/>
          </a:xfrm>
          <a:prstGeom prst="rtTriangle">
            <a:avLst/>
          </a:prstGeom>
          <a:gradFill flip="none" rotWithShape="1">
            <a:gsLst>
              <a:gs pos="0">
                <a:schemeClr val="accent6">
                  <a:lumMod val="20000"/>
                  <a:lumOff val="80000"/>
                </a:schemeClr>
              </a:gs>
              <a:gs pos="100000">
                <a:srgbClr val="00B050"/>
              </a:gs>
            </a:gsLst>
            <a:lin ang="0" scaled="0"/>
            <a:tileRect/>
          </a:gradFill>
          <a:ln>
            <a:noFill/>
          </a:ln>
        </p:spPr>
        <p:txBody>
          <a:bodyPr wrap="none" anchor="ctr"/>
          <a:lstStyle/>
          <a:p>
            <a:pPr algn="ctr"/>
            <a:r>
              <a:rPr lang="en-US" altLang="ja-JP"/>
              <a:t>Rủi ro bên Bán chịu</a:t>
            </a:r>
          </a:p>
        </p:txBody>
      </p:sp>
      <p:sp>
        <p:nvSpPr>
          <p:cNvPr id="94214" name="AutoShape 10"/>
          <p:cNvSpPr>
            <a:spLocks noChangeArrowheads="1"/>
          </p:cNvSpPr>
          <p:nvPr/>
        </p:nvSpPr>
        <p:spPr bwMode="auto">
          <a:xfrm flipH="1" flipV="1">
            <a:off x="1295400" y="2944813"/>
            <a:ext cx="6781800" cy="914400"/>
          </a:xfrm>
          <a:prstGeom prst="rtTriangle">
            <a:avLst/>
          </a:prstGeom>
          <a:gradFill>
            <a:gsLst>
              <a:gs pos="0">
                <a:schemeClr val="accent6">
                  <a:lumMod val="20000"/>
                  <a:lumOff val="80000"/>
                </a:schemeClr>
              </a:gs>
              <a:gs pos="100000">
                <a:srgbClr val="00B050"/>
              </a:gs>
            </a:gsLst>
            <a:lin ang="0" scaled="0"/>
          </a:gradFill>
          <a:ln>
            <a:noFill/>
          </a:ln>
        </p:spPr>
        <p:txBody>
          <a:bodyPr rot="10800000" wrap="none" anchor="ctr"/>
          <a:lstStyle/>
          <a:p>
            <a:pPr algn="ctr"/>
            <a:r>
              <a:rPr lang="en-US" altLang="ja-JP"/>
              <a:t>Rủi ro bên Mua chịu</a:t>
            </a:r>
          </a:p>
        </p:txBody>
      </p:sp>
      <p:sp>
        <p:nvSpPr>
          <p:cNvPr id="94215" name="Line 12"/>
          <p:cNvSpPr>
            <a:spLocks noChangeShapeType="1"/>
          </p:cNvSpPr>
          <p:nvPr/>
        </p:nvSpPr>
        <p:spPr bwMode="auto">
          <a:xfrm>
            <a:off x="1371600" y="2944813"/>
            <a:ext cx="67056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4216" name="Line 13"/>
          <p:cNvSpPr>
            <a:spLocks noChangeShapeType="1"/>
          </p:cNvSpPr>
          <p:nvPr/>
        </p:nvSpPr>
        <p:spPr bwMode="auto">
          <a:xfrm flipH="1">
            <a:off x="1219200" y="4240213"/>
            <a:ext cx="67056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4217" name="Line 14"/>
          <p:cNvSpPr>
            <a:spLocks noChangeShapeType="1"/>
          </p:cNvSpPr>
          <p:nvPr/>
        </p:nvSpPr>
        <p:spPr bwMode="auto">
          <a:xfrm>
            <a:off x="1371600" y="2944813"/>
            <a:ext cx="6705600" cy="9144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4218" name="Line 15"/>
          <p:cNvSpPr>
            <a:spLocks noChangeShapeType="1"/>
          </p:cNvSpPr>
          <p:nvPr/>
        </p:nvSpPr>
        <p:spPr bwMode="auto">
          <a:xfrm flipH="1" flipV="1">
            <a:off x="1219200" y="3325813"/>
            <a:ext cx="6705600" cy="9144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4219" name="Text Box 16"/>
          <p:cNvSpPr txBox="1">
            <a:spLocks noChangeArrowheads="1"/>
          </p:cNvSpPr>
          <p:nvPr/>
        </p:nvSpPr>
        <p:spPr bwMode="auto">
          <a:xfrm>
            <a:off x="1203325" y="3797300"/>
            <a:ext cx="60785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r>
              <a:rPr lang="en-US" altLang="ja-JP"/>
              <a:t>Cao</a:t>
            </a:r>
          </a:p>
        </p:txBody>
      </p:sp>
      <p:sp>
        <p:nvSpPr>
          <p:cNvPr id="94220" name="Text Box 17"/>
          <p:cNvSpPr txBox="1">
            <a:spLocks noChangeArrowheads="1"/>
          </p:cNvSpPr>
          <p:nvPr/>
        </p:nvSpPr>
        <p:spPr bwMode="auto">
          <a:xfrm>
            <a:off x="7315200" y="3021013"/>
            <a:ext cx="60785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r>
              <a:rPr lang="en-US" altLang="ja-JP"/>
              <a:t>Cao</a:t>
            </a:r>
          </a:p>
        </p:txBody>
      </p:sp>
      <p:sp>
        <p:nvSpPr>
          <p:cNvPr id="94221" name="Text Box 18"/>
          <p:cNvSpPr txBox="1">
            <a:spLocks noChangeArrowheads="1"/>
          </p:cNvSpPr>
          <p:nvPr/>
        </p:nvSpPr>
        <p:spPr bwMode="auto">
          <a:xfrm>
            <a:off x="3200400" y="2895600"/>
            <a:ext cx="71045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r>
              <a:rPr lang="en-US" altLang="ja-JP"/>
              <a:t>Thấp</a:t>
            </a:r>
          </a:p>
        </p:txBody>
      </p:sp>
      <p:sp>
        <p:nvSpPr>
          <p:cNvPr id="94222" name="Text Box 19"/>
          <p:cNvSpPr txBox="1">
            <a:spLocks noChangeArrowheads="1"/>
          </p:cNvSpPr>
          <p:nvPr/>
        </p:nvSpPr>
        <p:spPr bwMode="auto">
          <a:xfrm>
            <a:off x="5816600" y="3922713"/>
            <a:ext cx="71045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r>
              <a:rPr lang="en-US" altLang="ja-JP"/>
              <a:t>Thấp</a:t>
            </a:r>
          </a:p>
        </p:txBody>
      </p:sp>
      <p:sp>
        <p:nvSpPr>
          <p:cNvPr id="2" name="Rectangle 1">
            <a:extLst>
              <a:ext uri="{FF2B5EF4-FFF2-40B4-BE49-F238E27FC236}">
                <a16:creationId xmlns:a16="http://schemas.microsoft.com/office/drawing/2014/main" xmlns="" id="{7540A9A9-C984-46ED-A292-189C09280961}"/>
              </a:ext>
            </a:extLst>
          </p:cNvPr>
          <p:cNvSpPr/>
          <p:nvPr/>
        </p:nvSpPr>
        <p:spPr>
          <a:xfrm>
            <a:off x="698437" y="5347177"/>
            <a:ext cx="8293163" cy="1477328"/>
          </a:xfrm>
          <a:prstGeom prst="rect">
            <a:avLst/>
          </a:prstGeom>
        </p:spPr>
        <p:txBody>
          <a:bodyPr wrap="square">
            <a:spAutoFit/>
          </a:bodyPr>
          <a:lstStyle/>
          <a:p>
            <a:pPr marL="342900" indent="-342900">
              <a:buAutoNum type="arabicParenBoth"/>
            </a:pPr>
            <a:r>
              <a:rPr lang="en-US" altLang="ja-JP" b="1"/>
              <a:t>Fixed Price. FP:</a:t>
            </a:r>
            <a:r>
              <a:rPr lang="en-US" altLang="ja-JP"/>
              <a:t> </a:t>
            </a:r>
            <a:r>
              <a:rPr lang="vi-VN" altLang="ja-JP"/>
              <a:t>Hợp đồng giá cố định</a:t>
            </a:r>
            <a:r>
              <a:rPr lang="en-US" altLang="ja-JP"/>
              <a:t>, đ</a:t>
            </a:r>
            <a:r>
              <a:rPr lang="vi-VN" altLang="ja-JP"/>
              <a:t>ặt tổng giá cố định cho một sản phẩm hoặc dịch vụ xác định sẽ được cung cấp.</a:t>
            </a:r>
            <a:r>
              <a:rPr lang="en-US" altLang="ja-JP"/>
              <a:t> </a:t>
            </a:r>
            <a:r>
              <a:rPr lang="en-US" altLang="ja-JP" i="1"/>
              <a:t> Ví dụ: khoán sản phẩm</a:t>
            </a:r>
          </a:p>
          <a:p>
            <a:pPr eaLnBrk="1" hangingPunct="1"/>
            <a:r>
              <a:rPr lang="en-US" altLang="ja-JP" b="1"/>
              <a:t>(2) Cost Plus, CP</a:t>
            </a:r>
            <a:r>
              <a:rPr lang="en-US" altLang="ja-JP"/>
              <a:t>: </a:t>
            </a:r>
            <a:r>
              <a:rPr lang="vi-VN" altLang="ja-JP"/>
              <a:t>Hợp đồng chi phí bồi hoàn</a:t>
            </a:r>
            <a:r>
              <a:rPr lang="en-US" altLang="ja-JP"/>
              <a:t>, t</a:t>
            </a:r>
            <a:r>
              <a:rPr lang="vi-VN" altLang="ja-JP"/>
              <a:t>hanh toán cho người bán cho tất cả các chi phí thực tế hợp pháp phát sinh cho công việc hoàn thành với lợi nhuận của người bán.</a:t>
            </a:r>
            <a:r>
              <a:rPr lang="en-US" altLang="ja-JP"/>
              <a:t> </a:t>
            </a:r>
            <a:r>
              <a:rPr lang="en-US" altLang="ja-JP" i="1"/>
              <a:t>Ví dụ: l</a:t>
            </a:r>
            <a:r>
              <a:rPr lang="vi-VN" altLang="ja-JP" i="1"/>
              <a:t>ư</a:t>
            </a:r>
            <a:r>
              <a:rPr lang="en-US" altLang="ja-JP" i="1"/>
              <a:t>ơng công nhật</a:t>
            </a:r>
            <a:endParaRPr lang="vi-VN" altLang="ja-JP"/>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C67AA45E-F9F8-4F18-9105-BC070A430059}"/>
              </a:ext>
            </a:extLst>
          </p:cNvPr>
          <p:cNvSpPr>
            <a:spLocks noGrp="1"/>
          </p:cNvSpPr>
          <p:nvPr>
            <p:ph type="sldNum" sz="quarter" idx="12"/>
          </p:nvPr>
        </p:nvSpPr>
        <p:spPr/>
        <p:txBody>
          <a:bodyPr/>
          <a:lstStyle/>
          <a:p>
            <a:fld id="{9EA0BE3B-158A-4EDF-80DC-E394A0D1600F}" type="slidenum">
              <a:rPr lang="en-US" smtClean="0"/>
              <a:pPr/>
              <a:t>78</a:t>
            </a:fld>
            <a:endParaRPr lang="en-US" dirty="0"/>
          </a:p>
        </p:txBody>
      </p:sp>
      <p:sp>
        <p:nvSpPr>
          <p:cNvPr id="2" name="Title 1">
            <a:extLst>
              <a:ext uri="{FF2B5EF4-FFF2-40B4-BE49-F238E27FC236}">
                <a16:creationId xmlns:a16="http://schemas.microsoft.com/office/drawing/2014/main" xmlns="" id="{364FCEC9-1BA9-4725-904A-357B54E0BF57}"/>
              </a:ext>
            </a:extLst>
          </p:cNvPr>
          <p:cNvSpPr>
            <a:spLocks noGrp="1"/>
          </p:cNvSpPr>
          <p:nvPr>
            <p:ph type="title"/>
          </p:nvPr>
        </p:nvSpPr>
        <p:spPr/>
        <p:txBody>
          <a:bodyPr/>
          <a:lstStyle/>
          <a:p>
            <a:r>
              <a:rPr lang="en-US"/>
              <a:t>10 loại hợp đồng mua sắm</a:t>
            </a:r>
          </a:p>
        </p:txBody>
      </p:sp>
      <p:sp>
        <p:nvSpPr>
          <p:cNvPr id="3" name="Text Placeholder 2">
            <a:extLst>
              <a:ext uri="{FF2B5EF4-FFF2-40B4-BE49-F238E27FC236}">
                <a16:creationId xmlns:a16="http://schemas.microsoft.com/office/drawing/2014/main" xmlns="" id="{C306F983-4C0D-4A14-96EE-D33767C61B8D}"/>
              </a:ext>
            </a:extLst>
          </p:cNvPr>
          <p:cNvSpPr>
            <a:spLocks noGrp="1"/>
          </p:cNvSpPr>
          <p:nvPr>
            <p:ph type="body" sz="quarter" idx="13"/>
          </p:nvPr>
        </p:nvSpPr>
        <p:spPr>
          <a:xfrm>
            <a:off x="234950" y="5273968"/>
            <a:ext cx="8674100" cy="822032"/>
          </a:xfrm>
        </p:spPr>
        <p:txBody>
          <a:bodyPr/>
          <a:lstStyle/>
          <a:p>
            <a:r>
              <a:rPr lang="en-US" altLang="ja-JP" sz="1400" b="1"/>
              <a:t>Incentive: </a:t>
            </a:r>
            <a:r>
              <a:rPr lang="en-US" altLang="ja-JP" sz="1400"/>
              <a:t>ăn chia theo tỷ lệ Buyer/Seller. R</a:t>
            </a:r>
            <a:r>
              <a:rPr lang="vi-VN" sz="1400"/>
              <a:t>ất cần thiết cho các hợp đồng mua bán, nó giúp phía seller có được nhiều profit hơn nếu chi phí triển khai dự án giảm xuống hay đơn giản hiệu quả tăng lên, và ít profit hơn nếu ngược lại. =&gt; Điều này lợi ích cho cả seller và buyer.</a:t>
            </a:r>
            <a:r>
              <a:rPr lang="en-US" sz="1400"/>
              <a:t> Ví dụ t</a:t>
            </a:r>
            <a:r>
              <a:rPr lang="vi-VN" sz="1400"/>
              <a:t>ỷ lệ 70/3</a:t>
            </a:r>
            <a:r>
              <a:rPr lang="en-US" sz="1400"/>
              <a:t>0 </a:t>
            </a:r>
            <a:r>
              <a:rPr lang="en-US" sz="1400">
                <a:sym typeface="Wingdings" panose="05000000000000000000" pitchFamily="2" charset="2"/>
              </a:rPr>
              <a:t> </a:t>
            </a:r>
            <a:r>
              <a:rPr lang="vi-VN" sz="1400"/>
              <a:t>buyer có được 70%</a:t>
            </a:r>
            <a:r>
              <a:rPr lang="en-US" sz="1400"/>
              <a:t>.</a:t>
            </a:r>
            <a:endParaRPr lang="vi-VN" altLang="ja-JP" sz="1400"/>
          </a:p>
          <a:p>
            <a:r>
              <a:rPr lang="en-US" sz="1400"/>
              <a:t>Tỷ lệ Buyer/Seller ở Google Play, Apple Store.. là bao nhiêu?</a:t>
            </a:r>
          </a:p>
        </p:txBody>
      </p:sp>
      <p:graphicFrame>
        <p:nvGraphicFramePr>
          <p:cNvPr id="6" name="Content Placeholder 5">
            <a:extLst>
              <a:ext uri="{FF2B5EF4-FFF2-40B4-BE49-F238E27FC236}">
                <a16:creationId xmlns:a16="http://schemas.microsoft.com/office/drawing/2014/main" xmlns="" id="{CB25738E-000F-43C7-85F3-B54AA88EEFC0}"/>
              </a:ext>
            </a:extLst>
          </p:cNvPr>
          <p:cNvGraphicFramePr>
            <a:graphicFrameLocks noGrp="1"/>
          </p:cNvGraphicFramePr>
          <p:nvPr>
            <p:ph idx="4294967295"/>
            <p:extLst>
              <p:ext uri="{D42A27DB-BD31-4B8C-83A1-F6EECF244321}">
                <p14:modId xmlns:p14="http://schemas.microsoft.com/office/powerpoint/2010/main" val="3605264332"/>
              </p:ext>
            </p:extLst>
          </p:nvPr>
        </p:nvGraphicFramePr>
        <p:xfrm>
          <a:off x="1371600" y="742950"/>
          <a:ext cx="7772400" cy="4530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33267092"/>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DA37B5C8-2095-4D2D-97FE-E4E8D89379E1}"/>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EA0BE3B-158A-4EDF-80DC-E394A0D1600F}" type="slidenum">
              <a:rPr kumimoji="0" lang="en-US" sz="1200" b="1" i="0" u="none" strike="noStrike" kern="1200" cap="none" spc="0" normalizeH="0" baseline="0" noProof="0" smtClean="0">
                <a:ln>
                  <a:noFill/>
                </a:ln>
                <a:solidFill>
                  <a:srgbClr val="4472C4">
                    <a:lumMod val="50000"/>
                  </a:srgbClr>
                </a:solidFill>
                <a:effectLst/>
                <a:uLnTx/>
                <a:uFillTx/>
                <a:latin typeface="Lato" panose="020F0502020204030203" pitchFamily="34" charset="0"/>
                <a:ea typeface="Lato" panose="020F0502020204030203" pitchFamily="34" charset="0"/>
                <a:cs typeface="Lato" panose="020F0502020204030203"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79</a:t>
            </a:fld>
            <a:endParaRPr kumimoji="0" lang="en-US" sz="1200" b="1" i="0" u="none" strike="noStrike" kern="1200" cap="none" spc="0" normalizeH="0" baseline="0" noProof="0" dirty="0">
              <a:ln>
                <a:noFill/>
              </a:ln>
              <a:solidFill>
                <a:srgbClr val="4472C4">
                  <a:lumMod val="50000"/>
                </a:srgbClr>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3" name="Title 10">
            <a:extLst>
              <a:ext uri="{FF2B5EF4-FFF2-40B4-BE49-F238E27FC236}">
                <a16:creationId xmlns:a16="http://schemas.microsoft.com/office/drawing/2014/main" xmlns="" id="{F78B3876-6ECC-4098-BDD1-C48CE4B42721}"/>
              </a:ext>
            </a:extLst>
          </p:cNvPr>
          <p:cNvSpPr txBox="1">
            <a:spLocks/>
          </p:cNvSpPr>
          <p:nvPr/>
        </p:nvSpPr>
        <p:spPr>
          <a:xfrm>
            <a:off x="4181094" y="3021991"/>
            <a:ext cx="4197975" cy="814017"/>
          </a:xfrm>
          <a:prstGeom prst="rect">
            <a:avLst/>
          </a:prstGeom>
        </p:spPr>
        <p:txBody>
          <a:bodyPr/>
          <a:lstStyle>
            <a:lvl1pPr algn="l" defTabSz="914400" rtl="0" eaLnBrk="1" latinLnBrk="0" hangingPunct="1">
              <a:lnSpc>
                <a:spcPct val="90000"/>
              </a:lnSpc>
              <a:spcBef>
                <a:spcPct val="0"/>
              </a:spcBef>
              <a:buNone/>
              <a:defRPr sz="60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800" b="1" i="0" u="none" strike="noStrike" kern="1200" cap="none" spc="0" normalizeH="0" baseline="0" noProof="0" dirty="0">
                <a:ln>
                  <a:noFill/>
                </a:ln>
                <a:solidFill>
                  <a:srgbClr val="C00000"/>
                </a:solidFill>
                <a:effectLst/>
                <a:uLnTx/>
                <a:uFillTx/>
                <a:latin typeface="Lato" panose="020F0502020204030203" pitchFamily="34" charset="0"/>
                <a:ea typeface="Lato" panose="020F0502020204030203" pitchFamily="34" charset="0"/>
                <a:cs typeface="Lato" panose="020F0502020204030203" pitchFamily="34" charset="0"/>
              </a:rPr>
              <a:t>THANK YOU !</a:t>
            </a:r>
          </a:p>
        </p:txBody>
      </p:sp>
    </p:spTree>
    <p:extLst>
      <p:ext uri="{BB962C8B-B14F-4D97-AF65-F5344CB8AC3E}">
        <p14:creationId xmlns:p14="http://schemas.microsoft.com/office/powerpoint/2010/main" val="1269428208"/>
      </p:ext>
    </p:extLst>
  </p:cSld>
  <p:clrMapOvr>
    <a:masterClrMapping/>
  </p:clrMapOvr>
  <p:timing>
    <p:tnLst>
      <p:par>
        <p:cTn id="1" dur="indefinite" restart="never" nodeType="tmRoot"/>
      </p:par>
    </p:tnLst>
  </p:timing>
</p:sld>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1">
    <wetp:webextensionref xmlns:r="http://schemas.openxmlformats.org/officeDocument/2006/relationships" r:id="rId1"/>
  </wetp:taskpane>
  <wetp:taskpane dockstate="right" visibility="0" width="350" row="12">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3B7AC121-79A8-48A9-8281-401E7C4C9884}">
  <we:reference id="wa104038830" version="1.0.0.3" store="en-US" storeType="OMEX"/>
  <we:alternateReferences>
    <we:reference id="wa104038830" version="1.0.0.3" store="wa104038830"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5FD341E9-31A0-4B1D-9E1E-30AD81465E5A}">
  <we:reference id="wa104380121" version="2.0.0.0" store="en-US" storeType="OMEX"/>
  <we:alternateReferences>
    <we:reference id="wa104380121" version="2.0.0.0" store="wa104380121"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AppVersion xmlns="91781773-cf10-4f2f-83f1-f92ceadca312" xsi:nil="true"/>
    <Invited_Teachers xmlns="91781773-cf10-4f2f-83f1-f92ceadca312" xsi:nil="true"/>
    <_ip_UnifiedCompliancePolicyUIAction xmlns="http://schemas.microsoft.com/sharepoint/v3" xsi:nil="true"/>
    <Self_Registration_Enabled xmlns="91781773-cf10-4f2f-83f1-f92ceadca312" xsi:nil="true"/>
    <Student_Groups xmlns="91781773-cf10-4f2f-83f1-f92ceadca312">
      <UserInfo>
        <DisplayName/>
        <AccountId xsi:nil="true"/>
        <AccountType/>
      </UserInfo>
    </Student_Groups>
    <Invited_Students xmlns="91781773-cf10-4f2f-83f1-f92ceadca312" xsi:nil="true"/>
    <Templates xmlns="91781773-cf10-4f2f-83f1-f92ceadca312" xsi:nil="true"/>
    <Has_Teacher_Only_SectionGroup xmlns="91781773-cf10-4f2f-83f1-f92ceadca312" xsi:nil="true"/>
    <CultureName xmlns="91781773-cf10-4f2f-83f1-f92ceadca312" xsi:nil="true"/>
    <TeamsChannelId xmlns="91781773-cf10-4f2f-83f1-f92ceadca312" xsi:nil="true"/>
    <IsNotebookLocked xmlns="91781773-cf10-4f2f-83f1-f92ceadca312" xsi:nil="true"/>
    <Is_Collaboration_Space_Locked xmlns="91781773-cf10-4f2f-83f1-f92ceadca312" xsi:nil="true"/>
    <_ip_UnifiedCompliancePolicyProperties xmlns="http://schemas.microsoft.com/sharepoint/v3" xsi:nil="true"/>
    <FolderType xmlns="91781773-cf10-4f2f-83f1-f92ceadca312" xsi:nil="true"/>
    <Teachers xmlns="91781773-cf10-4f2f-83f1-f92ceadca312">
      <UserInfo>
        <DisplayName/>
        <AccountId xsi:nil="true"/>
        <AccountType/>
      </UserInfo>
    </Teachers>
    <Math_Settings xmlns="91781773-cf10-4f2f-83f1-f92ceadca312" xsi:nil="true"/>
    <Owner xmlns="91781773-cf10-4f2f-83f1-f92ceadca312">
      <UserInfo>
        <DisplayName/>
        <AccountId xsi:nil="true"/>
        <AccountType/>
      </UserInfo>
    </Owner>
    <Students xmlns="91781773-cf10-4f2f-83f1-f92ceadca312">
      <UserInfo>
        <DisplayName/>
        <AccountId xsi:nil="true"/>
        <AccountType/>
      </UserInfo>
    </Students>
    <DefaultSectionNames xmlns="91781773-cf10-4f2f-83f1-f92ceadca312" xsi:nil="true"/>
    <NotebookType xmlns="91781773-cf10-4f2f-83f1-f92ceadca312"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933C2588CEDB543806A478F29968F69" ma:contentTypeVersion="31" ma:contentTypeDescription="Create a new document." ma:contentTypeScope="" ma:versionID="30faa10470355f52a5bc412449e66e90">
  <xsd:schema xmlns:xsd="http://www.w3.org/2001/XMLSchema" xmlns:xs="http://www.w3.org/2001/XMLSchema" xmlns:p="http://schemas.microsoft.com/office/2006/metadata/properties" xmlns:ns1="http://schemas.microsoft.com/sharepoint/v3" xmlns:ns3="91781773-cf10-4f2f-83f1-f92ceadca312" xmlns:ns4="caa1b16a-a8f8-4463-89e0-0b22ac182062" targetNamespace="http://schemas.microsoft.com/office/2006/metadata/properties" ma:root="true" ma:fieldsID="483e6a594ce90a761ea1d4925d7b25cf" ns1:_="" ns3:_="" ns4:_="">
    <xsd:import namespace="http://schemas.microsoft.com/sharepoint/v3"/>
    <xsd:import namespace="91781773-cf10-4f2f-83f1-f92ceadca312"/>
    <xsd:import namespace="caa1b16a-a8f8-4463-89e0-0b22ac182062"/>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NotebookType" minOccurs="0"/>
                <xsd:element ref="ns3:FolderType" minOccurs="0"/>
                <xsd:element ref="ns3:Owner" minOccurs="0"/>
                <xsd:element ref="ns3:DefaultSectionNames" minOccurs="0"/>
                <xsd:element ref="ns3:Templates" minOccurs="0"/>
                <xsd:element ref="ns3:CultureName" minOccurs="0"/>
                <xsd:element ref="ns3:AppVersion" minOccurs="0"/>
                <xsd:element ref="ns3:Teachers" minOccurs="0"/>
                <xsd:element ref="ns3:Students" minOccurs="0"/>
                <xsd:element ref="ns3:Student_Groups" minOccurs="0"/>
                <xsd:element ref="ns3:Invited_Teachers" minOccurs="0"/>
                <xsd:element ref="ns3:Invited_Students" minOccurs="0"/>
                <xsd:element ref="ns3:Self_Registration_Enabled" minOccurs="0"/>
                <xsd:element ref="ns3:Has_Teacher_Only_SectionGroup" minOccurs="0"/>
                <xsd:element ref="ns3:Is_Collaboration_Space_Locked" minOccurs="0"/>
                <xsd:element ref="ns3:MediaServiceOCR" minOccurs="0"/>
                <xsd:element ref="ns3:TeamsChannelId" minOccurs="0"/>
                <xsd:element ref="ns3:IsNotebookLocked" minOccurs="0"/>
                <xsd:element ref="ns3:Math_Settings"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3" nillable="true" ma:displayName="Unified Compliance Policy Properties" ma:description="" ma:hidden="true" ma:internalName="_ip_UnifiedCompliancePolicyProperties">
      <xsd:simpleType>
        <xsd:restriction base="dms:Note"/>
      </xsd:simpleType>
    </xsd:element>
    <xsd:element name="_ip_UnifiedCompliancePolicyUIAction" ma:index="14" nillable="true" ma:displayName="Unified Compliance Policy UI Action" ma:descrip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1781773-cf10-4f2f-83f1-f92ceadca312"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DateTaken" ma:index="10" nillable="true" ma:displayName="MediaServiceDateTaken" ma:description="" ma:hidden="true" ma:internalName="MediaServiceDateTaken" ma:readOnly="true">
      <xsd:simpleType>
        <xsd:restriction base="dms:Text"/>
      </xsd:simpleType>
    </xsd:element>
    <xsd:element name="MediaServiceAutoTags" ma:index="11" nillable="true" ma:displayName="MediaServiceAutoTags" ma:description="" ma:internalName="MediaServiceAutoTags" ma:readOnly="true">
      <xsd:simpleType>
        <xsd:restriction base="dms:Text"/>
      </xsd:simpleType>
    </xsd:element>
    <xsd:element name="MediaServiceLocation" ma:index="12" nillable="true" ma:displayName="MediaServiceLocation" ma:description="" ma:internalName="MediaServiceLocation" ma:readOnly="true">
      <xsd:simpleType>
        <xsd:restriction base="dms:Text"/>
      </xsd:simpleType>
    </xsd:element>
    <xsd:element name="NotebookType" ma:index="18" nillable="true" ma:displayName="Notebook Type" ma:internalName="NotebookType">
      <xsd:simpleType>
        <xsd:restriction base="dms:Text"/>
      </xsd:simpleType>
    </xsd:element>
    <xsd:element name="FolderType" ma:index="19" nillable="true" ma:displayName="Folder Type" ma:internalName="FolderType">
      <xsd:simpleType>
        <xsd:restriction base="dms:Text"/>
      </xsd:simpleType>
    </xsd:element>
    <xsd:element name="Owner" ma:index="20"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efaultSectionNames" ma:index="21" nillable="true" ma:displayName="Default Section Names" ma:internalName="DefaultSectionNames">
      <xsd:simpleType>
        <xsd:restriction base="dms:Note">
          <xsd:maxLength value="255"/>
        </xsd:restriction>
      </xsd:simpleType>
    </xsd:element>
    <xsd:element name="Templates" ma:index="22" nillable="true" ma:displayName="Templates" ma:internalName="Templates">
      <xsd:simpleType>
        <xsd:restriction base="dms:Note">
          <xsd:maxLength value="255"/>
        </xsd:restriction>
      </xsd:simpleType>
    </xsd:element>
    <xsd:element name="CultureName" ma:index="23" nillable="true" ma:displayName="Culture Name" ma:internalName="CultureName">
      <xsd:simpleType>
        <xsd:restriction base="dms:Text"/>
      </xsd:simpleType>
    </xsd:element>
    <xsd:element name="AppVersion" ma:index="24" nillable="true" ma:displayName="App Version" ma:internalName="AppVersion">
      <xsd:simpleType>
        <xsd:restriction base="dms:Text"/>
      </xsd:simpleType>
    </xsd:element>
    <xsd:element name="Teachers" ma:index="25"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26"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27"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Invited_Teachers" ma:index="28" nillable="true" ma:displayName="Invited Teachers" ma:internalName="Invited_Teachers">
      <xsd:simpleType>
        <xsd:restriction base="dms:Note">
          <xsd:maxLength value="255"/>
        </xsd:restriction>
      </xsd:simpleType>
    </xsd:element>
    <xsd:element name="Invited_Students" ma:index="29" nillable="true" ma:displayName="Invited Students" ma:internalName="Invited_Students">
      <xsd:simpleType>
        <xsd:restriction base="dms:Note">
          <xsd:maxLength value="255"/>
        </xsd:restriction>
      </xsd:simpleType>
    </xsd:element>
    <xsd:element name="Self_Registration_Enabled" ma:index="30" nillable="true" ma:displayName="Self Registration Enabled" ma:internalName="Self_Registration_Enabled">
      <xsd:simpleType>
        <xsd:restriction base="dms:Boolean"/>
      </xsd:simpleType>
    </xsd:element>
    <xsd:element name="Has_Teacher_Only_SectionGroup" ma:index="31" nillable="true" ma:displayName="Has Teacher Only SectionGroup" ma:internalName="Has_Teacher_Only_SectionGroup">
      <xsd:simpleType>
        <xsd:restriction base="dms:Boolean"/>
      </xsd:simpleType>
    </xsd:element>
    <xsd:element name="Is_Collaboration_Space_Locked" ma:index="32" nillable="true" ma:displayName="Is Collaboration Space Locked" ma:internalName="Is_Collaboration_Space_Locked">
      <xsd:simpleType>
        <xsd:restriction base="dms:Boolean"/>
      </xsd:simpleType>
    </xsd:element>
    <xsd:element name="MediaServiceOCR" ma:index="33" nillable="true" ma:displayName="MediaServiceOCR" ma:internalName="MediaServiceOCR" ma:readOnly="true">
      <xsd:simpleType>
        <xsd:restriction base="dms:Note">
          <xsd:maxLength value="255"/>
        </xsd:restriction>
      </xsd:simpleType>
    </xsd:element>
    <xsd:element name="TeamsChannelId" ma:index="34" nillable="true" ma:displayName="Teams Channel Id" ma:internalName="TeamsChannelId">
      <xsd:simpleType>
        <xsd:restriction base="dms:Text"/>
      </xsd:simpleType>
    </xsd:element>
    <xsd:element name="IsNotebookLocked" ma:index="35" nillable="true" ma:displayName="Is Notebook Locked" ma:internalName="IsNotebookLocked">
      <xsd:simpleType>
        <xsd:restriction base="dms:Boolean"/>
      </xsd:simpleType>
    </xsd:element>
    <xsd:element name="Math_Settings" ma:index="36" nillable="true" ma:displayName="Math Settings" ma:internalName="Math_Settings">
      <xsd:simpleType>
        <xsd:restriction base="dms:Text"/>
      </xsd:simpleType>
    </xsd:element>
    <xsd:element name="MediaServiceGenerationTime" ma:index="37" nillable="true" ma:displayName="MediaServiceGenerationTime" ma:hidden="true" ma:internalName="MediaServiceGenerationTime" ma:readOnly="true">
      <xsd:simpleType>
        <xsd:restriction base="dms:Text"/>
      </xsd:simpleType>
    </xsd:element>
    <xsd:element name="MediaServiceEventHashCode" ma:index="3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aa1b16a-a8f8-4463-89e0-0b22ac182062" elementFormDefault="qualified">
    <xsd:import namespace="http://schemas.microsoft.com/office/2006/documentManagement/types"/>
    <xsd:import namespace="http://schemas.microsoft.com/office/infopath/2007/PartnerControls"/>
    <xsd:element name="SharedWithUsers" ma:index="15"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description="" ma:internalName="SharedWithDetails" ma:readOnly="true">
      <xsd:simpleType>
        <xsd:restriction base="dms:Note">
          <xsd:maxLength value="255"/>
        </xsd:restriction>
      </xsd:simpleType>
    </xsd:element>
    <xsd:element name="SharingHintHash" ma:index="17" nillable="true" ma:displayName="Sharing Hint Hash" ma:description=""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69EA5F2-91C1-4F4E-9345-079F7B0C97B8}">
  <ds:schemaRefs>
    <ds:schemaRef ds:uri="caa1b16a-a8f8-4463-89e0-0b22ac182062"/>
    <ds:schemaRef ds:uri="http://purl.org/dc/terms/"/>
    <ds:schemaRef ds:uri="http://schemas.openxmlformats.org/package/2006/metadata/core-properties"/>
    <ds:schemaRef ds:uri="http://purl.org/dc/dcmitype/"/>
    <ds:schemaRef ds:uri="91781773-cf10-4f2f-83f1-f92ceadca312"/>
    <ds:schemaRef ds:uri="http://purl.org/dc/elements/1.1/"/>
    <ds:schemaRef ds:uri="http://schemas.microsoft.com/office/2006/documentManagement/types"/>
    <ds:schemaRef ds:uri="http://schemas.microsoft.com/sharepoint/v3"/>
    <ds:schemaRef ds:uri="http://schemas.microsoft.com/office/infopath/2007/PartnerControls"/>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E5134FBF-F6FE-483D-B6CF-D9EFEE1BA52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1781773-cf10-4f2f-83f1-f92ceadca312"/>
    <ds:schemaRef ds:uri="caa1b16a-a8f8-4463-89e0-0b22ac18206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42EF6D2-2B4C-4265-B99A-B21D027B8E3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3784</TotalTime>
  <Words>11232</Words>
  <Application>Microsoft Office PowerPoint</Application>
  <PresentationFormat>On-screen Show (4:3)</PresentationFormat>
  <Paragraphs>1518</Paragraphs>
  <Slides>79</Slides>
  <Notes>55</Notes>
  <HiddenSlides>0</HiddenSlides>
  <MMClips>0</MMClips>
  <ScaleCrop>false</ScaleCrop>
  <HeadingPairs>
    <vt:vector size="8" baseType="variant">
      <vt:variant>
        <vt:lpstr>Fonts Used</vt:lpstr>
      </vt:variant>
      <vt:variant>
        <vt:i4>15</vt:i4>
      </vt:variant>
      <vt:variant>
        <vt:lpstr>Theme</vt:lpstr>
      </vt:variant>
      <vt:variant>
        <vt:i4>1</vt:i4>
      </vt:variant>
      <vt:variant>
        <vt:lpstr>Embedded OLE Servers</vt:lpstr>
      </vt:variant>
      <vt:variant>
        <vt:i4>2</vt:i4>
      </vt:variant>
      <vt:variant>
        <vt:lpstr>Slide Titles</vt:lpstr>
      </vt:variant>
      <vt:variant>
        <vt:i4>79</vt:i4>
      </vt:variant>
    </vt:vector>
  </HeadingPairs>
  <TitlesOfParts>
    <vt:vector size="97" baseType="lpstr">
      <vt:lpstr>ＭＳ ゴシック</vt:lpstr>
      <vt:lpstr>ＭＳ Ｐゴシック</vt:lpstr>
      <vt:lpstr>ＭＳ Ｐゴシック</vt:lpstr>
      <vt:lpstr>游ゴシック</vt:lpstr>
      <vt:lpstr>Arial</vt:lpstr>
      <vt:lpstr>Calibri</vt:lpstr>
      <vt:lpstr>Calibri Light</vt:lpstr>
      <vt:lpstr>HGP創英角ｺﾞｼｯｸUB</vt:lpstr>
      <vt:lpstr>Lato</vt:lpstr>
      <vt:lpstr>ＭＳ 明朝</vt:lpstr>
      <vt:lpstr>ＭＳ Ｐ明朝</vt:lpstr>
      <vt:lpstr>Tahoma</vt:lpstr>
      <vt:lpstr>Times New Roman</vt:lpstr>
      <vt:lpstr>Verdana</vt:lpstr>
      <vt:lpstr>Wingdings</vt:lpstr>
      <vt:lpstr>1_Office Theme</vt:lpstr>
      <vt:lpstr>Chart</vt:lpstr>
      <vt:lpstr>Worksheet</vt:lpstr>
      <vt:lpstr>PowerPoint Presentation</vt:lpstr>
      <vt:lpstr>3. Project Planning</vt:lpstr>
      <vt:lpstr>1. Giới thiệu về Lập kế hoạch</vt:lpstr>
      <vt:lpstr>Giới thiệu về Lập kế hoạch</vt:lpstr>
      <vt:lpstr>Tầm quan trọng của việc lập kế hoạch (1)</vt:lpstr>
      <vt:lpstr>Tầm quan trọng của việc lập kế hoạch (2)</vt:lpstr>
      <vt:lpstr>Xây dựng Kế hoạch quản lý  dự án</vt:lpstr>
      <vt:lpstr>Project management plan (e)</vt:lpstr>
      <vt:lpstr>Lập kế hoạch quản trị dự án (v)</vt:lpstr>
      <vt:lpstr>2. Lập kế hoạch Quản lý tích hợp</vt:lpstr>
      <vt:lpstr>Project integration plan – Lập kế hoạch tích hợp</vt:lpstr>
      <vt:lpstr>Thực hiện các chu trình quản lý thế nào?</vt:lpstr>
      <vt:lpstr>3. Lập kế hoạch QL phạm vi</vt:lpstr>
      <vt:lpstr>Project scope plan – Lập KH QL phạm vi</vt:lpstr>
      <vt:lpstr>Thu thập các yêu cầu – Collect requirements</vt:lpstr>
      <vt:lpstr>Kỹ năng phỏng vấn</vt:lpstr>
      <vt:lpstr>Ứng dụng vào nghiên cứu thị trường/nghiệp vụ</vt:lpstr>
      <vt:lpstr>Cơ bản về kỹ năng phỏng vấn</vt:lpstr>
      <vt:lpstr>Lắng nghe tích cực</vt:lpstr>
      <vt:lpstr>Lắng nghe và quan sát</vt:lpstr>
      <vt:lpstr>Xác định Phạm vi – Define scope</vt:lpstr>
      <vt:lpstr>Lập kế hoạch quản lý phạm vi</vt:lpstr>
      <vt:lpstr>Visualize Work Breakdown Structure</vt:lpstr>
      <vt:lpstr>Create WBS – Tạo WBS</vt:lpstr>
      <vt:lpstr>Work Breakdown Structure: Ví dụ</vt:lpstr>
      <vt:lpstr>Ví dụ: Tạo WBS (1)</vt:lpstr>
      <vt:lpstr>Ví dụ: Tạo WBS(2)</vt:lpstr>
      <vt:lpstr>4. Lập kế hoạch về Thời gian</vt:lpstr>
      <vt:lpstr>4.1 Xây dựng bản kế hoạch Schedule</vt:lpstr>
      <vt:lpstr>Project time plan (e)</vt:lpstr>
      <vt:lpstr>Lập kế hoạch thời gian dự án (v)</vt:lpstr>
      <vt:lpstr>Define activities  – Xác định các hoạt động</vt:lpstr>
      <vt:lpstr>4.2 Sắp xếp tuần tự các hoạt động</vt:lpstr>
      <vt:lpstr>PowerPoint Presentation</vt:lpstr>
      <vt:lpstr>Precedence Diagramming Method (PDM)</vt:lpstr>
      <vt:lpstr>Ví dụ</vt:lpstr>
      <vt:lpstr>Xác định sự phụ thuộc</vt:lpstr>
      <vt:lpstr>Phương pháp đường găng - Critical Path</vt:lpstr>
      <vt:lpstr>Bài tập: Quản lý đường găng</vt:lpstr>
      <vt:lpstr>Chuỗi găng - Critical Chain</vt:lpstr>
      <vt:lpstr>4.3 Ước lượng</vt:lpstr>
      <vt:lpstr>(1) Ước lượng: Khối lượng</vt:lpstr>
      <vt:lpstr>(2) Ước lượng: Năng suất</vt:lpstr>
      <vt:lpstr>(3) Ước lượng: Giờ làm việc</vt:lpstr>
      <vt:lpstr>(4) Ước lượng: Thời gian thực hiện</vt:lpstr>
      <vt:lpstr>Ước lượng nguồn lực cho các hoạt động</vt:lpstr>
      <vt:lpstr>Ví dụ về bảng thống kê đặc trưng các dự án cũ</vt:lpstr>
      <vt:lpstr>(5) Ước lượng – Estimation Framework</vt:lpstr>
      <vt:lpstr>Phát triển bản kế hoạch tổng thể/hợp nhất</vt:lpstr>
      <vt:lpstr>5. Lập kế hoạch QL chi phí</vt:lpstr>
      <vt:lpstr>Lập kế hoạch Quản lý chi phí </vt:lpstr>
      <vt:lpstr>Lập kế hoạch chi tiêu</vt:lpstr>
      <vt:lpstr>Duyệt ngân sách</vt:lpstr>
      <vt:lpstr>Các kỹ thuật ước lượng</vt:lpstr>
      <vt:lpstr>6. Lập kế hoạch QL chất lượng</vt:lpstr>
      <vt:lpstr>Lập kế hoạch Quản lý chất lượng</vt:lpstr>
      <vt:lpstr>Sample Quality Planning – Ví dụ</vt:lpstr>
      <vt:lpstr>Bài tập: Quản lý chất lượng cho bài tập lớn</vt:lpstr>
      <vt:lpstr>7. Lập kế hoạch QL Nhân lực</vt:lpstr>
      <vt:lpstr>Lập kế hoạch Quản lý nhân lực</vt:lpstr>
      <vt:lpstr>Kế hoạch quản lý nhân lực</vt:lpstr>
      <vt:lpstr>8. Lập kế hoạch Giao tiếp /Liên lạc</vt:lpstr>
      <vt:lpstr>Kế hoạch giao tiếp - liên lạc</vt:lpstr>
      <vt:lpstr>Kế hoạch giao tiếp liên lạc</vt:lpstr>
      <vt:lpstr>Ví dụ về kế hoạch quản lý giao tiếp</vt:lpstr>
      <vt:lpstr>Bài tập</vt:lpstr>
      <vt:lpstr>9. Lập kế hoạch QL Rủi ro</vt:lpstr>
      <vt:lpstr>Lập kế hoạch Quản lý rủi ro </vt:lpstr>
      <vt:lpstr>Câu hỏi</vt:lpstr>
      <vt:lpstr>Toàn bộ tiến trình Quản lý rủi ro</vt:lpstr>
      <vt:lpstr>Kế hoạch quản lý rủi ro</vt:lpstr>
      <vt:lpstr>Xác định rủi ro</vt:lpstr>
      <vt:lpstr>Phân tích rủi ro</vt:lpstr>
      <vt:lpstr>Lập Kế hoạch đối phó rủi ro</vt:lpstr>
      <vt:lpstr>10. Lập kế hoạch mua sắm</vt:lpstr>
      <vt:lpstr>Quản lý mua sắm</vt:lpstr>
      <vt:lpstr>Làm thế nào quản lý rủi ro mua sắm?</vt:lpstr>
      <vt:lpstr>10 loại hợp đồng mua sắm</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Quản lý dự án</dc:title>
  <dc:creator>Nguyen Duc Tien</dc:creator>
  <cp:lastModifiedBy>Microsoft account</cp:lastModifiedBy>
  <cp:revision>56</cp:revision>
  <dcterms:created xsi:type="dcterms:W3CDTF">2019-09-03T02:19:54Z</dcterms:created>
  <dcterms:modified xsi:type="dcterms:W3CDTF">2022-11-02T03:01:35Z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0x010100E933C2588CEDB543806A478F29968F69</vt:lpwstr>
  </property>
</Properties>
</file>