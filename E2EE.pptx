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4"/>
  </p:notesMasterIdLst>
  <p:handoutMasterIdLst>
    <p:handoutMasterId r:id="rId15"/>
  </p:handoutMasterIdLst>
  <p:sldIdLst>
    <p:sldId id="275" r:id="rId2"/>
    <p:sldId id="257" r:id="rId3"/>
    <p:sldId id="265" r:id="rId4"/>
    <p:sldId id="276" r:id="rId5"/>
    <p:sldId id="278" r:id="rId6"/>
    <p:sldId id="277" r:id="rId7"/>
    <p:sldId id="279" r:id="rId8"/>
    <p:sldId id="280" r:id="rId9"/>
    <p:sldId id="281" r:id="rId10"/>
    <p:sldId id="282" r:id="rId11"/>
    <p:sldId id="283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83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580208"/>
            <a:ext cx="7980490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End-to-end Encryption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End-to-End Encryption ensures the security of data shared between two parties, making it hard to crack and free from eavesdropping</a:t>
            </a:r>
          </a:p>
          <a:p>
            <a:r>
              <a:rPr lang="en-US" dirty="0"/>
              <a:t>The data is safe in transit, and no one other than the intended recipient can decrypt and read the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4D1B10-7D55-34A6-2FAD-11CECB98C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302" y="3003611"/>
            <a:ext cx="3140015" cy="335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C7D8E-6553-76D4-A855-966B0B13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21424-7119-B02B-7765-60D7684E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EE14ED-405E-700E-F8B0-059B6C2F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DA7AD-015A-990C-62ED-ECACE362EF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Features of a secure messaging system</a:t>
            </a:r>
          </a:p>
          <a:p>
            <a:r>
              <a:rPr lang="en-US" dirty="0"/>
              <a:t>Adam, Bud and Mark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Confidentiality</a:t>
            </a:r>
            <a:r>
              <a:rPr lang="en-US" dirty="0"/>
              <a:t>: Mark should not know what messages Bud and Adam exchange with each other.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Integrity</a:t>
            </a:r>
            <a:r>
              <a:rPr lang="en-US" dirty="0"/>
              <a:t>: It prevents messages from being modified. When Adam sends some message to Bud, Bud can check whether the message was subjected to any modification (by Mark) on its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Authenticity</a:t>
            </a:r>
            <a:r>
              <a:rPr lang="en-US" dirty="0"/>
              <a:t>: Authenticity refers to the way of ensuring upon receiving a message from Adam that it was actually sent by Adam, and not Mark.</a:t>
            </a:r>
          </a:p>
        </p:txBody>
      </p:sp>
    </p:spTree>
    <p:extLst>
      <p:ext uri="{BB962C8B-B14F-4D97-AF65-F5344CB8AC3E}">
        <p14:creationId xmlns:p14="http://schemas.microsoft.com/office/powerpoint/2010/main" val="86111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F8A1E-4CC3-CE1D-C3F1-398BCB50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BA2607-A0CF-0983-13F8-CEFA0876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64ECB9-63D0-9FD9-38F7-E6C2CB3B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2C4CA-9128-08ED-B245-AEA726AEBC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Features of a secure messaging system</a:t>
            </a:r>
          </a:p>
          <a:p>
            <a:r>
              <a:rPr lang="en-US" dirty="0"/>
              <a:t>Adam, Bud and Mark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Confidentiality</a:t>
            </a:r>
            <a:r>
              <a:rPr lang="en-US" dirty="0"/>
              <a:t>: Mark should not know what messages Bud and Adam exchange with each other.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Integrity</a:t>
            </a:r>
            <a:r>
              <a:rPr lang="en-US" dirty="0"/>
              <a:t>: It prevents messages from being modified. When Adam sends some message to Bud, Bud can check whether the message was subjected to any modification (by Mark) on its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Authenticity</a:t>
            </a:r>
            <a:r>
              <a:rPr lang="en-US" dirty="0"/>
              <a:t>: Authenticity refers to the way of ensuring upon receiving a message from Adam that it was actually sent by Adam, and not Mark.</a:t>
            </a:r>
          </a:p>
        </p:txBody>
      </p:sp>
    </p:spTree>
    <p:extLst>
      <p:ext uri="{BB962C8B-B14F-4D97-AF65-F5344CB8AC3E}">
        <p14:creationId xmlns:p14="http://schemas.microsoft.com/office/powerpoint/2010/main" val="276608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906504-7781-78FA-7CA6-5FD44FD9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440CDA-8FA3-26E5-6E5D-48CCA426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WhatsApp implement their 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94228-7248-B52B-BF8C-EA67789F26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Signal Protocol</a:t>
            </a:r>
          </a:p>
          <a:p>
            <a:r>
              <a:rPr lang="en-US" dirty="0"/>
              <a:t>Curve25519</a:t>
            </a:r>
          </a:p>
          <a:p>
            <a:r>
              <a:rPr lang="en-US" dirty="0" err="1"/>
              <a:t>Prekeys</a:t>
            </a:r>
            <a:r>
              <a:rPr lang="en-US" dirty="0"/>
              <a:t>: Curve25519 key pairs, used for message authentication and for secure exchange of messages.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Identity Keys (IK)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Signed </a:t>
            </a:r>
            <a:r>
              <a:rPr lang="en-US" dirty="0" err="1"/>
              <a:t>Prekeys</a:t>
            </a:r>
            <a:r>
              <a:rPr lang="en-US" dirty="0"/>
              <a:t> (SPK)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One-Time </a:t>
            </a:r>
            <a:r>
              <a:rPr lang="en-US" dirty="0" err="1"/>
              <a:t>Prekeys</a:t>
            </a:r>
            <a:r>
              <a:rPr lang="en-US" dirty="0"/>
              <a:t> (OPK)</a:t>
            </a:r>
          </a:p>
          <a:p>
            <a:r>
              <a:rPr lang="en-US" dirty="0"/>
              <a:t>DH Key Agreement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Extended Triple Diffie Hellman Key Agreement (X3DH)</a:t>
            </a:r>
          </a:p>
          <a:p>
            <a:r>
              <a:rPr lang="en-US" dirty="0"/>
              <a:t>HMAC-SHA256</a:t>
            </a:r>
          </a:p>
          <a:p>
            <a:r>
              <a:rPr lang="en-US" dirty="0"/>
              <a:t>Double Ratchet</a:t>
            </a:r>
          </a:p>
        </p:txBody>
      </p:sp>
    </p:spTree>
    <p:extLst>
      <p:ext uri="{BB962C8B-B14F-4D97-AF65-F5344CB8AC3E}">
        <p14:creationId xmlns:p14="http://schemas.microsoft.com/office/powerpoint/2010/main" val="4229229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4A18-7F13-520D-F75D-7EC06C29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8DAB1-EA9B-09A5-D1C2-06C96E85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364D99-E391-0A7E-7FF5-7D8CA664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WhatsApp implement their 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004C5-D273-AD80-A553-E62CBF27E1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Publishing Keys</a:t>
            </a:r>
          </a:p>
          <a:p>
            <a:r>
              <a:rPr lang="en-US" dirty="0"/>
              <a:t>Each device saves IK, SPK and set of OTPKs.</a:t>
            </a:r>
          </a:p>
          <a:p>
            <a:r>
              <a:rPr lang="en-US" dirty="0"/>
              <a:t>Identity key (</a:t>
            </a:r>
            <a:r>
              <a:rPr lang="en-US" dirty="0" err="1"/>
              <a:t>IKb</a:t>
            </a:r>
            <a:r>
              <a:rPr lang="en-US" dirty="0"/>
              <a:t>) is uploaded to the server only once (or not until the app is reinstalled or the device is changed).</a:t>
            </a:r>
          </a:p>
          <a:p>
            <a:r>
              <a:rPr lang="en-US" dirty="0"/>
              <a:t>The signed </a:t>
            </a:r>
            <a:r>
              <a:rPr lang="en-US" dirty="0" err="1"/>
              <a:t>prekey</a:t>
            </a:r>
            <a:r>
              <a:rPr lang="en-US" dirty="0"/>
              <a:t> (</a:t>
            </a:r>
            <a:r>
              <a:rPr lang="en-US" dirty="0" err="1"/>
              <a:t>SPKb</a:t>
            </a:r>
            <a:r>
              <a:rPr lang="en-US" dirty="0"/>
              <a:t>) and the </a:t>
            </a:r>
            <a:r>
              <a:rPr lang="en-US" dirty="0" err="1"/>
              <a:t>prekey</a:t>
            </a:r>
            <a:r>
              <a:rPr lang="en-US" dirty="0"/>
              <a:t> signature Sign(Encode(</a:t>
            </a:r>
            <a:r>
              <a:rPr lang="en-US" dirty="0" err="1"/>
              <a:t>SPKb</a:t>
            </a:r>
            <a:r>
              <a:rPr lang="en-US" dirty="0"/>
              <a:t>), </a:t>
            </a:r>
            <a:r>
              <a:rPr lang="en-US" dirty="0" err="1"/>
              <a:t>IKb</a:t>
            </a:r>
            <a:r>
              <a:rPr lang="en-US" dirty="0"/>
              <a:t>) i.e., </a:t>
            </a:r>
            <a:r>
              <a:rPr lang="en-US" dirty="0" err="1"/>
              <a:t>SPKb</a:t>
            </a:r>
            <a:r>
              <a:rPr lang="en-US" dirty="0"/>
              <a:t> signed with the identity key (</a:t>
            </a:r>
            <a:r>
              <a:rPr lang="en-US" dirty="0" err="1"/>
              <a:t>IKb</a:t>
            </a:r>
            <a:r>
              <a:rPr lang="en-US" dirty="0"/>
              <a:t>) need to be uploaded at a regular interval</a:t>
            </a:r>
          </a:p>
          <a:p>
            <a:r>
              <a:rPr lang="en-US" dirty="0"/>
              <a:t>And new one-time </a:t>
            </a:r>
            <a:r>
              <a:rPr lang="en-US" dirty="0" err="1"/>
              <a:t>prekeys</a:t>
            </a:r>
            <a:r>
              <a:rPr lang="en-US" dirty="0"/>
              <a:t> are uploaded when ever server’s collection of the users’ one-time </a:t>
            </a:r>
            <a:r>
              <a:rPr lang="en-US" dirty="0" err="1"/>
              <a:t>prekeys</a:t>
            </a:r>
            <a:r>
              <a:rPr lang="en-US" dirty="0"/>
              <a:t> is getting low</a:t>
            </a:r>
          </a:p>
        </p:txBody>
      </p:sp>
    </p:spTree>
    <p:extLst>
      <p:ext uri="{BB962C8B-B14F-4D97-AF65-F5344CB8AC3E}">
        <p14:creationId xmlns:p14="http://schemas.microsoft.com/office/powerpoint/2010/main" val="343314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04FF2-0D00-32E5-9289-EA57CBCAF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ED2D6-2532-4C0E-D2B7-01759050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DB4850-B95F-6727-FB01-17B00F5B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WhatsApp implement their 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813EC-B689-0199-1B42-F5F3B6BA98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/>
              <a:t>Sending the initial message</a:t>
            </a:r>
          </a:p>
          <a:p>
            <a:r>
              <a:rPr lang="en-US" dirty="0"/>
              <a:t>Adam fetches a “</a:t>
            </a:r>
            <a:r>
              <a:rPr lang="en-US" dirty="0" err="1"/>
              <a:t>prekey</a:t>
            </a:r>
            <a:r>
              <a:rPr lang="en-US" dirty="0"/>
              <a:t> bundle” from the server containing the public keys of Bud.</a:t>
            </a:r>
          </a:p>
          <a:p>
            <a:r>
              <a:rPr lang="en-US" dirty="0"/>
              <a:t>The one-time </a:t>
            </a:r>
            <a:r>
              <a:rPr lang="en-US" dirty="0" err="1"/>
              <a:t>prekey</a:t>
            </a:r>
            <a:r>
              <a:rPr lang="en-US" dirty="0"/>
              <a:t> is optional for sending the initial message.</a:t>
            </a:r>
          </a:p>
          <a:p>
            <a:r>
              <a:rPr lang="en-US" dirty="0"/>
              <a:t>Upon receiving the </a:t>
            </a:r>
            <a:r>
              <a:rPr lang="en-US" dirty="0" err="1"/>
              <a:t>prekey</a:t>
            </a:r>
            <a:r>
              <a:rPr lang="en-US" dirty="0"/>
              <a:t> bundle, Adam first verifies the </a:t>
            </a:r>
            <a:r>
              <a:rPr lang="en-US" dirty="0" err="1"/>
              <a:t>prekey</a:t>
            </a:r>
            <a:r>
              <a:rPr lang="en-US" dirty="0"/>
              <a:t> signature Sign(Encode(</a:t>
            </a:r>
            <a:r>
              <a:rPr lang="en-US" dirty="0" err="1"/>
              <a:t>SPKb</a:t>
            </a:r>
            <a:r>
              <a:rPr lang="en-US" dirty="0"/>
              <a:t>) </a:t>
            </a:r>
            <a:r>
              <a:rPr lang="en-US" dirty="0" err="1"/>
              <a:t>IKb</a:t>
            </a:r>
            <a:r>
              <a:rPr lang="en-US" dirty="0"/>
              <a:t>). If the verification fails, the protocol is aborted, otherwise Adam generates a new pair of ephemeral keys.</a:t>
            </a:r>
          </a:p>
        </p:txBody>
      </p:sp>
    </p:spTree>
    <p:extLst>
      <p:ext uri="{BB962C8B-B14F-4D97-AF65-F5344CB8AC3E}">
        <p14:creationId xmlns:p14="http://schemas.microsoft.com/office/powerpoint/2010/main" val="1057291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6A68-203F-0045-7C1D-CBCA4153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66CCB-11C8-42BF-83A2-8C8FEFC3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C1E98F-F4AC-C966-1B2D-B522A9ED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WhatsApp implement their E2EE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A7122-841E-7DCB-BD15-9985619519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</a:t>
            </a:r>
            <a:r>
              <a:rPr lang="en-US" dirty="0"/>
              <a:t> </a:t>
            </a:r>
            <a:r>
              <a:rPr lang="en-US" b="1" dirty="0"/>
              <a:t>Receiving the initial message</a:t>
            </a:r>
          </a:p>
          <a:p>
            <a:r>
              <a:rPr lang="en-US" dirty="0"/>
              <a:t>Bud retrieves Adam’s identity public key (</a:t>
            </a:r>
            <a:r>
              <a:rPr lang="en-US" dirty="0" err="1"/>
              <a:t>IKa</a:t>
            </a:r>
            <a:r>
              <a:rPr lang="en-US" dirty="0"/>
              <a:t>) and ephemeral public key (</a:t>
            </a:r>
            <a:r>
              <a:rPr lang="en-US" dirty="0" err="1"/>
              <a:t>EKa</a:t>
            </a:r>
            <a:r>
              <a:rPr lang="en-US" dirty="0"/>
              <a:t>) from the message.</a:t>
            </a:r>
          </a:p>
          <a:p>
            <a:r>
              <a:rPr lang="en-US" dirty="0"/>
              <a:t>He himself repeats the DH and KDF computations described in the previous section and obtain the secret key (SK).</a:t>
            </a:r>
          </a:p>
        </p:txBody>
      </p:sp>
    </p:spTree>
    <p:extLst>
      <p:ext uri="{BB962C8B-B14F-4D97-AF65-F5344CB8AC3E}">
        <p14:creationId xmlns:p14="http://schemas.microsoft.com/office/powerpoint/2010/main" val="133528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0EC34-858F-161B-D721-7578339CB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A7A810-4E76-4B20-C8C7-9D2FAD32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C7B4FF-B100-E7A3-E656-93112A04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51B75-4A37-A2C3-E593-7FFC6C27F2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Update database + IDB for saving </a:t>
            </a:r>
            <a:r>
              <a:rPr lang="en-US" dirty="0" err="1"/>
              <a:t>prekeys</a:t>
            </a:r>
            <a:r>
              <a:rPr lang="en-US" dirty="0"/>
              <a:t> in client-side.</a:t>
            </a:r>
          </a:p>
          <a:p>
            <a:r>
              <a:rPr lang="en-US" dirty="0"/>
              <a:t>Implement signal protocol in client side for creating session.</a:t>
            </a:r>
          </a:p>
          <a:p>
            <a:r>
              <a:rPr lang="en-US" dirty="0"/>
              <a:t>Encrypt message before sending.</a:t>
            </a:r>
          </a:p>
          <a:p>
            <a:r>
              <a:rPr lang="en-US" dirty="0"/>
              <a:t>Server store message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Temporary storing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Permanent storing (Labyrinth)</a:t>
            </a:r>
          </a:p>
          <a:p>
            <a:r>
              <a:rPr lang="en-US" dirty="0"/>
              <a:t>Group session.</a:t>
            </a:r>
          </a:p>
          <a:p>
            <a:r>
              <a:rPr lang="en-US" dirty="0"/>
              <a:t>Attachment encryption.</a:t>
            </a:r>
          </a:p>
          <a:p>
            <a:r>
              <a:rPr lang="en-US" dirty="0"/>
              <a:t>Searching message</a:t>
            </a:r>
          </a:p>
        </p:txBody>
      </p:sp>
    </p:spTree>
    <p:extLst>
      <p:ext uri="{BB962C8B-B14F-4D97-AF65-F5344CB8AC3E}">
        <p14:creationId xmlns:p14="http://schemas.microsoft.com/office/powerpoint/2010/main" val="4127005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7DDC-F7BF-2A05-80B1-4FBBF916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0150A-A829-6D13-D75F-0DEF8D21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E56D1B-BC98-B112-FC59-62F274B6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B2FC6-1F75-F245-8D61-2963B95D18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Increase job for client device (storing message, generate keys,…)</a:t>
            </a:r>
          </a:p>
          <a:p>
            <a:r>
              <a:rPr lang="en-US" dirty="0"/>
              <a:t>How to search message 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161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593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Lato</vt:lpstr>
      <vt:lpstr>Wingdings</vt:lpstr>
      <vt:lpstr>Office Theme</vt:lpstr>
      <vt:lpstr>PowerPoint Presentation</vt:lpstr>
      <vt:lpstr>PowerPoint Presentation</vt:lpstr>
      <vt:lpstr>E2EE</vt:lpstr>
      <vt:lpstr>E2EE</vt:lpstr>
      <vt:lpstr>E2EE</vt:lpstr>
      <vt:lpstr>How WhatsApp implement their E2EE</vt:lpstr>
      <vt:lpstr>How WhatsApp implement their E2EE</vt:lpstr>
      <vt:lpstr>How WhatsApp implement their E2EE</vt:lpstr>
      <vt:lpstr>How WhatsApp implement their E2EE</vt:lpstr>
      <vt:lpstr>Mission</vt:lpstr>
      <vt:lpstr>Difficulty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Chu Tuan Nghia 20225056</cp:lastModifiedBy>
  <cp:revision>15</cp:revision>
  <dcterms:created xsi:type="dcterms:W3CDTF">2021-05-28T04:32:29Z</dcterms:created>
  <dcterms:modified xsi:type="dcterms:W3CDTF">2025-08-18T18:43:24Z</dcterms:modified>
</cp:coreProperties>
</file>