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14"/>
  </p:notesMasterIdLst>
  <p:handoutMasterIdLst>
    <p:handoutMasterId r:id="rId15"/>
  </p:handoutMasterIdLst>
  <p:sldIdLst>
    <p:sldId id="257" r:id="rId5"/>
    <p:sldId id="265" r:id="rId6"/>
    <p:sldId id="275" r:id="rId7"/>
    <p:sldId id="278" r:id="rId8"/>
    <p:sldId id="279" r:id="rId9"/>
    <p:sldId id="276" r:id="rId10"/>
    <p:sldId id="277" r:id="rId11"/>
    <p:sldId id="280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5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12/28/2025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12/28/2025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12/28/2025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12/28/2025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12/28/2025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83" r:id="rId3"/>
    <p:sldLayoutId id="2147483679" r:id="rId4"/>
    <p:sldLayoutId id="2147483680" r:id="rId5"/>
    <p:sldLayoutId id="2147483681" r:id="rId6"/>
    <p:sldLayoutId id="2147483682" r:id="rId7"/>
    <p:sldLayoutId id="2147483678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Airbnb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3218898" y="4123098"/>
            <a:ext cx="2706203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 err="1"/>
              <a:t>Nhóm</a:t>
            </a:r>
            <a:r>
              <a:rPr lang="en-US" sz="2800" b="0" dirty="0"/>
              <a:t> 8</a:t>
            </a:r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683" y="1721463"/>
            <a:ext cx="8674100" cy="5303393"/>
          </a:xfrm>
        </p:spPr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Ra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(Multi-Attribute Decision Making - MADM)</a:t>
            </a:r>
          </a:p>
          <a:p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Airbnb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(</a:t>
            </a:r>
            <a:r>
              <a:rPr lang="en-US" dirty="0" err="1"/>
              <a:t>giá</a:t>
            </a:r>
            <a:r>
              <a:rPr lang="en-US" dirty="0"/>
              <a:t>,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, </a:t>
            </a:r>
            <a:r>
              <a:rPr lang="en-US" dirty="0" err="1"/>
              <a:t>tiện</a:t>
            </a:r>
            <a:r>
              <a:rPr lang="en-US" dirty="0"/>
              <a:t> </a:t>
            </a:r>
            <a:r>
              <a:rPr lang="en-US" dirty="0" err="1"/>
              <a:t>nghi</a:t>
            </a:r>
            <a:r>
              <a:rPr lang="en-US" dirty="0"/>
              <a:t>,…)</a:t>
            </a:r>
          </a:p>
          <a:p>
            <a:r>
              <a:rPr lang="en-US" dirty="0"/>
              <a:t>Theo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, </a:t>
            </a:r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: </a:t>
            </a:r>
            <a:r>
              <a:rPr lang="en-US" b="1" dirty="0" err="1"/>
              <a:t>Truy</a:t>
            </a:r>
            <a:r>
              <a:rPr lang="en-US" b="1" dirty="0"/>
              <a:t> </a:t>
            </a:r>
            <a:r>
              <a:rPr lang="en-US" b="1" dirty="0" err="1"/>
              <a:t>nhập</a:t>
            </a:r>
            <a:r>
              <a:rPr lang="en-US" b="1" dirty="0"/>
              <a:t> </a:t>
            </a:r>
            <a:r>
              <a:rPr lang="en-US" b="1" dirty="0" err="1"/>
              <a:t>được</a:t>
            </a:r>
            <a:r>
              <a:rPr lang="en-US" b="1" dirty="0"/>
              <a:t>, </a:t>
            </a:r>
            <a:r>
              <a:rPr lang="en-US" b="1" dirty="0" err="1"/>
              <a:t>Tất</a:t>
            </a:r>
            <a:r>
              <a:rPr lang="en-US" b="1" dirty="0"/>
              <a:t> </a:t>
            </a:r>
            <a:r>
              <a:rPr lang="en-US" b="1" dirty="0" err="1"/>
              <a:t>định</a:t>
            </a:r>
            <a:r>
              <a:rPr lang="en-US" b="1" dirty="0"/>
              <a:t>, Tĩnh, Ra </a:t>
            </a:r>
            <a:r>
              <a:rPr lang="en-US" b="1" dirty="0" err="1"/>
              <a:t>quyết</a:t>
            </a:r>
            <a:r>
              <a:rPr lang="en-US" b="1" dirty="0"/>
              <a:t> </a:t>
            </a:r>
            <a:r>
              <a:rPr lang="en-US" b="1" dirty="0" err="1"/>
              <a:t>định</a:t>
            </a:r>
            <a:r>
              <a:rPr lang="en-US" b="1" dirty="0"/>
              <a:t> </a:t>
            </a:r>
            <a:r>
              <a:rPr lang="en-US" b="1" dirty="0" err="1"/>
              <a:t>trên</a:t>
            </a:r>
            <a:r>
              <a:rPr lang="en-US" b="1" dirty="0"/>
              <a:t> </a:t>
            </a:r>
            <a:r>
              <a:rPr lang="en-US" b="1" dirty="0" err="1"/>
              <a:t>sự</a:t>
            </a:r>
            <a:r>
              <a:rPr lang="en-US" b="1" dirty="0"/>
              <a:t> </a:t>
            </a:r>
            <a:r>
              <a:rPr lang="en-US" b="1" dirty="0" err="1"/>
              <a:t>chắc</a:t>
            </a:r>
            <a:r>
              <a:rPr lang="en-US" b="1" dirty="0"/>
              <a:t> </a:t>
            </a:r>
            <a:r>
              <a:rPr lang="en-US" b="1" dirty="0" err="1"/>
              <a:t>chắn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E8669-0A67-D768-8178-E4DAFE176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9CF63B-385E-2C40-981D-41D6BD107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6681EB-AD62-DFFE-E066-9DAF7A134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F701B8A-90BC-2476-5878-5E017D8CF00C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19217" y="1451295"/>
                <a:ext cx="8674100" cy="530339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Biến </a:t>
                </a:r>
                <a:r>
                  <a:rPr lang="en-US" b="1" dirty="0" err="1"/>
                  <a:t>quyết</a:t>
                </a:r>
                <a:r>
                  <a:rPr lang="en-US" b="1" dirty="0"/>
                  <a:t> </a:t>
                </a:r>
                <a:r>
                  <a:rPr lang="en-US" b="1" dirty="0" err="1"/>
                  <a:t>định</a:t>
                </a:r>
                <a:r>
                  <a:rPr lang="en-US" dirty="0"/>
                  <a:t>: </a:t>
                </a:r>
                <a:r>
                  <a:rPr lang="en-US" dirty="0" err="1"/>
                  <a:t>lựa</a:t>
                </a:r>
                <a:r>
                  <a:rPr lang="en-US" dirty="0"/>
                  <a:t> </a:t>
                </a:r>
                <a:r>
                  <a:rPr lang="en-US" dirty="0" err="1"/>
                  <a:t>chọn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xếp</a:t>
                </a:r>
                <a:r>
                  <a:rPr lang="en-US" dirty="0"/>
                  <a:t> </a:t>
                </a:r>
                <a:r>
                  <a:rPr lang="en-US" dirty="0" err="1"/>
                  <a:t>hạng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phòng</a:t>
                </a:r>
                <a:r>
                  <a:rPr lang="en-US" dirty="0"/>
                  <a:t> Airbnb 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đề</a:t>
                </a:r>
                <a:r>
                  <a:rPr lang="en-US" dirty="0"/>
                  <a:t> </a:t>
                </a:r>
                <a:r>
                  <a:rPr lang="en-US" dirty="0" err="1"/>
                  <a:t>xuất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người</a:t>
                </a:r>
                <a:r>
                  <a:rPr lang="en-US" dirty="0"/>
                  <a:t> dung: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</a:t>
                </a:r>
                <a:r>
                  <a:rPr lang="en-US" sz="2000" dirty="0"/>
                  <a:t>Các </a:t>
                </a:r>
                <a:r>
                  <a:rPr lang="en-US" sz="2000" dirty="0" err="1"/>
                  <a:t>phương</a:t>
                </a:r>
                <a:r>
                  <a:rPr lang="en-US" sz="2000" dirty="0"/>
                  <a:t> </a:t>
                </a:r>
                <a:r>
                  <a:rPr lang="en-US" sz="2000" dirty="0" err="1"/>
                  <a:t>án</a:t>
                </a:r>
                <a:r>
                  <a:rPr lang="en-US" sz="2000" dirty="0"/>
                  <a:t> Airbnb - ID </a:t>
                </a:r>
                <a:r>
                  <a:rPr lang="en-US" sz="2000" dirty="0" err="1"/>
                  <a:t>phòng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b="1" dirty="0" err="1"/>
                  <a:t>Biến</a:t>
                </a:r>
                <a:r>
                  <a:rPr lang="en-US" b="1" dirty="0"/>
                  <a:t> </a:t>
                </a:r>
                <a:r>
                  <a:rPr lang="en-US" b="1" dirty="0" err="1"/>
                  <a:t>môi</a:t>
                </a:r>
                <a:r>
                  <a:rPr lang="en-US" b="1" dirty="0"/>
                  <a:t> </a:t>
                </a:r>
                <a:r>
                  <a:rPr lang="en-US" b="1" dirty="0" err="1"/>
                  <a:t>trường</a:t>
                </a:r>
                <a:r>
                  <a:rPr lang="en-US" dirty="0"/>
                  <a:t>:</a:t>
                </a:r>
              </a:p>
              <a:p>
                <a:pPr lvl="0"/>
                <a:r>
                  <a:rPr lang="en-US" sz="2400" b="1" dirty="0" err="1"/>
                  <a:t>Thuộc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tính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của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các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phương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án</a:t>
                </a:r>
                <a:r>
                  <a:rPr lang="en-US" sz="2400" b="1" dirty="0"/>
                  <a:t> - </a:t>
                </a:r>
                <a:r>
                  <a:rPr lang="en-US" sz="2400" b="1" dirty="0" err="1"/>
                  <a:t>Dữ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liệu</a:t>
                </a:r>
                <a:r>
                  <a:rPr lang="en-US" sz="2400" b="1" dirty="0"/>
                  <a:t> Airbnb</a:t>
                </a:r>
                <a:endParaRPr lang="en-US" sz="2400" dirty="0"/>
              </a:p>
              <a:p>
                <a:pPr marL="0" indent="-182880">
                  <a:buNone/>
                </a:pPr>
                <a:r>
                  <a:rPr lang="en-US" sz="2000" dirty="0"/>
                  <a:t>       Các </a:t>
                </a:r>
                <a:r>
                  <a:rPr lang="en-US" sz="2000" dirty="0" err="1"/>
                  <a:t>thông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số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cố</a:t>
                </a:r>
                <a:r>
                  <a:rPr lang="en-US" sz="2000" dirty="0"/>
                  <a:t> </a:t>
                </a:r>
                <a:r>
                  <a:rPr lang="en-US" sz="2000" dirty="0" err="1"/>
                  <a:t>định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của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phòng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trọ</a:t>
                </a:r>
                <a:r>
                  <a:rPr lang="en-US" sz="2000" dirty="0"/>
                  <a:t> (</a:t>
                </a:r>
                <a:r>
                  <a:rPr lang="en-US" sz="2000" dirty="0" err="1"/>
                  <a:t>như</a:t>
                </a:r>
                <a:r>
                  <a:rPr lang="en-US" sz="2000" dirty="0"/>
                  <a:t> ID, chi </a:t>
                </a:r>
                <a:r>
                  <a:rPr lang="en-US" sz="2000" dirty="0" err="1"/>
                  <a:t>phí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vị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trí</a:t>
                </a:r>
                <a:r>
                  <a:rPr lang="en-US" sz="2000" dirty="0"/>
                  <a:t>,...) hay </a:t>
                </a:r>
                <a:r>
                  <a:rPr lang="en-US" sz="2000" dirty="0" err="1"/>
                  <a:t>phòng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còn</a:t>
                </a:r>
                <a:r>
                  <a:rPr lang="en-US" sz="2000" dirty="0"/>
                  <a:t> hay </a:t>
                </a:r>
                <a:r>
                  <a:rPr lang="en-US" sz="2000" dirty="0" err="1"/>
                  <a:t>hết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các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trường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dữ</a:t>
                </a:r>
                <a:r>
                  <a:rPr lang="en-US" sz="2000" dirty="0"/>
                  <a:t> </a:t>
                </a:r>
                <a:r>
                  <a:rPr lang="en-US" sz="2000" dirty="0" err="1"/>
                  <a:t>liệu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thể</a:t>
                </a:r>
                <a:r>
                  <a:rPr lang="en-US" sz="2000" dirty="0"/>
                  <a:t> </a:t>
                </a:r>
                <a:r>
                  <a:rPr lang="en-US" sz="2000" dirty="0" err="1"/>
                  <a:t>hiện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rõ</a:t>
                </a:r>
                <a:r>
                  <a:rPr lang="en-US" sz="2000" dirty="0"/>
                  <a:t> </a:t>
                </a:r>
                <a:r>
                  <a:rPr lang="en-US" sz="2000" dirty="0" err="1"/>
                  <a:t>hơn</a:t>
                </a:r>
                <a:r>
                  <a:rPr lang="en-US" sz="2000" dirty="0"/>
                  <a:t> ở </a:t>
                </a:r>
                <a:r>
                  <a:rPr lang="en-US" sz="2000" i="1" dirty="0" err="1"/>
                  <a:t>phần</a:t>
                </a:r>
                <a:r>
                  <a:rPr lang="en-US" sz="2000" i="1" dirty="0"/>
                  <a:t> II: CSDL </a:t>
                </a:r>
                <a:r>
                  <a:rPr lang="en-US" sz="2000" i="1" dirty="0" err="1"/>
                  <a:t>của</a:t>
                </a:r>
                <a:r>
                  <a:rPr lang="en-US" sz="2000" i="1" dirty="0"/>
                  <a:t> </a:t>
                </a:r>
                <a:r>
                  <a:rPr lang="en-US" sz="2000" i="1" dirty="0" err="1"/>
                  <a:t>hệ</a:t>
                </a:r>
                <a:r>
                  <a:rPr lang="en-US" sz="2000" i="1" dirty="0"/>
                  <a:t> </a:t>
                </a:r>
                <a:r>
                  <a:rPr lang="en-US" sz="2000" i="1" dirty="0" err="1"/>
                  <a:t>thống</a:t>
                </a:r>
                <a:endParaRPr lang="en-US" sz="2000" dirty="0"/>
              </a:p>
              <a:p>
                <a:pPr lvl="0"/>
                <a:r>
                  <a:rPr lang="en-US" sz="2400" b="1" dirty="0" err="1"/>
                  <a:t>Yêu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cầu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của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người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dùng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000" dirty="0"/>
                  <a:t>       Các </a:t>
                </a:r>
                <a:r>
                  <a:rPr lang="en-US" sz="2000" dirty="0" err="1"/>
                  <a:t>tiêu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chí</a:t>
                </a:r>
                <a:r>
                  <a:rPr lang="en-US" sz="2000" dirty="0"/>
                  <a:t> do </a:t>
                </a:r>
                <a:r>
                  <a:rPr lang="en-US" sz="2000" dirty="0" err="1"/>
                  <a:t>người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dùng</a:t>
                </a:r>
                <a:r>
                  <a:rPr lang="en-US" sz="2000" dirty="0"/>
                  <a:t> </a:t>
                </a:r>
                <a:r>
                  <a:rPr lang="en-US" sz="2000" dirty="0" err="1"/>
                  <a:t>nhập</a:t>
                </a:r>
                <a:r>
                  <a:rPr lang="en-US" sz="2000" dirty="0"/>
                  <a:t> </a:t>
                </a:r>
                <a:r>
                  <a:rPr lang="en-US" sz="2000" dirty="0" err="1"/>
                  <a:t>vào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chẳng</a:t>
                </a:r>
                <a:r>
                  <a:rPr lang="en-US" sz="2000" dirty="0"/>
                  <a:t> </a:t>
                </a:r>
                <a:r>
                  <a:rPr lang="en-US" sz="2000" dirty="0" err="1"/>
                  <a:t>hạn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như</a:t>
                </a:r>
                <a:r>
                  <a:rPr lang="en-US" sz="2000" dirty="0"/>
                  <a:t> </a:t>
                </a:r>
                <a:r>
                  <a:rPr lang="en-US" sz="2000" dirty="0" err="1"/>
                  <a:t>ngân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sách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vị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trí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và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các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tiện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nghi</a:t>
                </a:r>
                <a:r>
                  <a:rPr lang="en-US" sz="2000" dirty="0"/>
                  <a:t> </a:t>
                </a:r>
                <a:r>
                  <a:rPr lang="en-US" sz="2000" b="1" dirty="0" err="1"/>
                  <a:t>bắt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buộc</a:t>
                </a:r>
                <a:r>
                  <a:rPr lang="en-US" sz="2000" dirty="0"/>
                  <a:t> </a:t>
                </a:r>
                <a:r>
                  <a:rPr lang="en-US" sz="2000" dirty="0" err="1"/>
                  <a:t>hoặc</a:t>
                </a:r>
                <a:r>
                  <a:rPr lang="en-US" sz="2000" dirty="0"/>
                  <a:t> </a:t>
                </a:r>
                <a:r>
                  <a:rPr lang="en-US" sz="2000" b="1" dirty="0" err="1"/>
                  <a:t>mong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muốn</a:t>
                </a:r>
                <a:endParaRPr lang="en-US" sz="2000" dirty="0"/>
              </a:p>
              <a:p>
                <a:pPr marL="457200" lvl="1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F701B8A-90BC-2476-5878-5E017D8CF0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19217" y="1451295"/>
                <a:ext cx="8674100" cy="5303393"/>
              </a:xfrm>
              <a:blipFill>
                <a:blip r:embed="rId2"/>
                <a:stretch>
                  <a:fillRect l="-1476" t="-1954" r="-1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7382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D4AA2-6490-1A8F-AFEA-5E91F62BD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6D7BF1-C52B-4539-7FF7-3B4E1F726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1FCF7A-19F9-1D51-F55A-902173D0E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Cơ sở dữ liệu</a:t>
            </a:r>
            <a:endParaRPr lang="en-US" dirty="0"/>
          </a:p>
        </p:txBody>
      </p:sp>
      <p:pic>
        <p:nvPicPr>
          <p:cNvPr id="6" name="Chỗ dành sẵn cho Nội dung 5">
            <a:extLst>
              <a:ext uri="{FF2B5EF4-FFF2-40B4-BE49-F238E27FC236}">
                <a16:creationId xmlns:a16="http://schemas.microsoft.com/office/drawing/2014/main" id="{29B08ACE-9DFD-B59C-F612-C95A61CC28B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48278" y="998048"/>
            <a:ext cx="7847444" cy="530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471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F7481-892C-1DBC-A4AE-57A7B5C52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BDC432-DC53-9956-AECE-DCED39DFB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8A857D-4692-C9DE-5954-B0766FF26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Cơ sở dữ liệu</a:t>
            </a:r>
            <a:endParaRPr lang="en-US" dirty="0"/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ED15812D-C94D-B6A7-6DBE-4D6D719E3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12" y="1012167"/>
            <a:ext cx="8134975" cy="497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406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E1B56-8FD0-B661-9243-5EE252ABA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EE4973-DAEE-BFEB-E235-57D869889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E464FF-7BB7-DD12-6ECB-535EE12F1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Biểu diễn bài toán</a:t>
            </a:r>
            <a:endParaRPr lang="en-US" dirty="0"/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16A6A7AC-AB42-9A6A-094E-126205A98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90" y="1068684"/>
            <a:ext cx="8427420" cy="2568012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35B5DFBD-56B7-CCE9-0960-F478E101D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81" y="3758935"/>
            <a:ext cx="8344838" cy="183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631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E191C-8D25-0B88-23AB-BD6083EB3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F5A7E3-F227-645C-B8EF-51667F6B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9F8ED4-2EA6-C1D5-2ED9-4F25E8843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endParaRPr lang="en-US" dirty="0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C4D40670-3185-9633-1353-10B9FB6C9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2299"/>
            <a:ext cx="9144000" cy="471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819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91A2F-45A8-881E-A664-B7C702D30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D9EEE5-B039-B988-FE09-34B86B966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700E10-D166-7286-8BFA-0E876AE0C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Biểu diễn bài toán</a:t>
            </a:r>
            <a:endParaRPr lang="en-US" dirty="0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5E7BE356-F165-64DB-9E5E-1190B88E4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9" y="919057"/>
            <a:ext cx="7836494" cy="512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41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F39B7474BC4149B2E8E21C3246BF75" ma:contentTypeVersion="4" ma:contentTypeDescription="Create a new document." ma:contentTypeScope="" ma:versionID="2188c4acfc8fd502428f95701d8edd2c">
  <xsd:schema xmlns:xsd="http://www.w3.org/2001/XMLSchema" xmlns:xs="http://www.w3.org/2001/XMLSchema" xmlns:p="http://schemas.microsoft.com/office/2006/metadata/properties" xmlns:ns2="fdaa23fd-dc88-4f1f-8eaf-cb8fa152c772" targetNamespace="http://schemas.microsoft.com/office/2006/metadata/properties" ma:root="true" ma:fieldsID="2c8afb5c9c598836751247b43f140914" ns2:_="">
    <xsd:import namespace="fdaa23fd-dc88-4f1f-8eaf-cb8fa152c772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aa23fd-dc88-4f1f-8eaf-cb8fa152c772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fdaa23fd-dc88-4f1f-8eaf-cb8fa152c77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18EB60-B753-4E51-8B78-27E6ED7A1E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daa23fd-dc88-4f1f-8eaf-cb8fa152c7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7DBFB17-39F9-495A-989C-CF8D7559DB2B}">
  <ds:schemaRefs>
    <ds:schemaRef ds:uri="http://schemas.microsoft.com/office/2006/metadata/properties"/>
    <ds:schemaRef ds:uri="http://schemas.microsoft.com/office/infopath/2007/PartnerControls"/>
    <ds:schemaRef ds:uri="fdaa23fd-dc88-4f1f-8eaf-cb8fa152c772"/>
  </ds:schemaRefs>
</ds:datastoreItem>
</file>

<file path=customXml/itemProps3.xml><?xml version="1.0" encoding="utf-8"?>
<ds:datastoreItem xmlns:ds="http://schemas.openxmlformats.org/officeDocument/2006/customXml" ds:itemID="{EEA4A455-2614-4440-9551-3B57BB8F7F7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173</TotalTime>
  <Words>242</Words>
  <Application>Microsoft Office PowerPoint</Application>
  <PresentationFormat>Trình chiếu Trên màn hình (4:3)</PresentationFormat>
  <Paragraphs>28</Paragraphs>
  <Slides>9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 Math</vt:lpstr>
      <vt:lpstr>Lato</vt:lpstr>
      <vt:lpstr>Office Theme</vt:lpstr>
      <vt:lpstr>Bản trình bày PowerPoint</vt:lpstr>
      <vt:lpstr>Phân tích bài toán</vt:lpstr>
      <vt:lpstr>Phân tích bài toán</vt:lpstr>
      <vt:lpstr>Cơ sở dữ liệu</vt:lpstr>
      <vt:lpstr>Cơ sở dữ liệu</vt:lpstr>
      <vt:lpstr>Biểu diễn bài toán</vt:lpstr>
      <vt:lpstr>Biểu diễn bài toán</vt:lpstr>
      <vt:lpstr>Biểu diễn bài toán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Hung Quang</cp:lastModifiedBy>
  <cp:revision>16</cp:revision>
  <dcterms:created xsi:type="dcterms:W3CDTF">2021-05-28T04:32:29Z</dcterms:created>
  <dcterms:modified xsi:type="dcterms:W3CDTF">2025-12-28T15:08:12Z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0x0101007BF39B7474BC4149B2E8E21C3246BF75</vt:lpwstr>
  </property>
</Properties>
</file>