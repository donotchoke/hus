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2"/>
  </p:notesMasterIdLst>
  <p:handoutMasterIdLst>
    <p:handoutMasterId r:id="rId13"/>
  </p:handoutMasterIdLst>
  <p:sldIdLst>
    <p:sldId id="275" r:id="rId2"/>
    <p:sldId id="276" r:id="rId3"/>
    <p:sldId id="265" r:id="rId4"/>
    <p:sldId id="283" r:id="rId5"/>
    <p:sldId id="281" r:id="rId6"/>
    <p:sldId id="282" r:id="rId7"/>
    <p:sldId id="277" r:id="rId8"/>
    <p:sldId id="266" r:id="rId9"/>
    <p:sldId id="279" r:id="rId10"/>
    <p:sldId id="28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11/4/2025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11/4/2025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11/4/2025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3" r:id="rId3"/>
    <p:sldLayoutId id="2147483675" r:id="rId4"/>
    <p:sldLayoutId id="2147483683" r:id="rId5"/>
    <p:sldLayoutId id="2147483679" r:id="rId6"/>
    <p:sldLayoutId id="2147483680" r:id="rId7"/>
    <p:sldLayoutId id="2147483681" r:id="rId8"/>
    <p:sldLayoutId id="214748368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488" y="2679192"/>
            <a:ext cx="4383024" cy="1499616"/>
          </a:xfrm>
        </p:spPr>
        <p:txBody>
          <a:bodyPr/>
          <a:lstStyle/>
          <a:p>
            <a:r>
              <a:rPr lang="en-US" dirty="0"/>
              <a:t>2. Genetic</a:t>
            </a:r>
            <a:br>
              <a:rPr lang="en-US" dirty="0"/>
            </a:br>
            <a:r>
              <a:rPr lang="en-US" dirty="0"/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Genetic Algorithms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 dirty="0"/>
              <a:t>Genetic Algorithms (GA) </a:t>
            </a:r>
            <a:r>
              <a:rPr lang="vi-VN" sz="2400" dirty="0"/>
              <a:t>là một nhóm thuật toán tối ưu hóa mô phỏng cách tiến hóa tự nhiên. Ý tưởng rất đơn giản: “chọn cái tốt, lai tạo, đột biến, lặp lại” để dần dần tìm ra lời giải tốt hơn.</a:t>
            </a:r>
            <a:endParaRPr lang="en-US" sz="2400" dirty="0"/>
          </a:p>
          <a:p>
            <a:r>
              <a:rPr lang="vi-VN" sz="2400" dirty="0"/>
              <a:t>GA bắt chước tiến hóa Darwin: </a:t>
            </a:r>
            <a:r>
              <a:rPr lang="vi-VN" sz="2400" b="1" dirty="0"/>
              <a:t>cá thể tốt thì có cơ hội sinh ra thế hệ sau nhiều hơn.</a:t>
            </a:r>
            <a:endParaRPr lang="vi-VN" sz="2400" dirty="0"/>
          </a:p>
          <a:p>
            <a:r>
              <a:rPr lang="vi-VN" sz="2400" dirty="0"/>
              <a:t>Ta coi </a:t>
            </a:r>
            <a:r>
              <a:rPr lang="vi-VN" sz="2400" b="1" dirty="0"/>
              <a:t>một lời giải</a:t>
            </a:r>
            <a:r>
              <a:rPr lang="vi-VN" sz="2400" dirty="0"/>
              <a:t> = </a:t>
            </a:r>
            <a:r>
              <a:rPr lang="vi-VN" sz="2400" b="1" dirty="0"/>
              <a:t>một cá thể</a:t>
            </a:r>
            <a:r>
              <a:rPr lang="vi-VN" sz="2400" dirty="0"/>
              <a:t>.</a:t>
            </a:r>
          </a:p>
          <a:p>
            <a:r>
              <a:rPr lang="vi-VN" sz="2400" dirty="0"/>
              <a:t>Một nhóm lời giải cùng tồn tại = </a:t>
            </a:r>
            <a:r>
              <a:rPr lang="vi-VN" sz="2400" b="1" dirty="0"/>
              <a:t>quần thể (population)</a:t>
            </a:r>
            <a:r>
              <a:rPr lang="vi-VN" sz="2400" dirty="0"/>
              <a:t>.</a:t>
            </a:r>
          </a:p>
          <a:p>
            <a:r>
              <a:rPr lang="vi-VN" sz="2400" dirty="0"/>
              <a:t>Mỗi cá thể được chấm điểm bằng </a:t>
            </a:r>
            <a:r>
              <a:rPr lang="vi-VN" sz="2400" b="1" dirty="0"/>
              <a:t>hàm thích nghi (fitness function)</a:t>
            </a:r>
            <a:r>
              <a:rPr lang="vi-VN" sz="2400" dirty="0"/>
              <a:t>.</a:t>
            </a:r>
          </a:p>
          <a:p>
            <a:r>
              <a:rPr lang="vi-VN" sz="2400" dirty="0"/>
              <a:t>Sau mỗi “thế hệ”, ta tạo ra quần thể mới tốt hơn quần thể cũ.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E3E05-0396-6D43-F0FC-5911BF2F9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E65A0A-FF9B-BA93-6690-9CA1EB04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2FD51A-C275-A2D1-956F-30EBAB244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Genetic Algorithms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24288-47CD-1E24-DC8A-4C81B56EE65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 dirty="0"/>
              <a:t>GA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quyết</a:t>
            </a:r>
            <a:r>
              <a:rPr lang="en-US" sz="2400" dirty="0"/>
              <a:t>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PFSP: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Khởi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quần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(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NEH Seed)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chế</a:t>
            </a:r>
            <a:r>
              <a:rPr lang="en-US" sz="2400" dirty="0"/>
              <a:t> </a:t>
            </a:r>
            <a:r>
              <a:rPr lang="en-US" sz="2400" dirty="0" err="1"/>
              <a:t>chọn</a:t>
            </a:r>
            <a:r>
              <a:rPr lang="en-US" sz="2400" dirty="0"/>
              <a:t> cha </a:t>
            </a:r>
            <a:r>
              <a:rPr lang="en-US" sz="2400" dirty="0" err="1"/>
              <a:t>mẹ</a:t>
            </a:r>
            <a:r>
              <a:rPr lang="en-US" sz="2400" dirty="0"/>
              <a:t> ( bánh </a:t>
            </a:r>
            <a:r>
              <a:rPr lang="en-US" sz="2400" dirty="0" err="1"/>
              <a:t>xe</a:t>
            </a:r>
            <a:r>
              <a:rPr lang="en-US" sz="2400" dirty="0"/>
              <a:t> roulette, </a:t>
            </a:r>
            <a:r>
              <a:rPr lang="en-US" sz="2400" dirty="0" err="1"/>
              <a:t>giao</a:t>
            </a:r>
            <a:r>
              <a:rPr lang="en-US" sz="2400" dirty="0"/>
              <a:t> </a:t>
            </a:r>
            <a:r>
              <a:rPr lang="en-US" sz="2400" dirty="0" err="1"/>
              <a:t>đấu</a:t>
            </a:r>
            <a:r>
              <a:rPr lang="en-US" sz="2400" dirty="0"/>
              <a:t>,…)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Triển</a:t>
            </a:r>
            <a:r>
              <a:rPr lang="en-US" sz="2400" dirty="0"/>
              <a:t> </a:t>
            </a:r>
            <a:r>
              <a:rPr lang="en-US" sz="2400" dirty="0" err="1"/>
              <a:t>khai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lai </a:t>
            </a:r>
            <a:r>
              <a:rPr lang="en-US" sz="2400" dirty="0" err="1"/>
              <a:t>ghép</a:t>
            </a:r>
            <a:r>
              <a:rPr lang="en-US" sz="2400" dirty="0"/>
              <a:t> (OX, PMX, CX)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 (</a:t>
            </a:r>
            <a:r>
              <a:rPr lang="en-US" sz="2400" dirty="0" err="1"/>
              <a:t>makespan</a:t>
            </a:r>
            <a:r>
              <a:rPr lang="en-US" sz="2400" dirty="0"/>
              <a:t>) </a:t>
            </a:r>
            <a:r>
              <a:rPr lang="en-US" sz="2400" dirty="0" err="1"/>
              <a:t>thông</a:t>
            </a:r>
            <a:r>
              <a:rPr lang="en-US" sz="2400" dirty="0"/>
              <a:t> qua </a:t>
            </a: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9081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8E330-9DDF-EDA6-7986-EC4162654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EAE3D-1174-22C8-59DE-59B9CB5B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488" y="2679192"/>
            <a:ext cx="4383024" cy="1499616"/>
          </a:xfrm>
        </p:spPr>
        <p:txBody>
          <a:bodyPr/>
          <a:lstStyle/>
          <a:p>
            <a:r>
              <a:rPr lang="en-US" dirty="0"/>
              <a:t>3. Evolutionary Programming</a:t>
            </a:r>
          </a:p>
        </p:txBody>
      </p:sp>
    </p:spTree>
    <p:extLst>
      <p:ext uri="{BB962C8B-B14F-4D97-AF65-F5344CB8AC3E}">
        <p14:creationId xmlns:p14="http://schemas.microsoft.com/office/powerpoint/2010/main" val="1958895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D7023-EBA1-20C9-9147-3BF4BD3D9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44412C-45A6-E41A-6FBF-2D7F7B9D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3EB621-C81D-46D4-7AD1-EF4CBFD92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Evolutionary Programming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40CBD-A0A3-A434-FA7D-A2DE3E7A55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/>
              <a:t>Evolutionary Programming</a:t>
            </a:r>
            <a:r>
              <a:rPr lang="vi-VN" sz="2400"/>
              <a:t> </a:t>
            </a:r>
            <a:r>
              <a:rPr lang="vi-VN" sz="2400" dirty="0"/>
              <a:t>(Lập trình tiến hóa – EP)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lấy</a:t>
            </a:r>
            <a:r>
              <a:rPr lang="en-US" sz="2400" dirty="0"/>
              <a:t> </a:t>
            </a:r>
            <a:r>
              <a:rPr lang="vi-VN" sz="2400" dirty="0"/>
              <a:t>cảm hứng từ việc mô phỏng các hành vi trong quá trình tiến hóa</a:t>
            </a:r>
            <a:r>
              <a:rPr lang="en-US" sz="2400" dirty="0"/>
              <a:t>. </a:t>
            </a:r>
          </a:p>
          <a:p>
            <a:r>
              <a:rPr lang="vi-VN" sz="2400" dirty="0"/>
              <a:t>EP tìm một tập hành vi tối ưu trong tập không gian hành vi quan sát được </a:t>
            </a:r>
            <a:endParaRPr lang="en-US" sz="2400" dirty="0"/>
          </a:p>
          <a:p>
            <a:r>
              <a:rPr lang="vi-VN" sz="2400" dirty="0"/>
              <a:t>EP không sử dụng toán tử lai ghép, chỉ sử dụng toán tử đột biến để sinh ra quần thể con mới</a:t>
            </a:r>
            <a:endParaRPr lang="en-US" sz="2400" dirty="0"/>
          </a:p>
          <a:p>
            <a:r>
              <a:rPr lang="en-US" sz="2400" dirty="0"/>
              <a:t>Trong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này</a:t>
            </a:r>
            <a:r>
              <a:rPr lang="en-US" sz="2400" dirty="0"/>
              <a:t>,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thích</a:t>
            </a:r>
            <a:r>
              <a:rPr lang="en-US" sz="2400" dirty="0"/>
              <a:t> </a:t>
            </a:r>
            <a:r>
              <a:rPr lang="en-US" sz="2400" dirty="0" err="1"/>
              <a:t>nghi</a:t>
            </a:r>
            <a:r>
              <a:rPr lang="en-US" sz="2400" dirty="0"/>
              <a:t> (fitness)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cá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makespan</a:t>
            </a:r>
            <a:r>
              <a:rPr lang="en-US" sz="2400" dirty="0"/>
              <a:t> (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hoàn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2507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AE5C3-3D27-FDC9-6757-BB0D3533D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5DBB04-2B48-37AA-0D8B-2009BE8A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4C0017-972F-D4B9-5AFF-78ADBE397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phương pháp đột biến được sử dụng</a:t>
            </a:r>
            <a:endParaRPr lang="en-US" dirty="0"/>
          </a:p>
        </p:txBody>
      </p:sp>
      <p:pic>
        <p:nvPicPr>
          <p:cNvPr id="8" name="Content Placeholder 7" descr="A diagram of a parent and parent&#10;&#10;AI-generated content may be incorrect.">
            <a:extLst>
              <a:ext uri="{FF2B5EF4-FFF2-40B4-BE49-F238E27FC236}">
                <a16:creationId xmlns:a16="http://schemas.microsoft.com/office/drawing/2014/main" id="{EC7CE2F8-5860-C21B-A05E-C40681D73D3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87" y="935736"/>
            <a:ext cx="7465625" cy="4986528"/>
          </a:xfrm>
        </p:spPr>
      </p:pic>
    </p:spTree>
    <p:extLst>
      <p:ext uri="{BB962C8B-B14F-4D97-AF65-F5344CB8AC3E}">
        <p14:creationId xmlns:p14="http://schemas.microsoft.com/office/powerpoint/2010/main" val="1557683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Phương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5946394" cy="5132832"/>
          </a:xfrm>
        </p:spPr>
        <p:txBody>
          <a:bodyPr/>
          <a:lstStyle/>
          <a:p>
            <a:r>
              <a:rPr lang="en-US" sz="2400" dirty="0" err="1"/>
              <a:t>Lời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pháp</a:t>
            </a:r>
            <a:r>
              <a:rPr lang="en-US" sz="2400" dirty="0"/>
              <a:t> </a:t>
            </a:r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 err="1"/>
              <a:t>lọc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giao</a:t>
            </a:r>
            <a:r>
              <a:rPr lang="en-US" sz="2400" dirty="0"/>
              <a:t> </a:t>
            </a:r>
            <a:r>
              <a:rPr lang="en-US" sz="2400" dirty="0" err="1"/>
              <a:t>đấu</a:t>
            </a:r>
            <a:r>
              <a:rPr lang="en-US" sz="2400" dirty="0"/>
              <a:t> (Tournament selection)</a:t>
            </a:r>
          </a:p>
          <a:p>
            <a:pPr lvl="1"/>
            <a:r>
              <a:rPr lang="en-US" sz="2000" dirty="0" err="1"/>
              <a:t>Giả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cần</a:t>
            </a:r>
            <a:r>
              <a:rPr lang="en-US" sz="2000" dirty="0"/>
              <a:t> </a:t>
            </a:r>
            <a:r>
              <a:rPr lang="en-US" sz="2000" dirty="0" err="1"/>
              <a:t>chọn</a:t>
            </a:r>
            <a:r>
              <a:rPr lang="en-US" sz="2000" dirty="0"/>
              <a:t> s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đột</a:t>
            </a:r>
            <a:r>
              <a:rPr lang="en-US" sz="2000" dirty="0"/>
              <a:t> </a:t>
            </a:r>
            <a:r>
              <a:rPr lang="en-US" sz="2000" dirty="0" err="1"/>
              <a:t>biến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P(t+1)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chọn</a:t>
            </a:r>
            <a:r>
              <a:rPr lang="en-US" sz="2000" dirty="0"/>
              <a:t> </a:t>
            </a:r>
            <a:r>
              <a:rPr lang="en-US" sz="2000" dirty="0" err="1"/>
              <a:t>lọc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combined(t) = P(t) + O(t)</a:t>
            </a:r>
          </a:p>
          <a:p>
            <a:pPr lvl="1"/>
            <a:r>
              <a:rPr lang="en-US" sz="2000" dirty="0" err="1"/>
              <a:t>Mỗi</a:t>
            </a:r>
            <a:r>
              <a:rPr lang="en-US" sz="2000" dirty="0"/>
              <a:t>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sẽ</a:t>
            </a:r>
            <a:r>
              <a:rPr lang="en-US" sz="2000" dirty="0"/>
              <a:t> “</a:t>
            </a:r>
            <a:r>
              <a:rPr lang="en-US" sz="2000" dirty="0" err="1"/>
              <a:t>thi</a:t>
            </a:r>
            <a:r>
              <a:rPr lang="en-US" sz="2000" dirty="0"/>
              <a:t> </a:t>
            </a:r>
            <a:r>
              <a:rPr lang="en-US" sz="2000" dirty="0" err="1"/>
              <a:t>đấu</a:t>
            </a:r>
            <a:r>
              <a:rPr lang="en-US" sz="2000" dirty="0"/>
              <a:t>” m </a:t>
            </a:r>
            <a:r>
              <a:rPr lang="en-US" sz="2000" dirty="0" err="1"/>
              <a:t>trận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khác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combined(t)</a:t>
            </a:r>
          </a:p>
          <a:p>
            <a:pPr lvl="1"/>
            <a:r>
              <a:rPr lang="en-US" sz="2000" dirty="0"/>
              <a:t>Hai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sẽ</a:t>
            </a:r>
            <a:r>
              <a:rPr lang="en-US" sz="2000" dirty="0"/>
              <a:t> so </a:t>
            </a:r>
            <a:r>
              <a:rPr lang="en-US" sz="2000" dirty="0" err="1"/>
              <a:t>sánh</a:t>
            </a:r>
            <a:r>
              <a:rPr lang="en-US" sz="2000" dirty="0"/>
              <a:t> </a:t>
            </a:r>
            <a:r>
              <a:rPr lang="en-US" sz="2000" dirty="0" err="1"/>
              <a:t>độ</a:t>
            </a:r>
            <a:r>
              <a:rPr lang="en-US" sz="2000" dirty="0"/>
              <a:t> </a:t>
            </a:r>
            <a:r>
              <a:rPr lang="en-US" sz="2000" dirty="0" err="1"/>
              <a:t>thích</a:t>
            </a:r>
            <a:r>
              <a:rPr lang="en-US" sz="2000" dirty="0"/>
              <a:t> </a:t>
            </a:r>
            <a:r>
              <a:rPr lang="en-US" sz="2000" dirty="0" err="1"/>
              <a:t>nghi</a:t>
            </a:r>
            <a:r>
              <a:rPr lang="en-US" sz="2000" dirty="0"/>
              <a:t>,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nào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độ</a:t>
            </a:r>
            <a:r>
              <a:rPr lang="en-US" sz="2000" dirty="0"/>
              <a:t> </a:t>
            </a:r>
            <a:r>
              <a:rPr lang="en-US" sz="2000" dirty="0" err="1"/>
              <a:t>thích</a:t>
            </a:r>
            <a:r>
              <a:rPr lang="en-US" sz="2000" dirty="0"/>
              <a:t> </a:t>
            </a:r>
            <a:r>
              <a:rPr lang="en-US" sz="2000" dirty="0" err="1"/>
              <a:t>nghi</a:t>
            </a:r>
            <a:r>
              <a:rPr lang="en-US" sz="2000" dirty="0"/>
              <a:t> </a:t>
            </a:r>
            <a:r>
              <a:rPr lang="en-US" sz="2000" dirty="0" err="1"/>
              <a:t>tốt</a:t>
            </a:r>
            <a:r>
              <a:rPr lang="en-US" sz="2000" dirty="0"/>
              <a:t> </a:t>
            </a:r>
            <a:r>
              <a:rPr lang="en-US" sz="2000" dirty="0" err="1"/>
              <a:t>hơn</a:t>
            </a:r>
            <a:r>
              <a:rPr lang="en-US" sz="2000" dirty="0"/>
              <a:t>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giành</a:t>
            </a:r>
            <a:r>
              <a:rPr lang="en-US" sz="2000" dirty="0"/>
              <a:t> </a:t>
            </a:r>
            <a:r>
              <a:rPr lang="en-US" sz="2000" dirty="0" err="1"/>
              <a:t>chiến</a:t>
            </a:r>
            <a:r>
              <a:rPr lang="en-US" sz="2000" dirty="0"/>
              <a:t> </a:t>
            </a:r>
            <a:r>
              <a:rPr lang="en-US" sz="2000" dirty="0" err="1"/>
              <a:t>thắng</a:t>
            </a:r>
            <a:endParaRPr lang="en-US" sz="2000" dirty="0"/>
          </a:p>
          <a:p>
            <a:pPr lvl="1"/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mỗi</a:t>
            </a:r>
            <a:r>
              <a:rPr lang="en-US" sz="2000" dirty="0"/>
              <a:t> </a:t>
            </a:r>
            <a:r>
              <a:rPr lang="en-US" sz="2000" dirty="0" err="1"/>
              <a:t>chiến</a:t>
            </a:r>
            <a:r>
              <a:rPr lang="en-US" sz="2000" dirty="0"/>
              <a:t> </a:t>
            </a:r>
            <a:r>
              <a:rPr lang="en-US" sz="2000" dirty="0" err="1"/>
              <a:t>thắng</a:t>
            </a:r>
            <a:r>
              <a:rPr lang="en-US" sz="2000" dirty="0"/>
              <a:t>,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 </a:t>
            </a:r>
            <a:r>
              <a:rPr lang="en-US" sz="2000" dirty="0" err="1"/>
              <a:t>lũy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1 </a:t>
            </a:r>
            <a:r>
              <a:rPr lang="en-US" sz="2000" dirty="0" err="1"/>
              <a:t>điểm</a:t>
            </a:r>
            <a:r>
              <a:rPr lang="en-US" sz="2000" dirty="0"/>
              <a:t>. </a:t>
            </a:r>
            <a:r>
              <a:rPr lang="en-US" sz="2000" dirty="0" err="1"/>
              <a:t>Nếu</a:t>
            </a:r>
            <a:r>
              <a:rPr lang="en-US" sz="2000" dirty="0"/>
              <a:t> 2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hòa</a:t>
            </a:r>
            <a:r>
              <a:rPr lang="en-US" sz="2000" dirty="0"/>
              <a:t> </a:t>
            </a:r>
            <a:r>
              <a:rPr lang="en-US" sz="2000" dirty="0" err="1"/>
              <a:t>nhau</a:t>
            </a:r>
            <a:r>
              <a:rPr lang="en-US" sz="2000" dirty="0"/>
              <a:t> (</a:t>
            </a:r>
            <a:r>
              <a:rPr lang="en-US" sz="2000" dirty="0" err="1"/>
              <a:t>cùng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r>
              <a:rPr lang="en-US" sz="2000" dirty="0"/>
              <a:t> fitness), </a:t>
            </a:r>
            <a:r>
              <a:rPr lang="en-US" sz="2000" dirty="0" err="1"/>
              <a:t>cả</a:t>
            </a:r>
            <a:r>
              <a:rPr lang="en-US" sz="2000" dirty="0"/>
              <a:t> 2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điểm</a:t>
            </a:r>
            <a:endParaRPr lang="en-US" sz="2000" dirty="0"/>
          </a:p>
          <a:p>
            <a:pPr lvl="1"/>
            <a:r>
              <a:rPr lang="en-US" sz="2000" dirty="0"/>
              <a:t>Sau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giải</a:t>
            </a:r>
            <a:r>
              <a:rPr lang="en-US" sz="2000" dirty="0"/>
              <a:t> </a:t>
            </a:r>
            <a:r>
              <a:rPr lang="en-US" sz="2000" dirty="0" err="1"/>
              <a:t>đấu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thúc</a:t>
            </a:r>
            <a:r>
              <a:rPr lang="en-US" sz="2000" dirty="0"/>
              <a:t>, s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điểm</a:t>
            </a:r>
            <a:r>
              <a:rPr lang="en-US" sz="2000" dirty="0"/>
              <a:t> </a:t>
            </a:r>
            <a:r>
              <a:rPr lang="en-US" sz="2000" dirty="0" err="1"/>
              <a:t>cao</a:t>
            </a:r>
            <a:r>
              <a:rPr lang="en-US" sz="2000" dirty="0"/>
              <a:t> </a:t>
            </a:r>
            <a:r>
              <a:rPr lang="en-US" sz="2000" dirty="0" err="1"/>
              <a:t>nhất</a:t>
            </a:r>
            <a:r>
              <a:rPr lang="en-US" sz="2000" dirty="0"/>
              <a:t>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lựa</a:t>
            </a:r>
            <a:r>
              <a:rPr lang="en-US" sz="2000" dirty="0"/>
              <a:t> </a:t>
            </a:r>
            <a:r>
              <a:rPr lang="en-US" sz="2000" dirty="0" err="1"/>
              <a:t>chọn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đột</a:t>
            </a:r>
            <a:r>
              <a:rPr lang="en-US" sz="2000" dirty="0"/>
              <a:t> </a:t>
            </a:r>
            <a:r>
              <a:rPr lang="en-US" sz="2000" dirty="0" err="1"/>
              <a:t>biến</a:t>
            </a:r>
            <a:r>
              <a:rPr lang="en-US" sz="2000" dirty="0"/>
              <a:t> </a:t>
            </a:r>
            <a:r>
              <a:rPr lang="en-US" sz="2000" dirty="0" err="1"/>
              <a:t>thế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tiếp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endParaRPr lang="en-US" sz="2000" dirty="0"/>
          </a:p>
        </p:txBody>
      </p:sp>
      <p:pic>
        <p:nvPicPr>
          <p:cNvPr id="6" name="Picture 5" descr="A couple of men in fencing clothing&#10;&#10;AI-generated content may be incorrect.">
            <a:extLst>
              <a:ext uri="{FF2B5EF4-FFF2-40B4-BE49-F238E27FC236}">
                <a16:creationId xmlns:a16="http://schemas.microsoft.com/office/drawing/2014/main" id="{2135DBC7-1380-FC3C-40FD-9BF0B579B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343" y="1547622"/>
            <a:ext cx="2377440" cy="376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F970-B7B8-1E30-1272-B427DCC5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64CF65-DFAA-E412-C27F-A99F9231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C03F8B-2F77-96D2-FAC2-7E42FCE27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endParaRPr lang="en-US" dirty="0"/>
          </a:p>
        </p:txBody>
      </p:sp>
      <p:pic>
        <p:nvPicPr>
          <p:cNvPr id="6" name="Content Placeholder 5" descr="A graph with a red line&#10;&#10;AI-generated content may be incorrect.">
            <a:extLst>
              <a:ext uri="{FF2B5EF4-FFF2-40B4-BE49-F238E27FC236}">
                <a16:creationId xmlns:a16="http://schemas.microsoft.com/office/drawing/2014/main" id="{574BD29F-4EB4-3EDA-2771-D43266B59A5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0" y="891064"/>
            <a:ext cx="8674100" cy="5204460"/>
          </a:xfrm>
        </p:spPr>
      </p:pic>
    </p:spTree>
    <p:extLst>
      <p:ext uri="{BB962C8B-B14F-4D97-AF65-F5344CB8AC3E}">
        <p14:creationId xmlns:p14="http://schemas.microsoft.com/office/powerpoint/2010/main" val="3044599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D572B-C2C2-2D79-8F62-860D69396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84119B-EF34-8DD8-B55C-3D956668F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D3065E-C08C-5312-109D-2852F736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endParaRPr lang="en-US" dirty="0"/>
          </a:p>
        </p:txBody>
      </p:sp>
      <p:pic>
        <p:nvPicPr>
          <p:cNvPr id="8" name="Content Placeholder 7" descr="A graph with a line&#10;&#10;AI-generated content may be incorrect.">
            <a:extLst>
              <a:ext uri="{FF2B5EF4-FFF2-40B4-BE49-F238E27FC236}">
                <a16:creationId xmlns:a16="http://schemas.microsoft.com/office/drawing/2014/main" id="{DD3E156C-A359-590A-5A71-8BB2B99D65A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1064"/>
            <a:ext cx="4572000" cy="2743200"/>
          </a:xfrm>
        </p:spPr>
      </p:pic>
      <p:pic>
        <p:nvPicPr>
          <p:cNvPr id="10" name="Picture 9" descr="A graph with a red line&#10;&#10;AI-generated content may be incorrect.">
            <a:extLst>
              <a:ext uri="{FF2B5EF4-FFF2-40B4-BE49-F238E27FC236}">
                <a16:creationId xmlns:a16="http://schemas.microsoft.com/office/drawing/2014/main" id="{194CB55F-405F-B92E-E0AA-3A05652B6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891063"/>
            <a:ext cx="4572001" cy="2743201"/>
          </a:xfrm>
          <a:prstGeom prst="rect">
            <a:avLst/>
          </a:prstGeom>
        </p:spPr>
      </p:pic>
      <p:pic>
        <p:nvPicPr>
          <p:cNvPr id="12" name="Picture 11" descr="A graph with a red line&#10;&#10;AI-generated content may be incorrect.">
            <a:extLst>
              <a:ext uri="{FF2B5EF4-FFF2-40B4-BE49-F238E27FC236}">
                <a16:creationId xmlns:a16="http://schemas.microsoft.com/office/drawing/2014/main" id="{53AE62C4-F1C8-2D73-540F-3C15A42746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0575"/>
            <a:ext cx="4572000" cy="2743200"/>
          </a:xfrm>
          <a:prstGeom prst="rect">
            <a:avLst/>
          </a:prstGeom>
        </p:spPr>
      </p:pic>
      <p:pic>
        <p:nvPicPr>
          <p:cNvPr id="14" name="Picture 13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47865AD2-4DEC-A325-6505-CC1032AF90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1" y="3670576"/>
            <a:ext cx="457199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8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351</TotalTime>
  <Words>488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Lato</vt:lpstr>
      <vt:lpstr>Office Theme</vt:lpstr>
      <vt:lpstr>PowerPoint Presentation</vt:lpstr>
      <vt:lpstr>2. Genetic Algorithms</vt:lpstr>
      <vt:lpstr>2. Genetic Algorithms</vt:lpstr>
      <vt:lpstr>2. Genetic Algorithms</vt:lpstr>
      <vt:lpstr>3. Evolutionary Programming</vt:lpstr>
      <vt:lpstr>3. Evolutionary Programming</vt:lpstr>
      <vt:lpstr>Các phương pháp đột biến được sử dụng</vt:lpstr>
      <vt:lpstr>Phương pháp chọn lọc</vt:lpstr>
      <vt:lpstr>Kết quả thực nghiệm</vt:lpstr>
      <vt:lpstr>Kết quả thực nghiệm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Tuấn Nghĩa Chu</cp:lastModifiedBy>
  <cp:revision>18</cp:revision>
  <dcterms:created xsi:type="dcterms:W3CDTF">2021-05-28T04:32:29Z</dcterms:created>
  <dcterms:modified xsi:type="dcterms:W3CDTF">2025-11-03T22:56:15Z</dcterms:modified>
</cp:coreProperties>
</file>