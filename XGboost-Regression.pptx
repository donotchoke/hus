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2419" r:id="rId3"/>
    <p:sldId id="1047" r:id="rId4"/>
    <p:sldId id="2383" r:id="rId5"/>
    <p:sldId id="2385" r:id="rId6"/>
    <p:sldId id="2414" r:id="rId7"/>
    <p:sldId id="2415" r:id="rId8"/>
    <p:sldId id="2392" r:id="rId9"/>
    <p:sldId id="2416" r:id="rId10"/>
    <p:sldId id="2417" r:id="rId11"/>
    <p:sldId id="2398" r:id="rId12"/>
    <p:sldId id="2384" r:id="rId13"/>
    <p:sldId id="2418" r:id="rId14"/>
    <p:sldId id="2387" r:id="rId15"/>
    <p:sldId id="2386" r:id="rId16"/>
    <p:sldId id="2388" r:id="rId17"/>
    <p:sldId id="2389" r:id="rId18"/>
    <p:sldId id="2390" r:id="rId19"/>
    <p:sldId id="2391" r:id="rId20"/>
    <p:sldId id="2407" r:id="rId21"/>
    <p:sldId id="2393" r:id="rId22"/>
    <p:sldId id="2408" r:id="rId23"/>
    <p:sldId id="2394" r:id="rId24"/>
    <p:sldId id="2395" r:id="rId25"/>
    <p:sldId id="2409" r:id="rId26"/>
    <p:sldId id="2410" r:id="rId27"/>
    <p:sldId id="2411" r:id="rId28"/>
    <p:sldId id="2399" r:id="rId29"/>
    <p:sldId id="2400" r:id="rId30"/>
    <p:sldId id="2412" r:id="rId31"/>
    <p:sldId id="2413" r:id="rId32"/>
    <p:sldId id="2402" r:id="rId33"/>
    <p:sldId id="2403" r:id="rId34"/>
    <p:sldId id="2406" r:id="rId35"/>
    <p:sldId id="2420" r:id="rId36"/>
    <p:sldId id="2422" r:id="rId37"/>
    <p:sldId id="2425" r:id="rId38"/>
    <p:sldId id="2423" r:id="rId39"/>
    <p:sldId id="2426" r:id="rId40"/>
    <p:sldId id="2427" r:id="rId41"/>
    <p:sldId id="2429" r:id="rId42"/>
    <p:sldId id="2430" r:id="rId43"/>
    <p:sldId id="2431" r:id="rId44"/>
    <p:sldId id="2432" r:id="rId45"/>
    <p:sldId id="2433" r:id="rId46"/>
    <p:sldId id="2434" r:id="rId47"/>
    <p:sldId id="2435" r:id="rId48"/>
    <p:sldId id="2436" r:id="rId49"/>
    <p:sldId id="2437" r:id="rId50"/>
    <p:sldId id="2439" r:id="rId51"/>
    <p:sldId id="2440" r:id="rId52"/>
    <p:sldId id="2441" r:id="rId53"/>
    <p:sldId id="2442" r:id="rId54"/>
    <p:sldId id="2443" r:id="rId55"/>
    <p:sldId id="2444" r:id="rId56"/>
    <p:sldId id="2445" r:id="rId57"/>
    <p:sldId id="2446" r:id="rId58"/>
    <p:sldId id="2447" r:id="rId59"/>
    <p:sldId id="2448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CB4C"/>
    <a:srgbClr val="54BFC7"/>
    <a:srgbClr val="A1A9AD"/>
    <a:srgbClr val="E8BB16"/>
    <a:srgbClr val="CFA713"/>
    <a:srgbClr val="EDC843"/>
    <a:srgbClr val="EFEF2D"/>
    <a:srgbClr val="ECEF7D"/>
    <a:srgbClr val="32868A"/>
    <a:srgbClr val="5CC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9D7890-CD40-964E-8403-85CA084D863E}" type="doc">
      <dgm:prSet loTypeId="urn:microsoft.com/office/officeart/2005/8/layout/cycle2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EF641CF-EDB4-994D-9C37-B85A3FE1FE94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gm:t>
    </dgm:pt>
    <dgm:pt modelId="{187CC81B-D04A-DF4A-AB97-8805D0A61C92}" type="parTrans" cxnId="{2433330D-7E4E-AB44-BB5B-E5D20F331273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FA711B-7056-0546-991F-FEB1812342EC}" type="sibTrans" cxnId="{2433330D-7E4E-AB44-BB5B-E5D20F331273}">
      <dgm:prSet custT="1"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466F59-0371-334A-A7F5-972F3AC77C36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gm:t>
    </dgm:pt>
    <dgm:pt modelId="{6D180068-0B9D-8C4B-AD3F-CCF355C93C40}" type="parTrans" cxnId="{42C44B73-EA92-F349-8F2D-880825872712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2235BC-5093-BD48-B1E1-BE267A3FE035}" type="sibTrans" cxnId="{42C44B73-EA92-F349-8F2D-880825872712}">
      <dgm:prSet custT="1"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5B954A-E79E-D94F-A630-97B1AB453C73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gm:t>
    </dgm:pt>
    <dgm:pt modelId="{2A3B804D-3976-2145-AD60-7ABF9D570EFE}" type="parTrans" cxnId="{7AB1EECB-54B2-1D4D-AE3F-56FCEBB69C0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F4DFD2C-D062-7347-9C62-E6F8F2E54050}" type="sibTrans" cxnId="{7AB1EECB-54B2-1D4D-AE3F-56FCEBB69C0A}">
      <dgm:prSet custT="1"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486E5B-0BB2-7B4D-AC3F-5479C0A11F6F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gm:t>
    </dgm:pt>
    <dgm:pt modelId="{16FEEF2C-B1A3-634D-98D7-61FBA93486B4}" type="parTrans" cxnId="{3F1FBA1F-6B2A-F54F-B885-3F0A52458659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07FC43-8B8F-6B45-909B-AFC67CA450C7}" type="sibTrans" cxnId="{3F1FBA1F-6B2A-F54F-B885-3F0A52458659}">
      <dgm:prSet custT="1"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E16CDA-0BE1-6546-B478-6594611A52D6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</a:p>
      </dgm:t>
    </dgm:pt>
    <dgm:pt modelId="{0F9BB307-CF38-B849-B23A-725CD5B4E174}" type="parTrans" cxnId="{35914199-DEA3-3E47-B63E-A3920C33DC06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8E1A43-01B5-894E-B98A-554A901AA753}" type="sibTrans" cxnId="{35914199-DEA3-3E47-B63E-A3920C33DC06}">
      <dgm:prSet custT="1"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AB5B862-40A2-D54E-96EA-9120EA0D4279}">
      <dgm:prSet phldrT="[Text]"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6</a:t>
          </a:r>
        </a:p>
      </dgm:t>
    </dgm:pt>
    <dgm:pt modelId="{7E42B086-E241-3C47-A049-EB0C4B78CFCE}" type="parTrans" cxnId="{A033B48E-029C-884D-B0F2-22A0DC9DD54A}">
      <dgm:prSet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322373-A895-784E-9642-17174A4FA161}" type="sibTrans" cxnId="{A033B48E-029C-884D-B0F2-22A0DC9DD54A}">
      <dgm:prSet custT="1"/>
      <dgm:spPr/>
      <dgm:t>
        <a:bodyPr/>
        <a:lstStyle/>
        <a:p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615FD0-F9EE-5843-B3F3-F8E1717D4E08}" type="pres">
      <dgm:prSet presAssocID="{089D7890-CD40-964E-8403-85CA084D863E}" presName="cycle" presStyleCnt="0">
        <dgm:presLayoutVars>
          <dgm:dir/>
          <dgm:resizeHandles val="exact"/>
        </dgm:presLayoutVars>
      </dgm:prSet>
      <dgm:spPr/>
    </dgm:pt>
    <dgm:pt modelId="{A6A13265-9A83-0941-8A69-CA9473C5C990}" type="pres">
      <dgm:prSet presAssocID="{AEF641CF-EDB4-994D-9C37-B85A3FE1FE94}" presName="node" presStyleLbl="node1" presStyleIdx="0" presStyleCnt="6" custScaleX="65641" custScaleY="65641">
        <dgm:presLayoutVars>
          <dgm:bulletEnabled val="1"/>
        </dgm:presLayoutVars>
      </dgm:prSet>
      <dgm:spPr/>
    </dgm:pt>
    <dgm:pt modelId="{159BEB86-BD13-6143-9CF2-E446450232BB}" type="pres">
      <dgm:prSet presAssocID="{55FA711B-7056-0546-991F-FEB1812342EC}" presName="sibTrans" presStyleLbl="sibTrans2D1" presStyleIdx="0" presStyleCnt="6" custScaleX="97714" custScaleY="64831"/>
      <dgm:spPr/>
    </dgm:pt>
    <dgm:pt modelId="{F317021F-1FAE-4048-AED1-773109C6D55C}" type="pres">
      <dgm:prSet presAssocID="{55FA711B-7056-0546-991F-FEB1812342EC}" presName="connectorText" presStyleLbl="sibTrans2D1" presStyleIdx="0" presStyleCnt="6"/>
      <dgm:spPr/>
    </dgm:pt>
    <dgm:pt modelId="{4549A2AF-7044-7149-938F-68C0EF5AC234}" type="pres">
      <dgm:prSet presAssocID="{A2466F59-0371-334A-A7F5-972F3AC77C36}" presName="node" presStyleLbl="node1" presStyleIdx="1" presStyleCnt="6" custScaleX="65641" custScaleY="65641">
        <dgm:presLayoutVars>
          <dgm:bulletEnabled val="1"/>
        </dgm:presLayoutVars>
      </dgm:prSet>
      <dgm:spPr/>
    </dgm:pt>
    <dgm:pt modelId="{FB21A069-3DBC-0E46-93C0-FC7F66CDCF1C}" type="pres">
      <dgm:prSet presAssocID="{5E2235BC-5093-BD48-B1E1-BE267A3FE035}" presName="sibTrans" presStyleLbl="sibTrans2D1" presStyleIdx="1" presStyleCnt="6" custScaleX="97714" custScaleY="64831"/>
      <dgm:spPr/>
    </dgm:pt>
    <dgm:pt modelId="{31A7B9B0-C563-6848-9A3F-997CD293B75D}" type="pres">
      <dgm:prSet presAssocID="{5E2235BC-5093-BD48-B1E1-BE267A3FE035}" presName="connectorText" presStyleLbl="sibTrans2D1" presStyleIdx="1" presStyleCnt="6"/>
      <dgm:spPr/>
    </dgm:pt>
    <dgm:pt modelId="{B72E16BC-B33D-1A46-884D-C4C36C5BEA39}" type="pres">
      <dgm:prSet presAssocID="{6E5B954A-E79E-D94F-A630-97B1AB453C73}" presName="node" presStyleLbl="node1" presStyleIdx="2" presStyleCnt="6" custScaleX="65641" custScaleY="65641">
        <dgm:presLayoutVars>
          <dgm:bulletEnabled val="1"/>
        </dgm:presLayoutVars>
      </dgm:prSet>
      <dgm:spPr/>
    </dgm:pt>
    <dgm:pt modelId="{EA23DF9C-DEDC-054A-8C86-588524D8B2D4}" type="pres">
      <dgm:prSet presAssocID="{0F4DFD2C-D062-7347-9C62-E6F8F2E54050}" presName="sibTrans" presStyleLbl="sibTrans2D1" presStyleIdx="2" presStyleCnt="6" custScaleX="97714" custScaleY="64831"/>
      <dgm:spPr/>
    </dgm:pt>
    <dgm:pt modelId="{AC74E509-B271-8448-A015-9CEB20396B28}" type="pres">
      <dgm:prSet presAssocID="{0F4DFD2C-D062-7347-9C62-E6F8F2E54050}" presName="connectorText" presStyleLbl="sibTrans2D1" presStyleIdx="2" presStyleCnt="6"/>
      <dgm:spPr/>
    </dgm:pt>
    <dgm:pt modelId="{013E14D6-E77A-4B44-B473-80D007E57407}" type="pres">
      <dgm:prSet presAssocID="{82486E5B-0BB2-7B4D-AC3F-5479C0A11F6F}" presName="node" presStyleLbl="node1" presStyleIdx="3" presStyleCnt="6" custScaleX="65641" custScaleY="65641">
        <dgm:presLayoutVars>
          <dgm:bulletEnabled val="1"/>
        </dgm:presLayoutVars>
      </dgm:prSet>
      <dgm:spPr/>
    </dgm:pt>
    <dgm:pt modelId="{B1EDCB30-2E11-EC43-B770-C98830C6533C}" type="pres">
      <dgm:prSet presAssocID="{CF07FC43-8B8F-6B45-909B-AFC67CA450C7}" presName="sibTrans" presStyleLbl="sibTrans2D1" presStyleIdx="3" presStyleCnt="6" custScaleX="97714" custScaleY="64831"/>
      <dgm:spPr/>
    </dgm:pt>
    <dgm:pt modelId="{AFCFE977-F4BE-6947-9910-AE0298623B39}" type="pres">
      <dgm:prSet presAssocID="{CF07FC43-8B8F-6B45-909B-AFC67CA450C7}" presName="connectorText" presStyleLbl="sibTrans2D1" presStyleIdx="3" presStyleCnt="6"/>
      <dgm:spPr/>
    </dgm:pt>
    <dgm:pt modelId="{1879530C-7133-294A-8A3F-EF75B7EEB524}" type="pres">
      <dgm:prSet presAssocID="{6DE16CDA-0BE1-6546-B478-6594611A52D6}" presName="node" presStyleLbl="node1" presStyleIdx="4" presStyleCnt="6" custScaleX="65641" custScaleY="65641">
        <dgm:presLayoutVars>
          <dgm:bulletEnabled val="1"/>
        </dgm:presLayoutVars>
      </dgm:prSet>
      <dgm:spPr/>
    </dgm:pt>
    <dgm:pt modelId="{2091EAC6-88C9-3B49-9F79-344312117FA4}" type="pres">
      <dgm:prSet presAssocID="{C78E1A43-01B5-894E-B98A-554A901AA753}" presName="sibTrans" presStyleLbl="sibTrans2D1" presStyleIdx="4" presStyleCnt="6" custScaleX="97714" custScaleY="64831"/>
      <dgm:spPr/>
    </dgm:pt>
    <dgm:pt modelId="{82F43B12-516C-1849-B4A9-37B411881573}" type="pres">
      <dgm:prSet presAssocID="{C78E1A43-01B5-894E-B98A-554A901AA753}" presName="connectorText" presStyleLbl="sibTrans2D1" presStyleIdx="4" presStyleCnt="6"/>
      <dgm:spPr/>
    </dgm:pt>
    <dgm:pt modelId="{2BB461E5-ACFA-B748-8251-BF44BBBDE01E}" type="pres">
      <dgm:prSet presAssocID="{EAB5B862-40A2-D54E-96EA-9120EA0D4279}" presName="node" presStyleLbl="node1" presStyleIdx="5" presStyleCnt="6" custScaleX="65641" custScaleY="65641">
        <dgm:presLayoutVars>
          <dgm:bulletEnabled val="1"/>
        </dgm:presLayoutVars>
      </dgm:prSet>
      <dgm:spPr/>
    </dgm:pt>
    <dgm:pt modelId="{1390F1AD-88B1-2D42-923E-E525362F4A88}" type="pres">
      <dgm:prSet presAssocID="{37322373-A895-784E-9642-17174A4FA161}" presName="sibTrans" presStyleLbl="sibTrans2D1" presStyleIdx="5" presStyleCnt="6" custScaleX="97714" custScaleY="64831"/>
      <dgm:spPr/>
    </dgm:pt>
    <dgm:pt modelId="{708A20E2-746E-E247-9499-7CDC06048C97}" type="pres">
      <dgm:prSet presAssocID="{37322373-A895-784E-9642-17174A4FA161}" presName="connectorText" presStyleLbl="sibTrans2D1" presStyleIdx="5" presStyleCnt="6"/>
      <dgm:spPr/>
    </dgm:pt>
  </dgm:ptLst>
  <dgm:cxnLst>
    <dgm:cxn modelId="{923B6205-352C-714C-B109-F77AE610089C}" type="presOf" srcId="{089D7890-CD40-964E-8403-85CA084D863E}" destId="{98615FD0-F9EE-5843-B3F3-F8E1717D4E08}" srcOrd="0" destOrd="0" presId="urn:microsoft.com/office/officeart/2005/8/layout/cycle2"/>
    <dgm:cxn modelId="{2433330D-7E4E-AB44-BB5B-E5D20F331273}" srcId="{089D7890-CD40-964E-8403-85CA084D863E}" destId="{AEF641CF-EDB4-994D-9C37-B85A3FE1FE94}" srcOrd="0" destOrd="0" parTransId="{187CC81B-D04A-DF4A-AB97-8805D0A61C92}" sibTransId="{55FA711B-7056-0546-991F-FEB1812342EC}"/>
    <dgm:cxn modelId="{07835515-26E1-6F44-A645-9F5F1A38C520}" type="presOf" srcId="{37322373-A895-784E-9642-17174A4FA161}" destId="{708A20E2-746E-E247-9499-7CDC06048C97}" srcOrd="1" destOrd="0" presId="urn:microsoft.com/office/officeart/2005/8/layout/cycle2"/>
    <dgm:cxn modelId="{35C1E417-BBDB-A245-A240-323F6381FB84}" type="presOf" srcId="{6E5B954A-E79E-D94F-A630-97B1AB453C73}" destId="{B72E16BC-B33D-1A46-884D-C4C36C5BEA39}" srcOrd="0" destOrd="0" presId="urn:microsoft.com/office/officeart/2005/8/layout/cycle2"/>
    <dgm:cxn modelId="{F6412A1A-BFDA-5148-B491-C359E4EDE2E1}" type="presOf" srcId="{EAB5B862-40A2-D54E-96EA-9120EA0D4279}" destId="{2BB461E5-ACFA-B748-8251-BF44BBBDE01E}" srcOrd="0" destOrd="0" presId="urn:microsoft.com/office/officeart/2005/8/layout/cycle2"/>
    <dgm:cxn modelId="{C640391C-F685-5F49-885D-4F0615A4DC81}" type="presOf" srcId="{A2466F59-0371-334A-A7F5-972F3AC77C36}" destId="{4549A2AF-7044-7149-938F-68C0EF5AC234}" srcOrd="0" destOrd="0" presId="urn:microsoft.com/office/officeart/2005/8/layout/cycle2"/>
    <dgm:cxn modelId="{512BA51D-3C50-8A4D-ACB9-61E26CA1AF3E}" type="presOf" srcId="{55FA711B-7056-0546-991F-FEB1812342EC}" destId="{F317021F-1FAE-4048-AED1-773109C6D55C}" srcOrd="1" destOrd="0" presId="urn:microsoft.com/office/officeart/2005/8/layout/cycle2"/>
    <dgm:cxn modelId="{3F1FBA1F-6B2A-F54F-B885-3F0A52458659}" srcId="{089D7890-CD40-964E-8403-85CA084D863E}" destId="{82486E5B-0BB2-7B4D-AC3F-5479C0A11F6F}" srcOrd="3" destOrd="0" parTransId="{16FEEF2C-B1A3-634D-98D7-61FBA93486B4}" sibTransId="{CF07FC43-8B8F-6B45-909B-AFC67CA450C7}"/>
    <dgm:cxn modelId="{673D5C40-7069-CB43-BA9F-7E8A1412E146}" type="presOf" srcId="{CF07FC43-8B8F-6B45-909B-AFC67CA450C7}" destId="{AFCFE977-F4BE-6947-9910-AE0298623B39}" srcOrd="1" destOrd="0" presId="urn:microsoft.com/office/officeart/2005/8/layout/cycle2"/>
    <dgm:cxn modelId="{EA8F7167-609F-D84B-9E5F-CE213F0A181B}" type="presOf" srcId="{55FA711B-7056-0546-991F-FEB1812342EC}" destId="{159BEB86-BD13-6143-9CF2-E446450232BB}" srcOrd="0" destOrd="0" presId="urn:microsoft.com/office/officeart/2005/8/layout/cycle2"/>
    <dgm:cxn modelId="{635BEF68-1A06-3144-B6C5-4ABC80A5984E}" type="presOf" srcId="{5E2235BC-5093-BD48-B1E1-BE267A3FE035}" destId="{FB21A069-3DBC-0E46-93C0-FC7F66CDCF1C}" srcOrd="0" destOrd="0" presId="urn:microsoft.com/office/officeart/2005/8/layout/cycle2"/>
    <dgm:cxn modelId="{42C44B73-EA92-F349-8F2D-880825872712}" srcId="{089D7890-CD40-964E-8403-85CA084D863E}" destId="{A2466F59-0371-334A-A7F5-972F3AC77C36}" srcOrd="1" destOrd="0" parTransId="{6D180068-0B9D-8C4B-AD3F-CCF355C93C40}" sibTransId="{5E2235BC-5093-BD48-B1E1-BE267A3FE035}"/>
    <dgm:cxn modelId="{EC870876-4EBF-5940-BB09-CB3729AF5BE8}" type="presOf" srcId="{C78E1A43-01B5-894E-B98A-554A901AA753}" destId="{2091EAC6-88C9-3B49-9F79-344312117FA4}" srcOrd="0" destOrd="0" presId="urn:microsoft.com/office/officeart/2005/8/layout/cycle2"/>
    <dgm:cxn modelId="{5CA4757F-4C0F-9940-B87E-0BBC605AF5CB}" type="presOf" srcId="{5E2235BC-5093-BD48-B1E1-BE267A3FE035}" destId="{31A7B9B0-C563-6848-9A3F-997CD293B75D}" srcOrd="1" destOrd="0" presId="urn:microsoft.com/office/officeart/2005/8/layout/cycle2"/>
    <dgm:cxn modelId="{1ACF0C83-B98E-3A41-9239-CF7E595B3150}" type="presOf" srcId="{6DE16CDA-0BE1-6546-B478-6594611A52D6}" destId="{1879530C-7133-294A-8A3F-EF75B7EEB524}" srcOrd="0" destOrd="0" presId="urn:microsoft.com/office/officeart/2005/8/layout/cycle2"/>
    <dgm:cxn modelId="{ADC0AB8E-9E2E-ED4E-AECE-3ED0994C0380}" type="presOf" srcId="{82486E5B-0BB2-7B4D-AC3F-5479C0A11F6F}" destId="{013E14D6-E77A-4B44-B473-80D007E57407}" srcOrd="0" destOrd="0" presId="urn:microsoft.com/office/officeart/2005/8/layout/cycle2"/>
    <dgm:cxn modelId="{A033B48E-029C-884D-B0F2-22A0DC9DD54A}" srcId="{089D7890-CD40-964E-8403-85CA084D863E}" destId="{EAB5B862-40A2-D54E-96EA-9120EA0D4279}" srcOrd="5" destOrd="0" parTransId="{7E42B086-E241-3C47-A049-EB0C4B78CFCE}" sibTransId="{37322373-A895-784E-9642-17174A4FA161}"/>
    <dgm:cxn modelId="{35914199-DEA3-3E47-B63E-A3920C33DC06}" srcId="{089D7890-CD40-964E-8403-85CA084D863E}" destId="{6DE16CDA-0BE1-6546-B478-6594611A52D6}" srcOrd="4" destOrd="0" parTransId="{0F9BB307-CF38-B849-B23A-725CD5B4E174}" sibTransId="{C78E1A43-01B5-894E-B98A-554A901AA753}"/>
    <dgm:cxn modelId="{1953F99E-922D-E14E-984C-BF52B42FA827}" type="presOf" srcId="{0F4DFD2C-D062-7347-9C62-E6F8F2E54050}" destId="{AC74E509-B271-8448-A015-9CEB20396B28}" srcOrd="1" destOrd="0" presId="urn:microsoft.com/office/officeart/2005/8/layout/cycle2"/>
    <dgm:cxn modelId="{976B89BB-9B04-9C4F-A035-29F4A31E728F}" type="presOf" srcId="{CF07FC43-8B8F-6B45-909B-AFC67CA450C7}" destId="{B1EDCB30-2E11-EC43-B770-C98830C6533C}" srcOrd="0" destOrd="0" presId="urn:microsoft.com/office/officeart/2005/8/layout/cycle2"/>
    <dgm:cxn modelId="{85A8D6C2-BC85-214C-A778-D2D61F43ED3E}" type="presOf" srcId="{C78E1A43-01B5-894E-B98A-554A901AA753}" destId="{82F43B12-516C-1849-B4A9-37B411881573}" srcOrd="1" destOrd="0" presId="urn:microsoft.com/office/officeart/2005/8/layout/cycle2"/>
    <dgm:cxn modelId="{CE4D4BC8-0A43-2741-BA5C-C58BB2442D89}" type="presOf" srcId="{37322373-A895-784E-9642-17174A4FA161}" destId="{1390F1AD-88B1-2D42-923E-E525362F4A88}" srcOrd="0" destOrd="0" presId="urn:microsoft.com/office/officeart/2005/8/layout/cycle2"/>
    <dgm:cxn modelId="{7AB1EECB-54B2-1D4D-AE3F-56FCEBB69C0A}" srcId="{089D7890-CD40-964E-8403-85CA084D863E}" destId="{6E5B954A-E79E-D94F-A630-97B1AB453C73}" srcOrd="2" destOrd="0" parTransId="{2A3B804D-3976-2145-AD60-7ABF9D570EFE}" sibTransId="{0F4DFD2C-D062-7347-9C62-E6F8F2E54050}"/>
    <dgm:cxn modelId="{833967D5-3B86-A644-BEFC-BF4264321FD7}" type="presOf" srcId="{AEF641CF-EDB4-994D-9C37-B85A3FE1FE94}" destId="{A6A13265-9A83-0941-8A69-CA9473C5C990}" srcOrd="0" destOrd="0" presId="urn:microsoft.com/office/officeart/2005/8/layout/cycle2"/>
    <dgm:cxn modelId="{CAA6C7F5-04BF-484C-9118-F5307C79E748}" type="presOf" srcId="{0F4DFD2C-D062-7347-9C62-E6F8F2E54050}" destId="{EA23DF9C-DEDC-054A-8C86-588524D8B2D4}" srcOrd="0" destOrd="0" presId="urn:microsoft.com/office/officeart/2005/8/layout/cycle2"/>
    <dgm:cxn modelId="{7A7FB4C8-3EC6-484C-8087-3CB12B45E50C}" type="presParOf" srcId="{98615FD0-F9EE-5843-B3F3-F8E1717D4E08}" destId="{A6A13265-9A83-0941-8A69-CA9473C5C990}" srcOrd="0" destOrd="0" presId="urn:microsoft.com/office/officeart/2005/8/layout/cycle2"/>
    <dgm:cxn modelId="{902F7588-7EE9-E548-88AC-547630C6D995}" type="presParOf" srcId="{98615FD0-F9EE-5843-B3F3-F8E1717D4E08}" destId="{159BEB86-BD13-6143-9CF2-E446450232BB}" srcOrd="1" destOrd="0" presId="urn:microsoft.com/office/officeart/2005/8/layout/cycle2"/>
    <dgm:cxn modelId="{E7569E7E-B11E-B543-B3C6-4DC812F356E7}" type="presParOf" srcId="{159BEB86-BD13-6143-9CF2-E446450232BB}" destId="{F317021F-1FAE-4048-AED1-773109C6D55C}" srcOrd="0" destOrd="0" presId="urn:microsoft.com/office/officeart/2005/8/layout/cycle2"/>
    <dgm:cxn modelId="{F9F63F2D-1418-D543-8C76-2CCAD758AB49}" type="presParOf" srcId="{98615FD0-F9EE-5843-B3F3-F8E1717D4E08}" destId="{4549A2AF-7044-7149-938F-68C0EF5AC234}" srcOrd="2" destOrd="0" presId="urn:microsoft.com/office/officeart/2005/8/layout/cycle2"/>
    <dgm:cxn modelId="{8457D7D1-A046-A44C-872A-D330F5E4B37F}" type="presParOf" srcId="{98615FD0-F9EE-5843-B3F3-F8E1717D4E08}" destId="{FB21A069-3DBC-0E46-93C0-FC7F66CDCF1C}" srcOrd="3" destOrd="0" presId="urn:microsoft.com/office/officeart/2005/8/layout/cycle2"/>
    <dgm:cxn modelId="{9FF0B217-DFDE-E44D-B5AA-F9EB7FB625BF}" type="presParOf" srcId="{FB21A069-3DBC-0E46-93C0-FC7F66CDCF1C}" destId="{31A7B9B0-C563-6848-9A3F-997CD293B75D}" srcOrd="0" destOrd="0" presId="urn:microsoft.com/office/officeart/2005/8/layout/cycle2"/>
    <dgm:cxn modelId="{F774A243-7C1A-174C-8F92-B3842955BA4A}" type="presParOf" srcId="{98615FD0-F9EE-5843-B3F3-F8E1717D4E08}" destId="{B72E16BC-B33D-1A46-884D-C4C36C5BEA39}" srcOrd="4" destOrd="0" presId="urn:microsoft.com/office/officeart/2005/8/layout/cycle2"/>
    <dgm:cxn modelId="{E0AB7413-6EC9-E847-9218-8949BC3414EC}" type="presParOf" srcId="{98615FD0-F9EE-5843-B3F3-F8E1717D4E08}" destId="{EA23DF9C-DEDC-054A-8C86-588524D8B2D4}" srcOrd="5" destOrd="0" presId="urn:microsoft.com/office/officeart/2005/8/layout/cycle2"/>
    <dgm:cxn modelId="{F3E33666-3D68-B04C-8B34-1ACBA2B0FF84}" type="presParOf" srcId="{EA23DF9C-DEDC-054A-8C86-588524D8B2D4}" destId="{AC74E509-B271-8448-A015-9CEB20396B28}" srcOrd="0" destOrd="0" presId="urn:microsoft.com/office/officeart/2005/8/layout/cycle2"/>
    <dgm:cxn modelId="{051D0FD6-76AD-904C-9276-A4067BC6D7B6}" type="presParOf" srcId="{98615FD0-F9EE-5843-B3F3-F8E1717D4E08}" destId="{013E14D6-E77A-4B44-B473-80D007E57407}" srcOrd="6" destOrd="0" presId="urn:microsoft.com/office/officeart/2005/8/layout/cycle2"/>
    <dgm:cxn modelId="{099D040B-AF12-2246-BCC6-9A47365234C4}" type="presParOf" srcId="{98615FD0-F9EE-5843-B3F3-F8E1717D4E08}" destId="{B1EDCB30-2E11-EC43-B770-C98830C6533C}" srcOrd="7" destOrd="0" presId="urn:microsoft.com/office/officeart/2005/8/layout/cycle2"/>
    <dgm:cxn modelId="{6DF724A2-140A-E343-A306-CDCA6EE84585}" type="presParOf" srcId="{B1EDCB30-2E11-EC43-B770-C98830C6533C}" destId="{AFCFE977-F4BE-6947-9910-AE0298623B39}" srcOrd="0" destOrd="0" presId="urn:microsoft.com/office/officeart/2005/8/layout/cycle2"/>
    <dgm:cxn modelId="{8859C6BD-EE07-4640-B4BF-F97D64CD6924}" type="presParOf" srcId="{98615FD0-F9EE-5843-B3F3-F8E1717D4E08}" destId="{1879530C-7133-294A-8A3F-EF75B7EEB524}" srcOrd="8" destOrd="0" presId="urn:microsoft.com/office/officeart/2005/8/layout/cycle2"/>
    <dgm:cxn modelId="{FC14574F-BBD8-F34A-B70F-D585BADF10A6}" type="presParOf" srcId="{98615FD0-F9EE-5843-B3F3-F8E1717D4E08}" destId="{2091EAC6-88C9-3B49-9F79-344312117FA4}" srcOrd="9" destOrd="0" presId="urn:microsoft.com/office/officeart/2005/8/layout/cycle2"/>
    <dgm:cxn modelId="{10DF70AC-56AE-9347-A3BC-E1DEAECD3C2E}" type="presParOf" srcId="{2091EAC6-88C9-3B49-9F79-344312117FA4}" destId="{82F43B12-516C-1849-B4A9-37B411881573}" srcOrd="0" destOrd="0" presId="urn:microsoft.com/office/officeart/2005/8/layout/cycle2"/>
    <dgm:cxn modelId="{7F9C992E-7C35-0147-B86A-C2CF2F552A6A}" type="presParOf" srcId="{98615FD0-F9EE-5843-B3F3-F8E1717D4E08}" destId="{2BB461E5-ACFA-B748-8251-BF44BBBDE01E}" srcOrd="10" destOrd="0" presId="urn:microsoft.com/office/officeart/2005/8/layout/cycle2"/>
    <dgm:cxn modelId="{26214C07-277A-1142-906E-E8C6A1C5CBCA}" type="presParOf" srcId="{98615FD0-F9EE-5843-B3F3-F8E1717D4E08}" destId="{1390F1AD-88B1-2D42-923E-E525362F4A88}" srcOrd="11" destOrd="0" presId="urn:microsoft.com/office/officeart/2005/8/layout/cycle2"/>
    <dgm:cxn modelId="{F42A6698-89A7-DE4A-9AC9-AB25CF5A1375}" type="presParOf" srcId="{1390F1AD-88B1-2D42-923E-E525362F4A88}" destId="{708A20E2-746E-E247-9499-7CDC06048C97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A13265-9A83-0941-8A69-CA9473C5C990}">
      <dsp:nvSpPr>
        <dsp:cNvPr id="0" name=""/>
        <dsp:cNvSpPr/>
      </dsp:nvSpPr>
      <dsp:spPr>
        <a:xfrm>
          <a:off x="1582136" y="233450"/>
          <a:ext cx="590192" cy="5901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</a:p>
      </dsp:txBody>
      <dsp:txXfrm>
        <a:off x="1668568" y="319882"/>
        <a:ext cx="417328" cy="417328"/>
      </dsp:txXfrm>
    </dsp:sp>
    <dsp:sp modelId="{159BEB86-BD13-6143-9CF2-E446450232BB}">
      <dsp:nvSpPr>
        <dsp:cNvPr id="0" name=""/>
        <dsp:cNvSpPr/>
      </dsp:nvSpPr>
      <dsp:spPr>
        <a:xfrm rot="1800000">
          <a:off x="2254971" y="761663"/>
          <a:ext cx="392811" cy="1967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58925" y="786254"/>
        <a:ext cx="333792" cy="118039"/>
      </dsp:txXfrm>
    </dsp:sp>
    <dsp:sp modelId="{4549A2AF-7044-7149-938F-68C0EF5AC234}">
      <dsp:nvSpPr>
        <dsp:cNvPr id="0" name=""/>
        <dsp:cNvSpPr/>
      </dsp:nvSpPr>
      <dsp:spPr>
        <a:xfrm>
          <a:off x="2750132" y="907793"/>
          <a:ext cx="590192" cy="5901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</a:p>
      </dsp:txBody>
      <dsp:txXfrm>
        <a:off x="2836564" y="994225"/>
        <a:ext cx="417328" cy="417328"/>
      </dsp:txXfrm>
    </dsp:sp>
    <dsp:sp modelId="{FB21A069-3DBC-0E46-93C0-FC7F66CDCF1C}">
      <dsp:nvSpPr>
        <dsp:cNvPr id="0" name=""/>
        <dsp:cNvSpPr/>
      </dsp:nvSpPr>
      <dsp:spPr>
        <a:xfrm rot="5400000">
          <a:off x="2848822" y="1767488"/>
          <a:ext cx="392811" cy="1967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78332" y="1777325"/>
        <a:ext cx="333792" cy="118039"/>
      </dsp:txXfrm>
    </dsp:sp>
    <dsp:sp modelId="{B72E16BC-B33D-1A46-884D-C4C36C5BEA39}">
      <dsp:nvSpPr>
        <dsp:cNvPr id="0" name=""/>
        <dsp:cNvSpPr/>
      </dsp:nvSpPr>
      <dsp:spPr>
        <a:xfrm>
          <a:off x="2750132" y="2256479"/>
          <a:ext cx="590192" cy="5901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</a:t>
          </a:r>
        </a:p>
      </dsp:txBody>
      <dsp:txXfrm>
        <a:off x="2836564" y="2342911"/>
        <a:ext cx="417328" cy="417328"/>
      </dsp:txXfrm>
    </dsp:sp>
    <dsp:sp modelId="{EA23DF9C-DEDC-054A-8C86-588524D8B2D4}">
      <dsp:nvSpPr>
        <dsp:cNvPr id="0" name=""/>
        <dsp:cNvSpPr/>
      </dsp:nvSpPr>
      <dsp:spPr>
        <a:xfrm rot="9000000">
          <a:off x="2274677" y="2784691"/>
          <a:ext cx="392811" cy="1967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329742" y="2809282"/>
        <a:ext cx="333792" cy="118039"/>
      </dsp:txXfrm>
    </dsp:sp>
    <dsp:sp modelId="{013E14D6-E77A-4B44-B473-80D007E57407}">
      <dsp:nvSpPr>
        <dsp:cNvPr id="0" name=""/>
        <dsp:cNvSpPr/>
      </dsp:nvSpPr>
      <dsp:spPr>
        <a:xfrm>
          <a:off x="1582136" y="2930821"/>
          <a:ext cx="590192" cy="5901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</a:t>
          </a:r>
        </a:p>
      </dsp:txBody>
      <dsp:txXfrm>
        <a:off x="1668568" y="3017253"/>
        <a:ext cx="417328" cy="417328"/>
      </dsp:txXfrm>
    </dsp:sp>
    <dsp:sp modelId="{B1EDCB30-2E11-EC43-B770-C98830C6533C}">
      <dsp:nvSpPr>
        <dsp:cNvPr id="0" name=""/>
        <dsp:cNvSpPr/>
      </dsp:nvSpPr>
      <dsp:spPr>
        <a:xfrm rot="12600000">
          <a:off x="1106681" y="2796069"/>
          <a:ext cx="392811" cy="1967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161746" y="2850170"/>
        <a:ext cx="333792" cy="118039"/>
      </dsp:txXfrm>
    </dsp:sp>
    <dsp:sp modelId="{1879530C-7133-294A-8A3F-EF75B7EEB524}">
      <dsp:nvSpPr>
        <dsp:cNvPr id="0" name=""/>
        <dsp:cNvSpPr/>
      </dsp:nvSpPr>
      <dsp:spPr>
        <a:xfrm>
          <a:off x="414140" y="2256479"/>
          <a:ext cx="590192" cy="5901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</a:t>
          </a:r>
        </a:p>
      </dsp:txBody>
      <dsp:txXfrm>
        <a:off x="500572" y="2342911"/>
        <a:ext cx="417328" cy="417328"/>
      </dsp:txXfrm>
    </dsp:sp>
    <dsp:sp modelId="{2091EAC6-88C9-3B49-9F79-344312117FA4}">
      <dsp:nvSpPr>
        <dsp:cNvPr id="0" name=""/>
        <dsp:cNvSpPr/>
      </dsp:nvSpPr>
      <dsp:spPr>
        <a:xfrm rot="16200000">
          <a:off x="512830" y="1790243"/>
          <a:ext cx="392811" cy="1967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2340" y="1859099"/>
        <a:ext cx="333792" cy="118039"/>
      </dsp:txXfrm>
    </dsp:sp>
    <dsp:sp modelId="{2BB461E5-ACFA-B748-8251-BF44BBBDE01E}">
      <dsp:nvSpPr>
        <dsp:cNvPr id="0" name=""/>
        <dsp:cNvSpPr/>
      </dsp:nvSpPr>
      <dsp:spPr>
        <a:xfrm>
          <a:off x="414140" y="907793"/>
          <a:ext cx="590192" cy="590192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6</a:t>
          </a:r>
        </a:p>
      </dsp:txBody>
      <dsp:txXfrm>
        <a:off x="500572" y="994225"/>
        <a:ext cx="417328" cy="417328"/>
      </dsp:txXfrm>
    </dsp:sp>
    <dsp:sp modelId="{1390F1AD-88B1-2D42-923E-E525362F4A88}">
      <dsp:nvSpPr>
        <dsp:cNvPr id="0" name=""/>
        <dsp:cNvSpPr/>
      </dsp:nvSpPr>
      <dsp:spPr>
        <a:xfrm rot="19800000">
          <a:off x="1086975" y="773040"/>
          <a:ext cx="392811" cy="196731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90929" y="827141"/>
        <a:ext cx="333792" cy="118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96CFA2-BF19-4CDA-A7BB-50F7C133BFFE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5591D-8FC7-4045-8319-87196243F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6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29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403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CFD2B-BF0F-3CF6-4705-677E4F21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54448-1341-F108-89A4-F880CDF66E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99F54-9D94-444B-0309-EA7A7DDB3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7F0E5-D73F-B52C-2808-9180D3E3B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86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747A4-F5B5-9E71-71DD-311394F1C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B0153-6E02-4DD3-51EA-B0A41F877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D91383-3A8C-7A53-3388-9BF5329F5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7D250-D92B-8FAF-07EB-F48475225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0812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45BFC-0753-E996-3DF1-CD433590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07AC70-CB2F-5734-7DF0-BF98E832F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4796A-020B-0F61-7EBC-1B3BD6991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5BCBB-43FA-6192-5C67-0F779F2C5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23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EACE-5C97-6F2F-134F-7D482803F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888BB7-D3EC-92D0-0BA0-CABB8B061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5EE2C-83B2-7A0D-0B73-470BA7568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D38B5-0F06-9B79-8982-58DE16F9C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01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D1168-7219-EB50-58FC-698C4F26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2A13E-4C2D-6B88-7E01-E3D08FB66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6967-00CD-F621-C694-D684ABCE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C89DF-3EA6-1618-63C6-E57564178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335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73BEC-9B05-22AC-FA26-35FA5C24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34F05-04C4-5B24-E5E5-DAA93BCCD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80FAA5-6E4B-921A-248B-1488D7315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28DDA-C61D-B13D-F6E7-1682F6BF5D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23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DAE79-1EB0-AAB3-7743-4E3924F21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D1901-10E3-8322-ED14-1A8DF3B89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BAD9B-CA77-2DE2-33BE-139A43A5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D3D78-52B1-DBF9-A474-445AB7A1E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493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B508-5DA5-E354-99F0-01FA4F7F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90D54-AC48-16EA-2F65-D4B1E412A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A1528-95FC-B381-FE5E-B864D8B80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D69C4-03F4-8F6E-37B2-CE213EC5A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72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EA643-E6C7-2AC3-A7C9-0DE40126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CA2E05-A0CA-4996-DCB3-90060ED6D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B6409-B041-4F66-8715-AB2EEC2A7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30E7E-E092-F48A-B89B-17F426B397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807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2DF4-9364-5427-012C-60E5B0F4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6FD62-E1CD-26C2-1516-432EF3E44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443B1-5372-D805-1F50-E36863900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20384-EB05-4CD9-C389-1E37F3BF3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A5591D-8FC7-4045-8319-87196243F3F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585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228CF-389F-6095-A261-CFF983773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82883-EF29-557B-2D84-14B3ABDE66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B2B56-FCDE-507E-F6FD-3D88AD7A5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038434-8B75-F471-1858-E1539789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3C67-6013-FC03-CE36-2FF76A6F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59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CB33-1FF5-CEAD-6CE5-A5A7E150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C0D10-9926-D26A-736F-9340D958F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62BD9-82AE-F372-584B-F44ACE845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2000-588E-4114-57E5-657C8FE6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001A6-7686-3E0F-F532-385DD220F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86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C7E14-54C3-6726-C531-9AD932A9C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35784-D18F-6CC4-6E7A-980A6166A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13E49-B558-2009-A5CE-F3FF9F95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77D08-8D33-6D04-C9C7-9609FA2EF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24310-1AB1-36D4-9603-FD2CBA73C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4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8FC9E-BE97-8002-74D6-63771761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17B3-70EC-E758-AC53-3286AA846E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AAB40-2DD5-7080-FEC7-2E6FD0EB0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0C593-349E-1A1F-A969-D97A695A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B9EA8-CCF2-C0D3-F34B-2FA18E957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A7691-9D03-4851-E4D6-0669128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0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D485E-A22D-179C-EFEC-F6B982F32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0DDED-31C9-2E68-1267-8F9F48D45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BF191-FFEA-6424-A094-58C8B82A6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CD46E-0CC4-5307-00EC-E0E3B78C54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EDCD28-FA9C-0678-2733-427C6FDE9C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3AFA50-9471-9336-A500-4E432C963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ED367D-0F56-6EE1-FC23-422490D7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8A38B-7AFE-E518-492B-B12C63B5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14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46DC-91AD-0874-CF0E-9E3B3E367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A65128-4B7F-BC14-D65F-0A5432B98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2DF16-61A3-0A8A-9575-E8B81793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1A1EE-BB75-D9C7-4B8D-03CC229F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49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D2AE6D-3CCE-032B-0A21-BFA66526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B0E415-4E02-6857-7D2E-5EB9C90C8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B4D20-D724-BEC6-2C4D-C8C8D22FA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58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693EA-AE91-E9AB-CDD2-912E1CEC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1B2CB-B5F5-A8BF-D6F0-E572134BD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057AA-208C-4314-36D5-E5E59985B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A1337-5664-941B-AA2C-080909E4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B985F-BCC6-1943-2EF3-BA5DFB22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6A31C-0460-EB36-82F5-945E019E9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023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DCDFF-63CD-B947-CDB3-80490E811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16C3E-7E5C-E627-EE50-EC5C8AB3FC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E46196-5F66-1E93-2CC1-364F8248A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8F313-C92E-1D6A-38C3-89C2681E4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A2BDB-D59F-5EF3-3F9C-E78B5DE7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C5F4B-E256-ED96-CFC3-8CBBF73A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580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36408-69E5-7DD4-BC99-20F1FB1A8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D467D3-EED6-9AAA-340E-EABDECE4E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0D87BE-DD39-D0FA-31A9-AC21621F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68E96-457B-F724-A7DE-46864FCA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EBD34-625F-04C4-6D3A-6DE91D353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603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BC69CB-B287-36BD-8361-B9AAD52BC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EFE83-D47A-55A4-84DB-9E94119B19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590B8-8EC6-73AE-95F9-632428A8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12C0-CA4F-31A5-5031-2F7420E98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7412D-472F-AE4C-EEA2-4F2B3623D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04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circle with black text&#10;&#10;AI-generated content may be incorrect.">
            <a:extLst>
              <a:ext uri="{FF2B5EF4-FFF2-40B4-BE49-F238E27FC236}">
                <a16:creationId xmlns:a16="http://schemas.microsoft.com/office/drawing/2014/main" id="{64CBB776-4BEC-9FAD-C41F-53A6A3F5C1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184361" cy="835583"/>
          </a:xfrm>
          <a:prstGeom prst="rect">
            <a:avLst/>
          </a:prstGeom>
        </p:spPr>
      </p:pic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11472533" y="6120400"/>
            <a:ext cx="719600" cy="7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Raleway Thin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733" b="0" i="0" u="none" strike="noStrike" cap="none">
                <a:solidFill>
                  <a:srgbClr val="FFB600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fld id="{B446B2FC-BDAF-434F-A36C-1F2F7069A7B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Google Shape;152;p18">
            <a:extLst>
              <a:ext uri="{FF2B5EF4-FFF2-40B4-BE49-F238E27FC236}">
                <a16:creationId xmlns:a16="http://schemas.microsoft.com/office/drawing/2014/main" id="{9FAE219A-8DE5-42DE-A01F-4796BBAC20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0597" y="365760"/>
            <a:ext cx="10941804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50799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5000" b="1" i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9170" lvl="1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2pPr>
            <a:lvl3pPr marL="1828754" lvl="2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3pPr>
            <a:lvl4pPr marL="2438339" lvl="3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4pPr>
            <a:lvl5pPr marL="3047924" lvl="4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5pPr>
            <a:lvl6pPr marL="3657509" lvl="5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6pPr>
            <a:lvl7pPr marL="4267093" lvl="6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7pPr>
            <a:lvl8pPr marL="4876678" lvl="7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8pPr>
            <a:lvl9pPr marL="5486263" lvl="8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Google Shape;152;p18">
            <a:extLst>
              <a:ext uri="{FF2B5EF4-FFF2-40B4-BE49-F238E27FC236}">
                <a16:creationId xmlns:a16="http://schemas.microsoft.com/office/drawing/2014/main" id="{D78E7B8F-9E53-45F7-BF5B-C0DEC1DF7D80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495947" y="1178560"/>
            <a:ext cx="11200109" cy="531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07999" lvl="0" indent="-4572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C000"/>
              </a:buClr>
              <a:buSzPct val="100000"/>
              <a:buFont typeface="Wingdings" panose="05000000000000000000" pitchFamily="2" charset="2"/>
              <a:buChar char="Ø"/>
              <a:defRPr sz="2700" i="0">
                <a:ln>
                  <a:noFill/>
                </a:ln>
                <a:solidFill>
                  <a:srgbClr val="434343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219170" lvl="1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2pPr>
            <a:lvl3pPr marL="1828754" lvl="2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3pPr>
            <a:lvl4pPr marL="2438339" lvl="3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4pPr>
            <a:lvl5pPr marL="3047924" lvl="4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5pPr>
            <a:lvl6pPr marL="3657509" lvl="5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6pPr>
            <a:lvl7pPr marL="4267093" lvl="6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sz="4000" i="1">
                <a:solidFill>
                  <a:srgbClr val="434343"/>
                </a:solidFill>
              </a:defRPr>
            </a:lvl7pPr>
            <a:lvl8pPr marL="4876678" lvl="7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sz="4000" i="1">
                <a:solidFill>
                  <a:srgbClr val="434343"/>
                </a:solidFill>
              </a:defRPr>
            </a:lvl8pPr>
            <a:lvl9pPr marL="5486263" lvl="8" indent="-55878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sz="4000" i="1"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0834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75235C-6C47-02C0-71B6-C9EEEE27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3FFC9-7C4D-BBB7-6D33-FC2A8594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1434-5B3A-E14F-D2C1-EC578561F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AB1B1-5101-4D17-9C57-70FC947D0ECF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7886B-9448-47D7-E632-266AED4FF5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6A2F7-8A1B-43EC-3955-9674C932F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1C4B5F-EB9B-43DA-A1EE-48E9ADD96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6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openxmlformats.org/officeDocument/2006/relationships/image" Target="../media/image6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0.png"/><Relationship Id="rId4" Type="http://schemas.openxmlformats.org/officeDocument/2006/relationships/image" Target="../media/image5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6.png"/><Relationship Id="rId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0.png"/><Relationship Id="rId5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70.png"/><Relationship Id="rId4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5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5" Type="http://schemas.openxmlformats.org/officeDocument/2006/relationships/image" Target="../media/image2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svg"/><Relationship Id="rId1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6EC3449-2862-70E0-0D3E-A0CDCD917DA4}"/>
              </a:ext>
            </a:extLst>
          </p:cNvPr>
          <p:cNvSpPr/>
          <p:nvPr/>
        </p:nvSpPr>
        <p:spPr>
          <a:xfrm>
            <a:off x="2206293" y="2741703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4BF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7F2F8F-8E56-4DCC-978E-57AFBE4F6720}"/>
              </a:ext>
            </a:extLst>
          </p:cNvPr>
          <p:cNvSpPr/>
          <p:nvPr/>
        </p:nvSpPr>
        <p:spPr>
          <a:xfrm>
            <a:off x="1793665" y="3069507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EC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43F498-F3EA-BC47-F477-F5EE22B92E38}"/>
              </a:ext>
            </a:extLst>
          </p:cNvPr>
          <p:cNvSpPr/>
          <p:nvPr/>
        </p:nvSpPr>
        <p:spPr>
          <a:xfrm>
            <a:off x="2618921" y="3069507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ECB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A2992C-D0E3-0018-1A82-75302B5905B6}"/>
              </a:ext>
            </a:extLst>
          </p:cNvPr>
          <p:cNvCxnSpPr>
            <a:cxnSpLocks/>
            <a:stCxn id="5" idx="7"/>
            <a:endCxn id="4" idx="3"/>
          </p:cNvCxnSpPr>
          <p:nvPr/>
        </p:nvCxnSpPr>
        <p:spPr>
          <a:xfrm flipV="1">
            <a:off x="1966194" y="2897801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CA81AE-40F3-814A-FE46-1EB28A650D4D}"/>
              </a:ext>
            </a:extLst>
          </p:cNvPr>
          <p:cNvCxnSpPr>
            <a:cxnSpLocks/>
            <a:stCxn id="6" idx="1"/>
            <a:endCxn id="4" idx="5"/>
          </p:cNvCxnSpPr>
          <p:nvPr/>
        </p:nvCxnSpPr>
        <p:spPr>
          <a:xfrm flipH="1" flipV="1">
            <a:off x="2378822" y="2897801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C1F3A7F5-0275-2418-8DD6-AE6BA2611618}"/>
              </a:ext>
            </a:extLst>
          </p:cNvPr>
          <p:cNvSpPr/>
          <p:nvPr/>
        </p:nvSpPr>
        <p:spPr>
          <a:xfrm>
            <a:off x="1411578" y="2139701"/>
            <a:ext cx="1791559" cy="1754156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F723FD-FF2B-550B-4903-222A36070C02}"/>
              </a:ext>
            </a:extLst>
          </p:cNvPr>
          <p:cNvSpPr txBox="1"/>
          <p:nvPr/>
        </p:nvSpPr>
        <p:spPr>
          <a:xfrm>
            <a:off x="1489544" y="2219587"/>
            <a:ext cx="86996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9C247F-0D33-2B48-10CB-37939B79027D}"/>
              </a:ext>
            </a:extLst>
          </p:cNvPr>
          <p:cNvSpPr/>
          <p:nvPr/>
        </p:nvSpPr>
        <p:spPr>
          <a:xfrm>
            <a:off x="4602049" y="2741802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6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3573FFF-1848-9C24-537E-EC226A7CEA3B}"/>
              </a:ext>
            </a:extLst>
          </p:cNvPr>
          <p:cNvSpPr/>
          <p:nvPr/>
        </p:nvSpPr>
        <p:spPr>
          <a:xfrm>
            <a:off x="4189421" y="3069606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6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011B419-A70D-0D65-3697-4A9D689D97B0}"/>
              </a:ext>
            </a:extLst>
          </p:cNvPr>
          <p:cNvSpPr/>
          <p:nvPr/>
        </p:nvSpPr>
        <p:spPr>
          <a:xfrm>
            <a:off x="5014677" y="3069606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6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349D987-CB32-B6FD-590B-AD8C0C1CFC6A}"/>
              </a:ext>
            </a:extLst>
          </p:cNvPr>
          <p:cNvCxnSpPr>
            <a:cxnSpLocks/>
            <a:stCxn id="51" idx="7"/>
            <a:endCxn id="50" idx="3"/>
          </p:cNvCxnSpPr>
          <p:nvPr/>
        </p:nvCxnSpPr>
        <p:spPr>
          <a:xfrm flipV="1">
            <a:off x="4361950" y="2897900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9F5353D-42C1-46F5-70B3-9AC697C6DFA4}"/>
              </a:ext>
            </a:extLst>
          </p:cNvPr>
          <p:cNvCxnSpPr>
            <a:cxnSpLocks/>
            <a:stCxn id="52" idx="1"/>
            <a:endCxn id="50" idx="5"/>
          </p:cNvCxnSpPr>
          <p:nvPr/>
        </p:nvCxnSpPr>
        <p:spPr>
          <a:xfrm flipH="1" flipV="1">
            <a:off x="4774578" y="2897900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B14E3D3C-78F3-C499-E010-F25730D54425}"/>
              </a:ext>
            </a:extLst>
          </p:cNvPr>
          <p:cNvSpPr/>
          <p:nvPr/>
        </p:nvSpPr>
        <p:spPr>
          <a:xfrm>
            <a:off x="3906183" y="3448426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DC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32550FE-32CB-006B-1F81-2EF5041D05EC}"/>
              </a:ext>
            </a:extLst>
          </p:cNvPr>
          <p:cNvSpPr/>
          <p:nvPr/>
        </p:nvSpPr>
        <p:spPr>
          <a:xfrm>
            <a:off x="4472659" y="3448426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DC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6285BC8-1435-C774-0CFA-AB3DE8C17359}"/>
              </a:ext>
            </a:extLst>
          </p:cNvPr>
          <p:cNvCxnSpPr>
            <a:cxnSpLocks/>
            <a:stCxn id="55" idx="7"/>
            <a:endCxn id="51" idx="3"/>
          </p:cNvCxnSpPr>
          <p:nvPr/>
        </p:nvCxnSpPr>
        <p:spPr>
          <a:xfrm flipV="1">
            <a:off x="4078712" y="3225704"/>
            <a:ext cx="140310" cy="2495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7D8FFEE-9935-595E-6A59-1A6085C69740}"/>
              </a:ext>
            </a:extLst>
          </p:cNvPr>
          <p:cNvCxnSpPr>
            <a:cxnSpLocks/>
            <a:stCxn id="56" idx="1"/>
            <a:endCxn id="51" idx="5"/>
          </p:cNvCxnSpPr>
          <p:nvPr/>
        </p:nvCxnSpPr>
        <p:spPr>
          <a:xfrm flipH="1" flipV="1">
            <a:off x="4361950" y="3225704"/>
            <a:ext cx="140310" cy="2495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>
            <a:extLst>
              <a:ext uri="{FF2B5EF4-FFF2-40B4-BE49-F238E27FC236}">
                <a16:creationId xmlns:a16="http://schemas.microsoft.com/office/drawing/2014/main" id="{5F1C2C41-64F8-21F2-4D88-73F08105714B}"/>
              </a:ext>
            </a:extLst>
          </p:cNvPr>
          <p:cNvSpPr/>
          <p:nvPr/>
        </p:nvSpPr>
        <p:spPr>
          <a:xfrm>
            <a:off x="4736510" y="3448426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DC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6FFC546-08CD-96DD-EE38-6C51C8301BDC}"/>
              </a:ext>
            </a:extLst>
          </p:cNvPr>
          <p:cNvSpPr/>
          <p:nvPr/>
        </p:nvSpPr>
        <p:spPr>
          <a:xfrm>
            <a:off x="5302986" y="3448426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DC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911CFD3-2223-32A1-D4F6-1A89F17B72E4}"/>
              </a:ext>
            </a:extLst>
          </p:cNvPr>
          <p:cNvCxnSpPr>
            <a:cxnSpLocks/>
            <a:stCxn id="62" idx="7"/>
            <a:endCxn id="52" idx="3"/>
          </p:cNvCxnSpPr>
          <p:nvPr/>
        </p:nvCxnSpPr>
        <p:spPr>
          <a:xfrm flipV="1">
            <a:off x="4909039" y="3225704"/>
            <a:ext cx="135239" cy="2495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3D1048D-428C-6C32-8966-F86AA91AE680}"/>
              </a:ext>
            </a:extLst>
          </p:cNvPr>
          <p:cNvCxnSpPr>
            <a:cxnSpLocks/>
            <a:stCxn id="63" idx="1"/>
            <a:endCxn id="52" idx="5"/>
          </p:cNvCxnSpPr>
          <p:nvPr/>
        </p:nvCxnSpPr>
        <p:spPr>
          <a:xfrm flipH="1" flipV="1">
            <a:off x="5187206" y="3225704"/>
            <a:ext cx="145381" cy="2495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ABF43487-7A17-175A-1130-0A3A5B93C00F}"/>
              </a:ext>
            </a:extLst>
          </p:cNvPr>
          <p:cNvSpPr/>
          <p:nvPr/>
        </p:nvSpPr>
        <p:spPr>
          <a:xfrm>
            <a:off x="3807334" y="2139800"/>
            <a:ext cx="1791559" cy="1754156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8D6A2B0-85D3-DE54-4DE5-7D5B02FC6790}"/>
              </a:ext>
            </a:extLst>
          </p:cNvPr>
          <p:cNvSpPr txBox="1"/>
          <p:nvPr/>
        </p:nvSpPr>
        <p:spPr>
          <a:xfrm>
            <a:off x="3870716" y="2219686"/>
            <a:ext cx="933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018FFA1-29FB-91A0-7636-1FD4EB987D85}"/>
              </a:ext>
            </a:extLst>
          </p:cNvPr>
          <p:cNvSpPr txBox="1"/>
          <p:nvPr/>
        </p:nvSpPr>
        <p:spPr>
          <a:xfrm>
            <a:off x="3285804" y="2846125"/>
            <a:ext cx="43814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8E21EAF-DE05-91B7-6FB8-5B787DF124C6}"/>
              </a:ext>
            </a:extLst>
          </p:cNvPr>
          <p:cNvSpPr txBox="1"/>
          <p:nvPr/>
        </p:nvSpPr>
        <p:spPr>
          <a:xfrm>
            <a:off x="2697513" y="1118790"/>
            <a:ext cx="1496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32868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2400" b="1" dirty="0">
              <a:solidFill>
                <a:srgbClr val="32868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3B9DA9F-A808-A459-ABDA-FF229345C119}"/>
              </a:ext>
            </a:extLst>
          </p:cNvPr>
          <p:cNvSpPr txBox="1"/>
          <p:nvPr/>
        </p:nvSpPr>
        <p:spPr>
          <a:xfrm>
            <a:off x="3081384" y="4168600"/>
            <a:ext cx="91512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238C560-6BFF-D828-0DFA-8CECE4BAF988}"/>
              </a:ext>
            </a:extLst>
          </p:cNvPr>
          <p:cNvCxnSpPr>
            <a:cxnSpLocks/>
          </p:cNvCxnSpPr>
          <p:nvPr/>
        </p:nvCxnSpPr>
        <p:spPr>
          <a:xfrm>
            <a:off x="2513672" y="3965786"/>
            <a:ext cx="587784" cy="295417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8F1B9EB-7C0C-7955-A7E9-E95197232C08}"/>
              </a:ext>
            </a:extLst>
          </p:cNvPr>
          <p:cNvCxnSpPr>
            <a:cxnSpLocks/>
          </p:cNvCxnSpPr>
          <p:nvPr/>
        </p:nvCxnSpPr>
        <p:spPr>
          <a:xfrm flipH="1">
            <a:off x="3906183" y="3946018"/>
            <a:ext cx="640434" cy="31518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36F0EFC0-849E-D732-DD62-486C5B518552}"/>
              </a:ext>
            </a:extLst>
          </p:cNvPr>
          <p:cNvCxnSpPr>
            <a:cxnSpLocks/>
          </p:cNvCxnSpPr>
          <p:nvPr/>
        </p:nvCxnSpPr>
        <p:spPr>
          <a:xfrm>
            <a:off x="6136668" y="1710593"/>
            <a:ext cx="0" cy="3030222"/>
          </a:xfrm>
          <a:prstGeom prst="line">
            <a:avLst/>
          </a:prstGeom>
          <a:ln>
            <a:solidFill>
              <a:srgbClr val="A1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DEAE796C-71D5-0919-BBCA-607DF7A6AA81}"/>
              </a:ext>
            </a:extLst>
          </p:cNvPr>
          <p:cNvSpPr/>
          <p:nvPr/>
        </p:nvSpPr>
        <p:spPr>
          <a:xfrm>
            <a:off x="7442483" y="2741604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6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FB03BAB5-C8EF-D3FE-91D7-30C0B7C72988}"/>
              </a:ext>
            </a:extLst>
          </p:cNvPr>
          <p:cNvSpPr/>
          <p:nvPr/>
        </p:nvSpPr>
        <p:spPr>
          <a:xfrm>
            <a:off x="7029855" y="3069408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DC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E13748B-1730-721B-62B0-F76F7AE14CC5}"/>
              </a:ext>
            </a:extLst>
          </p:cNvPr>
          <p:cNvSpPr/>
          <p:nvPr/>
        </p:nvSpPr>
        <p:spPr>
          <a:xfrm>
            <a:off x="7855111" y="3069408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DC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DF8EF389-C303-E94C-CBB0-98B5FAACC24D}"/>
              </a:ext>
            </a:extLst>
          </p:cNvPr>
          <p:cNvCxnSpPr>
            <a:cxnSpLocks/>
            <a:stCxn id="99" idx="7"/>
            <a:endCxn id="98" idx="3"/>
          </p:cNvCxnSpPr>
          <p:nvPr/>
        </p:nvCxnSpPr>
        <p:spPr>
          <a:xfrm flipV="1">
            <a:off x="7202384" y="2897702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5E4B9080-333A-6FB0-FD30-C952C24B0F37}"/>
              </a:ext>
            </a:extLst>
          </p:cNvPr>
          <p:cNvCxnSpPr>
            <a:cxnSpLocks/>
            <a:stCxn id="100" idx="1"/>
            <a:endCxn id="98" idx="5"/>
          </p:cNvCxnSpPr>
          <p:nvPr/>
        </p:nvCxnSpPr>
        <p:spPr>
          <a:xfrm flipH="1" flipV="1">
            <a:off x="7615012" y="2897702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69EFF81A-21E7-2BC4-7E73-72CDAE9EBD83}"/>
              </a:ext>
            </a:extLst>
          </p:cNvPr>
          <p:cNvSpPr/>
          <p:nvPr/>
        </p:nvSpPr>
        <p:spPr>
          <a:xfrm>
            <a:off x="6647768" y="2139602"/>
            <a:ext cx="1791559" cy="1754156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FAD8180-8453-51CD-EE66-88962A1E0DA8}"/>
              </a:ext>
            </a:extLst>
          </p:cNvPr>
          <p:cNvSpPr txBox="1"/>
          <p:nvPr/>
        </p:nvSpPr>
        <p:spPr>
          <a:xfrm>
            <a:off x="6725734" y="2219488"/>
            <a:ext cx="8699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1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FF715384-6E05-2716-A1ED-74995A552D17}"/>
              </a:ext>
            </a:extLst>
          </p:cNvPr>
          <p:cNvSpPr/>
          <p:nvPr/>
        </p:nvSpPr>
        <p:spPr>
          <a:xfrm>
            <a:off x="9838239" y="2741703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6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30631F41-F659-A1E6-1C87-DC45F062D00B}"/>
              </a:ext>
            </a:extLst>
          </p:cNvPr>
          <p:cNvSpPr/>
          <p:nvPr/>
        </p:nvSpPr>
        <p:spPr>
          <a:xfrm>
            <a:off x="9425611" y="3069507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6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BD2E2D0F-BD10-05B3-3C4A-5177A63E4FE0}"/>
              </a:ext>
            </a:extLst>
          </p:cNvPr>
          <p:cNvSpPr/>
          <p:nvPr/>
        </p:nvSpPr>
        <p:spPr>
          <a:xfrm>
            <a:off x="10250867" y="3069507"/>
            <a:ext cx="202130" cy="182880"/>
          </a:xfrm>
          <a:prstGeom prst="ellipse">
            <a:avLst/>
          </a:prstGeom>
          <a:solidFill>
            <a:srgbClr val="56BEC7"/>
          </a:solidFill>
          <a:ln>
            <a:solidFill>
              <a:srgbClr val="56BE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6FD95976-CAAC-4B62-A951-C727BA3647D9}"/>
              </a:ext>
            </a:extLst>
          </p:cNvPr>
          <p:cNvCxnSpPr>
            <a:cxnSpLocks/>
            <a:stCxn id="107" idx="7"/>
            <a:endCxn id="106" idx="3"/>
          </p:cNvCxnSpPr>
          <p:nvPr/>
        </p:nvCxnSpPr>
        <p:spPr>
          <a:xfrm flipV="1">
            <a:off x="9598140" y="2897801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2ABF40E1-E947-8542-769A-228B56D80D1B}"/>
              </a:ext>
            </a:extLst>
          </p:cNvPr>
          <p:cNvCxnSpPr>
            <a:cxnSpLocks/>
            <a:stCxn id="108" idx="1"/>
            <a:endCxn id="106" idx="5"/>
          </p:cNvCxnSpPr>
          <p:nvPr/>
        </p:nvCxnSpPr>
        <p:spPr>
          <a:xfrm flipH="1" flipV="1">
            <a:off x="10010768" y="2897801"/>
            <a:ext cx="269700" cy="198488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Oval 114">
            <a:extLst>
              <a:ext uri="{FF2B5EF4-FFF2-40B4-BE49-F238E27FC236}">
                <a16:creationId xmlns:a16="http://schemas.microsoft.com/office/drawing/2014/main" id="{381103A0-329F-28F1-27C6-6F27C57C6771}"/>
              </a:ext>
            </a:extLst>
          </p:cNvPr>
          <p:cNvSpPr/>
          <p:nvPr/>
        </p:nvSpPr>
        <p:spPr>
          <a:xfrm>
            <a:off x="9972700" y="3448327"/>
            <a:ext cx="202130" cy="182880"/>
          </a:xfrm>
          <a:prstGeom prst="ellipse">
            <a:avLst/>
          </a:prstGeom>
          <a:solidFill>
            <a:srgbClr val="54BFC7"/>
          </a:solidFill>
          <a:ln>
            <a:solidFill>
              <a:srgbClr val="54BF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F3A22FBD-1965-9999-ABBB-9FBF6B474452}"/>
              </a:ext>
            </a:extLst>
          </p:cNvPr>
          <p:cNvSpPr/>
          <p:nvPr/>
        </p:nvSpPr>
        <p:spPr>
          <a:xfrm>
            <a:off x="10539176" y="3448327"/>
            <a:ext cx="202130" cy="182880"/>
          </a:xfrm>
          <a:prstGeom prst="ellipse">
            <a:avLst/>
          </a:prstGeom>
          <a:solidFill>
            <a:srgbClr val="EDC843"/>
          </a:solidFill>
          <a:ln>
            <a:solidFill>
              <a:srgbClr val="EDC8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E0966630-7E2F-4E3C-DB34-3ED1F4B97AD7}"/>
              </a:ext>
            </a:extLst>
          </p:cNvPr>
          <p:cNvCxnSpPr>
            <a:cxnSpLocks/>
            <a:stCxn id="115" idx="7"/>
            <a:endCxn id="108" idx="3"/>
          </p:cNvCxnSpPr>
          <p:nvPr/>
        </p:nvCxnSpPr>
        <p:spPr>
          <a:xfrm flipV="1">
            <a:off x="10145229" y="3225605"/>
            <a:ext cx="135239" cy="2495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3EFA4CCA-4796-ADF4-EB47-F7677923F854}"/>
              </a:ext>
            </a:extLst>
          </p:cNvPr>
          <p:cNvCxnSpPr>
            <a:cxnSpLocks/>
            <a:stCxn id="116" idx="1"/>
            <a:endCxn id="108" idx="5"/>
          </p:cNvCxnSpPr>
          <p:nvPr/>
        </p:nvCxnSpPr>
        <p:spPr>
          <a:xfrm flipH="1" flipV="1">
            <a:off x="10423396" y="3225605"/>
            <a:ext cx="145381" cy="249504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D3588BA4-EDE4-5E6E-D5AD-C956BAB2C405}"/>
              </a:ext>
            </a:extLst>
          </p:cNvPr>
          <p:cNvSpPr/>
          <p:nvPr/>
        </p:nvSpPr>
        <p:spPr>
          <a:xfrm>
            <a:off x="9043524" y="2139701"/>
            <a:ext cx="1791559" cy="1754156"/>
          </a:xfrm>
          <a:prstGeom prst="roundRect">
            <a:avLst/>
          </a:prstGeom>
          <a:noFill/>
          <a:ln w="25400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DBA4369-46B5-783D-D2F8-97DAB339D7E9}"/>
              </a:ext>
            </a:extLst>
          </p:cNvPr>
          <p:cNvSpPr txBox="1"/>
          <p:nvPr/>
        </p:nvSpPr>
        <p:spPr>
          <a:xfrm>
            <a:off x="9106906" y="2219587"/>
            <a:ext cx="933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0600BAF-0F0B-9088-B505-0DB79174CF59}"/>
              </a:ext>
            </a:extLst>
          </p:cNvPr>
          <p:cNvSpPr txBox="1"/>
          <p:nvPr/>
        </p:nvSpPr>
        <p:spPr>
          <a:xfrm>
            <a:off x="8521994" y="2846026"/>
            <a:ext cx="43814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71712169-BE43-7841-5864-D4A384A4C511}"/>
              </a:ext>
            </a:extLst>
          </p:cNvPr>
          <p:cNvSpPr txBox="1"/>
          <p:nvPr/>
        </p:nvSpPr>
        <p:spPr>
          <a:xfrm>
            <a:off x="7910502" y="1118691"/>
            <a:ext cx="16644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rgbClr val="E8BB1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US" sz="2400" b="1" dirty="0">
              <a:solidFill>
                <a:srgbClr val="E8BB1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02B5A95-31B2-0443-A75B-10B8FAAE34DE}"/>
              </a:ext>
            </a:extLst>
          </p:cNvPr>
          <p:cNvSpPr txBox="1"/>
          <p:nvPr/>
        </p:nvSpPr>
        <p:spPr>
          <a:xfrm>
            <a:off x="8317574" y="4168501"/>
            <a:ext cx="915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9CE7591-B577-A6AF-BBCD-BA66C29B1004}"/>
              </a:ext>
            </a:extLst>
          </p:cNvPr>
          <p:cNvCxnSpPr>
            <a:cxnSpLocks/>
          </p:cNvCxnSpPr>
          <p:nvPr/>
        </p:nvCxnSpPr>
        <p:spPr>
          <a:xfrm>
            <a:off x="7749862" y="3965687"/>
            <a:ext cx="587784" cy="295417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0EAB92EE-5515-5B4E-A0E7-B00C6F0B4904}"/>
              </a:ext>
            </a:extLst>
          </p:cNvPr>
          <p:cNvCxnSpPr>
            <a:cxnSpLocks/>
          </p:cNvCxnSpPr>
          <p:nvPr/>
        </p:nvCxnSpPr>
        <p:spPr>
          <a:xfrm flipH="1">
            <a:off x="9142373" y="3945919"/>
            <a:ext cx="640434" cy="315185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295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C9B2D83-BAFB-BD0F-CDC9-3147AED818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81923"/>
              </p:ext>
            </p:extLst>
          </p:nvPr>
        </p:nvGraphicFramePr>
        <p:xfrm>
          <a:off x="4170180" y="1915135"/>
          <a:ext cx="3600000" cy="36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8E4EB0-54AE-7F66-BF3E-5EA8CC4F33C8}"/>
              </a:ext>
            </a:extLst>
          </p:cNvPr>
          <p:cNvSpPr txBox="1"/>
          <p:nvPr/>
        </p:nvSpPr>
        <p:spPr>
          <a:xfrm>
            <a:off x="5384132" y="1810385"/>
            <a:ext cx="1288693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DCE468-8B3E-3E78-5C15-7FDE0F08C25E}"/>
              </a:ext>
            </a:extLst>
          </p:cNvPr>
          <p:cNvSpPr txBox="1"/>
          <p:nvPr/>
        </p:nvSpPr>
        <p:spPr>
          <a:xfrm>
            <a:off x="7530932" y="2646855"/>
            <a:ext cx="2146759" cy="3385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Similarity 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6FF0BB-6707-EF04-8716-186594C1AA0A}"/>
              </a:ext>
            </a:extLst>
          </p:cNvPr>
          <p:cNvSpPr txBox="1"/>
          <p:nvPr/>
        </p:nvSpPr>
        <p:spPr>
          <a:xfrm>
            <a:off x="7492378" y="4237873"/>
            <a:ext cx="3001316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at midpoints.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Compute left/right Similarity.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12651-0D33-7C65-719F-86EE00D9A8D5}"/>
              </a:ext>
            </a:extLst>
          </p:cNvPr>
          <p:cNvSpPr txBox="1"/>
          <p:nvPr/>
        </p:nvSpPr>
        <p:spPr>
          <a:xfrm>
            <a:off x="4564577" y="5437229"/>
            <a:ext cx="2927801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Compute Gain.</a:t>
            </a:r>
          </a:p>
          <a:p>
            <a:pPr algn="ctr"/>
            <a:r>
              <a:rPr lang="en-US" sz="16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Pick split with max Gain. </a:t>
            </a:r>
            <a:endParaRPr lang="en-US" sz="1600" b="0" dirty="0"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851C76-555C-C647-DA1A-646A1C6709A2}"/>
              </a:ext>
            </a:extLst>
          </p:cNvPr>
          <p:cNvSpPr txBox="1"/>
          <p:nvPr/>
        </p:nvSpPr>
        <p:spPr>
          <a:xfrm>
            <a:off x="2491641" y="4121409"/>
            <a:ext cx="1960544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output for left &amp; right nodes.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E2DE0C-E9BB-241D-C747-298EA8AF5E21}"/>
              </a:ext>
            </a:extLst>
          </p:cNvPr>
          <p:cNvSpPr txBox="1"/>
          <p:nvPr/>
        </p:nvSpPr>
        <p:spPr>
          <a:xfrm>
            <a:off x="2520747" y="2580749"/>
            <a:ext cx="2043829" cy="584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X branch → </a:t>
            </a:r>
          </a:p>
          <a:p>
            <a:pPr algn="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Output → get 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D4731D-46D5-9EF7-BF9B-53B7D4B6448F}"/>
                  </a:ext>
                </a:extLst>
              </p:cNvPr>
              <p:cNvSpPr txBox="1"/>
              <p:nvPr/>
            </p:nvSpPr>
            <p:spPr>
              <a:xfrm>
                <a:off x="4638065" y="992851"/>
                <a:ext cx="2780826" cy="10332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7D4731D-46D5-9EF7-BF9B-53B7D4B64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065" y="992851"/>
                <a:ext cx="2780826" cy="10332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A9F420-6DFA-100E-639A-E283FB6E64FD}"/>
                  </a:ext>
                </a:extLst>
              </p:cNvPr>
              <p:cNvSpPr txBox="1"/>
              <p:nvPr/>
            </p:nvSpPr>
            <p:spPr>
              <a:xfrm>
                <a:off x="7517824" y="3053032"/>
                <a:ext cx="2043829" cy="8374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e>
                                      </m:d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A9F420-6DFA-100E-639A-E283FB6E6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824" y="3053032"/>
                <a:ext cx="2043829" cy="8374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0D1B7D-515D-D826-1271-C06A6BD5E6E5}"/>
                  </a:ext>
                </a:extLst>
              </p:cNvPr>
              <p:cNvSpPr txBox="1"/>
              <p:nvPr/>
            </p:nvSpPr>
            <p:spPr>
              <a:xfrm>
                <a:off x="3889819" y="6091411"/>
                <a:ext cx="441236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𝐺𝑎𝑖𝑛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𝑙𝑒𝑓𝑡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𝑟𝑖𝑔h𝑡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𝑟𝑜𝑜𝑡</m:t>
                          </m:r>
                        </m:e>
                      </m:d>
                    </m:oMath>
                  </m:oMathPara>
                </a14:m>
                <a:endParaRPr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0D1B7D-515D-D826-1271-C06A6BD5E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9819" y="6091411"/>
                <a:ext cx="4412362" cy="553998"/>
              </a:xfrm>
              <a:prstGeom prst="rect">
                <a:avLst/>
              </a:prstGeom>
              <a:blipFill>
                <a:blip r:embed="rId9"/>
                <a:stretch>
                  <a:fillRect t="-15385" r="-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643DD6-F702-0F5E-A58A-58A4F939A42B}"/>
                  </a:ext>
                </a:extLst>
              </p:cNvPr>
              <p:cNvSpPr txBox="1"/>
              <p:nvPr/>
            </p:nvSpPr>
            <p:spPr>
              <a:xfrm>
                <a:off x="2491641" y="4734669"/>
                <a:ext cx="2645550" cy="86132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𝑛𝑜𝑑𝑒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A643DD6-F702-0F5E-A58A-58A4F939A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641" y="4734669"/>
                <a:ext cx="2645550" cy="8613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0FAAB6-F809-56F5-358C-8675504AEC27}"/>
                  </a:ext>
                </a:extLst>
              </p:cNvPr>
              <p:cNvSpPr txBox="1"/>
              <p:nvPr/>
            </p:nvSpPr>
            <p:spPr>
              <a:xfrm>
                <a:off x="2467932" y="3226107"/>
                <a:ext cx="2326378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E0FAAB6-F809-56F5-358C-8675504AE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932" y="3226107"/>
                <a:ext cx="2326378" cy="553998"/>
              </a:xfrm>
              <a:prstGeom prst="rect">
                <a:avLst/>
              </a:prstGeom>
              <a:blipFill>
                <a:blip r:embed="rId11"/>
                <a:stretch>
                  <a:fillRect t="-15385" r="-2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ounded Rectangle 8">
            <a:extLst>
              <a:ext uri="{FF2B5EF4-FFF2-40B4-BE49-F238E27FC236}">
                <a16:creationId xmlns:a16="http://schemas.microsoft.com/office/drawing/2014/main" id="{5875AF8B-499B-6BB3-B1F4-DDB4379F6288}"/>
              </a:ext>
            </a:extLst>
          </p:cNvPr>
          <p:cNvSpPr/>
          <p:nvPr/>
        </p:nvSpPr>
        <p:spPr>
          <a:xfrm>
            <a:off x="371374" y="11382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649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B6477-47EB-4DED-7B50-C0A91A27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949998-FE3D-ED00-493C-7AFA97AF0F2B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7B83FCD-202A-2F81-1814-9C2B06356D52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70B701-3F3D-1B22-46B8-39F06AEB697D}"/>
              </a:ext>
            </a:extLst>
          </p:cNvPr>
          <p:cNvSpPr/>
          <p:nvPr/>
        </p:nvSpPr>
        <p:spPr>
          <a:xfrm>
            <a:off x="618523" y="1642288"/>
            <a:ext cx="5000523" cy="1949468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 w="12700" cap="flat" cmpd="sng" algn="ctr">
            <a:solidFill>
              <a:srgbClr val="5B9BD5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DE5A44-13BD-3421-CA29-0B050C58F8D7}"/>
              </a:ext>
            </a:extLst>
          </p:cNvPr>
          <p:cNvSpPr txBox="1"/>
          <p:nvPr/>
        </p:nvSpPr>
        <p:spPr>
          <a:xfrm>
            <a:off x="791519" y="1488400"/>
            <a:ext cx="3649851" cy="400110"/>
          </a:xfrm>
          <a:prstGeom prst="rect">
            <a:avLst/>
          </a:prstGeom>
          <a:solidFill>
            <a:srgbClr val="70AD47">
              <a:lumMod val="75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VN" sz="2000" kern="120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Ensemble Learning</a:t>
            </a:r>
            <a:endParaRPr kumimoji="0" lang="en-VN" sz="20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C73F6-1206-A449-EBB8-FCFB498FC3CF}"/>
              </a:ext>
            </a:extLst>
          </p:cNvPr>
          <p:cNvSpPr txBox="1"/>
          <p:nvPr/>
        </p:nvSpPr>
        <p:spPr>
          <a:xfrm>
            <a:off x="791520" y="1960540"/>
            <a:ext cx="4827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Ensemble Methods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Bagging Methods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Bootstrapping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520D5D-0484-C852-F384-FCA9891F817C}"/>
              </a:ext>
            </a:extLst>
          </p:cNvPr>
          <p:cNvSpPr/>
          <p:nvPr/>
        </p:nvSpPr>
        <p:spPr>
          <a:xfrm>
            <a:off x="6572954" y="1619987"/>
            <a:ext cx="5000523" cy="1971769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 w="12700" cap="flat" cmpd="sng" algn="ctr">
            <a:solidFill>
              <a:srgbClr val="5B9BD5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1709F6-861A-2AFB-44C6-9F9FBA7ADEFD}"/>
              </a:ext>
            </a:extLst>
          </p:cNvPr>
          <p:cNvSpPr txBox="1"/>
          <p:nvPr/>
        </p:nvSpPr>
        <p:spPr>
          <a:xfrm>
            <a:off x="6745951" y="1466099"/>
            <a:ext cx="3649851" cy="400110"/>
          </a:xfrm>
          <a:prstGeom prst="rect">
            <a:avLst/>
          </a:prstGeom>
          <a:solidFill>
            <a:srgbClr val="70AD47">
              <a:lumMod val="75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VN" sz="2000" kern="120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Boosting</a:t>
            </a:r>
            <a:endParaRPr kumimoji="0" lang="en-VN" sz="20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213783-251B-9FFF-7EE1-7F2CD4F1866B}"/>
              </a:ext>
            </a:extLst>
          </p:cNvPr>
          <p:cNvSpPr txBox="1"/>
          <p:nvPr/>
        </p:nvSpPr>
        <p:spPr>
          <a:xfrm>
            <a:off x="6745951" y="1938239"/>
            <a:ext cx="48275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Boosting Methods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AdaBoost 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Tree Learners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Updated Weight</a:t>
            </a: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(Review)</a:t>
            </a:r>
          </a:p>
          <a:p>
            <a:pPr marL="342900" indent="-342900">
              <a:buFont typeface="Wingdings" pitchFamily="2" charset="2"/>
              <a:buChar char="v"/>
            </a:pPr>
            <a:endParaRPr lang="en-VN" sz="2000" dirty="0">
              <a:ln>
                <a:solidFill>
                  <a:prstClr val="white"/>
                </a:solidFill>
              </a:ln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ClrTx/>
              <a:buFont typeface="Wingdings" pitchFamily="2" charset="2"/>
              <a:buChar char="v"/>
            </a:pPr>
            <a:endParaRPr lang="en-US" sz="20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FF4D94-65CB-D3EE-E38A-E2B75F925908}"/>
              </a:ext>
            </a:extLst>
          </p:cNvPr>
          <p:cNvSpPr/>
          <p:nvPr/>
        </p:nvSpPr>
        <p:spPr>
          <a:xfrm>
            <a:off x="618522" y="4170932"/>
            <a:ext cx="5000523" cy="2246769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 w="12700" cap="flat" cmpd="sng" algn="ctr">
            <a:solidFill>
              <a:srgbClr val="5B9BD5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4356D1-A9D2-2EEE-A59F-7BBAEFA3F856}"/>
              </a:ext>
            </a:extLst>
          </p:cNvPr>
          <p:cNvSpPr txBox="1"/>
          <p:nvPr/>
        </p:nvSpPr>
        <p:spPr>
          <a:xfrm>
            <a:off x="791519" y="4017044"/>
            <a:ext cx="3649851" cy="400110"/>
          </a:xfrm>
          <a:prstGeom prst="rect">
            <a:avLst/>
          </a:prstGeom>
          <a:solidFill>
            <a:srgbClr val="70AD47">
              <a:lumMod val="75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VN" sz="2000" kern="1200" dirty="0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XGBoost</a:t>
            </a:r>
            <a:endParaRPr kumimoji="0" lang="en-VN" sz="20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86B1FB-F067-D5A3-E396-639F06C0C564}"/>
              </a:ext>
            </a:extLst>
          </p:cNvPr>
          <p:cNvSpPr txBox="1"/>
          <p:nvPr/>
        </p:nvSpPr>
        <p:spPr>
          <a:xfrm>
            <a:off x="791519" y="4489184"/>
            <a:ext cx="48275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Sequential Tree Growing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Efficient Tree Pruning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 err="1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XGBoost</a:t>
            </a:r>
            <a:endParaRPr lang="en-US" sz="20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kern="1200" dirty="0" err="1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XGBoost</a:t>
            </a: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Classification 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(Review)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  <a:endParaRPr lang="en-US" sz="20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Airbnb Dataset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B42159C-1C48-A14B-5234-9C99FCD790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734B12-5D2D-1B9A-A67A-4E82EB450094}"/>
              </a:ext>
            </a:extLst>
          </p:cNvPr>
          <p:cNvSpPr/>
          <p:nvPr/>
        </p:nvSpPr>
        <p:spPr>
          <a:xfrm>
            <a:off x="6572954" y="4160457"/>
            <a:ext cx="5000523" cy="2246769"/>
          </a:xfrm>
          <a:prstGeom prst="rect">
            <a:avLst/>
          </a:prstGeom>
          <a:solidFill>
            <a:srgbClr val="70AD47">
              <a:lumMod val="20000"/>
              <a:lumOff val="80000"/>
            </a:srgbClr>
          </a:solidFill>
          <a:ln w="12700" cap="flat" cmpd="sng" algn="ctr">
            <a:solidFill>
              <a:srgbClr val="5B9BD5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V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CDC6F-767C-0983-B308-12F67E65034E}"/>
              </a:ext>
            </a:extLst>
          </p:cNvPr>
          <p:cNvSpPr txBox="1"/>
          <p:nvPr/>
        </p:nvSpPr>
        <p:spPr>
          <a:xfrm>
            <a:off x="6745951" y="4006569"/>
            <a:ext cx="3649851" cy="400110"/>
          </a:xfrm>
          <a:prstGeom prst="rect">
            <a:avLst/>
          </a:prstGeom>
          <a:solidFill>
            <a:srgbClr val="70AD47">
              <a:lumMod val="75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1200" dirty="0" err="1">
                <a:ln>
                  <a:solidFill>
                    <a:prstClr val="white"/>
                  </a:solidFill>
                </a:ln>
                <a:solidFill>
                  <a:prstClr val="whit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LightGBM</a:t>
            </a:r>
            <a:endParaRPr kumimoji="0" lang="en-VN" sz="2000" b="0" i="0" u="none" strike="noStrike" kern="1200" cap="none" spc="0" normalizeH="0" baseline="0" noProof="0" dirty="0">
              <a:ln>
                <a:solidFill>
                  <a:prstClr val="white"/>
                </a:solidFill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335AC0-50B1-4872-D9D5-846E4B181A56}"/>
              </a:ext>
            </a:extLst>
          </p:cNvPr>
          <p:cNvSpPr txBox="1"/>
          <p:nvPr/>
        </p:nvSpPr>
        <p:spPr>
          <a:xfrm>
            <a:off x="6745951" y="4437456"/>
            <a:ext cx="48275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GOSS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 err="1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LightGBM</a:t>
            </a: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for Classification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</p:spTree>
    <p:extLst>
      <p:ext uri="{BB962C8B-B14F-4D97-AF65-F5344CB8AC3E}">
        <p14:creationId xmlns:p14="http://schemas.microsoft.com/office/powerpoint/2010/main" val="20640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7FD69-7150-25BA-8FEA-6194E7918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2D6F24-2B59-56A3-CF6F-18DBA1BEEDD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F40EE0-30E3-E2B3-7ACF-782F562EFA38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30B8C25-7E4E-DB01-D2E5-FB8FBE8DFA2C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52B4A4-0B9A-3EAD-CF0E-2EB66F02C00B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E2DC2-A832-0FEB-5031-622765F867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D64D93-833F-1BF5-1677-0FA1BCDDFAFE}"/>
              </a:ext>
            </a:extLst>
          </p:cNvPr>
          <p:cNvSpPr txBox="1"/>
          <p:nvPr/>
        </p:nvSpPr>
        <p:spPr>
          <a:xfrm>
            <a:off x="477889" y="1741129"/>
            <a:ext cx="115174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Taking the best parts of AdaBoost and random forests and adding additional features: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Sequential tree growing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Minimizing loss function using gradient descent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Parallel processing</a:t>
            </a:r>
            <a:r>
              <a:rPr lang="en-VN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to increase speed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VN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Regularization parameter</a:t>
            </a:r>
            <a:endParaRPr lang="en-US" sz="2000" kern="1200" dirty="0">
              <a:solidFill>
                <a:prstClr val="black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2" name="Picture 11" descr="A diagram of a company's company's company&#10;&#10;AI-generated content may be incorrect.">
            <a:extLst>
              <a:ext uri="{FF2B5EF4-FFF2-40B4-BE49-F238E27FC236}">
                <a16:creationId xmlns:a16="http://schemas.microsoft.com/office/drawing/2014/main" id="{8F4C8B65-C7AE-D438-0091-8E1D7D060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621" y="2486365"/>
            <a:ext cx="5248473" cy="400283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728CD9-C1C7-CCC8-6BF0-F23FCBE8B7C9}"/>
              </a:ext>
            </a:extLst>
          </p:cNvPr>
          <p:cNvSpPr txBox="1"/>
          <p:nvPr/>
        </p:nvSpPr>
        <p:spPr>
          <a:xfrm>
            <a:off x="477889" y="4136460"/>
            <a:ext cx="5618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Efficient tree pruning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Max depth to control tree grow</a:t>
            </a:r>
          </a:p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kern="1200" dirty="0">
                <a:solidFill>
                  <a:prstClr val="black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Prune the tree backwards and remove splits beyond which there is no positive gain</a:t>
            </a:r>
          </a:p>
        </p:txBody>
      </p:sp>
    </p:spTree>
    <p:extLst>
      <p:ext uri="{BB962C8B-B14F-4D97-AF65-F5344CB8AC3E}">
        <p14:creationId xmlns:p14="http://schemas.microsoft.com/office/powerpoint/2010/main" val="2301622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0CB98-0535-83E1-FBF0-94099BFB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64890B6-A41F-5687-EAC3-6C9BEA653F8A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6DEB40-334B-2B12-039F-DD9CB8A1D73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269CE4-2CF0-5035-EB85-3BFDD1E82035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4F1DA55-4305-8C82-C114-405D120B9103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1E4BA-94D9-071E-CDE4-A18A03FA0B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3C198F7D-6176-5F07-A319-A5504049A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654696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041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BC26-69B4-DA4A-4621-1033EA08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A560FA-9EC0-D6DA-14AB-7953C7DBEACE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141BE5-590D-8C48-A90B-6D486FFAAB83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EECD6E0-D91C-1E0B-FE5B-D9EF688A238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(Review)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AA5CB2-A19A-CCA0-81FA-B2FC92DF660A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DC75C-5E86-53BC-AA5D-CA6FCB737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365612-BBA5-AEC9-6E0F-B17E84D08520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FD31C9-DC09-762C-E9B4-9992C6FF81DE}"/>
                  </a:ext>
                </a:extLst>
              </p:cNvPr>
              <p:cNvSpPr txBox="1"/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Tx/>
                  <a:buFont typeface="Wingdings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model with a constant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0.5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FD31C9-DC09-762C-E9B4-9992C6FF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blipFill>
                <a:blip r:embed="rId2"/>
                <a:stretch>
                  <a:fillRect l="-745" t="-9375" b="-28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AB3FB3C-B99E-B6AE-9129-22F2F5F5F9F6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5AA436-40BF-893D-A7E4-46C12C4D6833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C44ACE-BD3B-EF38-3244-3D13E6BAFF3D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76FF4D4-AD5E-37BA-BEE2-A87745FBF17A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50B16FD8-8615-8B4E-BCF8-4829CA69EFA9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49D4B9-9183-2E75-103B-5B6D5D758A0E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15D815-A6B4-FB6B-C335-698999C25DB7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F82B562F-0846-AD2A-394A-F3109C87F8B3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3540A08-B99C-A0F1-7421-1442672EBAAC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13D7141-590B-5D91-4E58-E5F5E856A4B6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247803-3DB8-5FF9-EA26-A91A9D27C068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175D1E6-E5F0-3C85-C4B3-42D24300D2F6}"/>
              </a:ext>
            </a:extLst>
          </p:cNvPr>
          <p:cNvCxnSpPr/>
          <p:nvPr/>
        </p:nvCxnSpPr>
        <p:spPr>
          <a:xfrm>
            <a:off x="8192982" y="502628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0CFFB4B-C1F0-3A48-A691-4EB95AD4AD3E}"/>
              </a:ext>
            </a:extLst>
          </p:cNvPr>
          <p:cNvSpPr txBox="1"/>
          <p:nvPr/>
        </p:nvSpPr>
        <p:spPr>
          <a:xfrm>
            <a:off x="11236042" y="4892061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D6F652-D229-E11E-DA85-C1A1ED745223}"/>
              </a:ext>
            </a:extLst>
          </p:cNvPr>
          <p:cNvSpPr txBox="1"/>
          <p:nvPr/>
        </p:nvSpPr>
        <p:spPr>
          <a:xfrm>
            <a:off x="10798869" y="4643281"/>
            <a:ext cx="135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prediction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3A0F4EA-698A-8DB2-31F3-4B6A2AE8B8CD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8AFE4C4-55B9-5A9A-F4B3-47C6C31B116D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CBCB198-E56E-12C2-A9AD-52FE4B440DBA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E9AEA07-DE17-926E-8775-4AB47565B5E4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2A98C5DD-7538-603F-C30A-E21E7D14DE28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99AC6E4-D409-F712-5558-5A1DA6670977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D33491-EC23-68F4-038E-6D8A7BD35798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814AC1F6-B788-CD65-CF7B-83AEB2A5F838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ECB45D4-3B86-E8FE-DA08-6D4837DF6CFA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8915D9D-860C-3BE6-061A-3567F18A7A77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CB661C2-2772-C49C-9A8E-4B38A670DE45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627706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C351-8871-A077-1677-1692B10E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2F593A4-D828-6EEC-C57C-ED3ADBE0DB9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1D46C0-5926-9EFE-9F9D-F1D47AD53E85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3B1730B-4632-AF58-FBEB-560A508A702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2F650-E1E9-9288-A911-03E199E5C2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1BA809D-2E53-116D-6BAE-632F23943C04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B782C73-95F2-3A09-EDEC-044EF60BD23E}"/>
                  </a:ext>
                </a:extLst>
              </p:cNvPr>
              <p:cNvSpPr txBox="1"/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Tx/>
                  <a:buFont typeface="Wingdings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model with a constant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0.5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FD31C9-DC09-762C-E9B4-9992C6FF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blipFill>
                <a:blip r:embed="rId2"/>
                <a:stretch>
                  <a:fillRect l="-745" t="-9375" b="-28125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8D6C14-FE3B-989D-6022-8A01F67F9DAC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CEF2029-4943-ED67-941E-178BEEDAC26C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03157D9-6307-00E9-4084-4B89AF2A6780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056111-86A2-9FF9-A1C1-A93DA509C2AF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5CC0E411-DE01-882C-E294-30A7CAB3B272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4081C1-F7B4-6576-32CA-5C793C377AF1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721AC5-2F84-C1B7-91DE-9071CED1F6D3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E98DC67-2A78-B748-C10A-9C3187A10E25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E299456-0746-22C1-00FA-0AF1D83B4DB0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13E6694-9AFD-53F4-58BA-F73ABF5FBC6E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A70008-C26B-C9F9-AD36-EA0CE3F72200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0494A86-714D-37F8-DF25-203A369DDAA3}"/>
              </a:ext>
            </a:extLst>
          </p:cNvPr>
          <p:cNvCxnSpPr/>
          <p:nvPr/>
        </p:nvCxnSpPr>
        <p:spPr>
          <a:xfrm>
            <a:off x="8192982" y="502628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79BF387-C22C-8FF9-CC3A-FCE33CA2FD25}"/>
              </a:ext>
            </a:extLst>
          </p:cNvPr>
          <p:cNvSpPr txBox="1"/>
          <p:nvPr/>
        </p:nvSpPr>
        <p:spPr>
          <a:xfrm>
            <a:off x="11236042" y="4892061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E947BC-375C-9CBB-BCDF-A2E24F680792}"/>
              </a:ext>
            </a:extLst>
          </p:cNvPr>
          <p:cNvSpPr txBox="1"/>
          <p:nvPr/>
        </p:nvSpPr>
        <p:spPr>
          <a:xfrm>
            <a:off x="10798869" y="4643281"/>
            <a:ext cx="135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prediction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D362F5B-9BF0-01C6-C1FB-A312E0308693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7DD2608-ACE8-707E-169C-00734F47309A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51A1CC9-4043-9B17-3DBD-6B594165522A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E52FFE2-8EB2-6459-C4BB-2C3C658A49DF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E663E88E-6B56-5B69-9278-606171AEFA4F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1F7760-F3F6-2483-4B1F-D1FC00BE01AC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8CD5E7F-BB6E-0EAF-4457-D03F555EB969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AB4CE378-F673-F2B4-7B21-69539EE06A35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6167A90-B0DC-14AF-60A0-074F587C7E0C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2A693F31-033C-B040-DBD5-EC3EE4960651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1A95B72-660C-9050-263B-D5EC24098B74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68ACD3-EE93-33FB-3CE7-3DE7A618BC0E}"/>
              </a:ext>
            </a:extLst>
          </p:cNvPr>
          <p:cNvSpPr txBox="1"/>
          <p:nvPr/>
        </p:nvSpPr>
        <p:spPr>
          <a:xfrm>
            <a:off x="477889" y="2087741"/>
            <a:ext cx="6797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Compute Similarity Score for the Root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12A966-DD52-F1CC-E16F-F17EFA21C8FC}"/>
                  </a:ext>
                </a:extLst>
              </p:cNvPr>
              <p:cNvSpPr txBox="1"/>
              <p:nvPr/>
            </p:nvSpPr>
            <p:spPr>
              <a:xfrm>
                <a:off x="587159" y="2513274"/>
                <a:ext cx="9215339" cy="782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𝑝𝑟𝑒𝑣𝑖𝑜𝑢𝑠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𝑝𝑟𝑜𝑏𝑎𝑏𝑖𝑙𝑖𝑡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𝑝𝑟𝑒𝑣𝑖𝑜𝑢𝑠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𝑝𝑟𝑜𝑏𝑎𝑏𝑖𝑙𝑖𝑡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/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512A966-DD52-F1CC-E16F-F17EFA21C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2513274"/>
                <a:ext cx="9215339" cy="7823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C3026-77DA-C436-DFBA-81262FA4A4E1}"/>
                  </a:ext>
                </a:extLst>
              </p:cNvPr>
              <p:cNvSpPr txBox="1"/>
              <p:nvPr/>
            </p:nvSpPr>
            <p:spPr>
              <a:xfrm>
                <a:off x="587159" y="3168466"/>
                <a:ext cx="180164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𝑅𝑒𝑠𝑖𝑑𝑢𝑎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n-NO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C3026-77DA-C436-DFBA-81262FA4A4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3168466"/>
                <a:ext cx="1801647" cy="246221"/>
              </a:xfrm>
              <a:prstGeom prst="rect">
                <a:avLst/>
              </a:prstGeom>
              <a:blipFill>
                <a:blip r:embed="rId4"/>
                <a:stretch>
                  <a:fillRect l="-2027" t="-20000" r="-19932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EAD924-D2B4-611B-0386-A70D28B090DC}"/>
                  </a:ext>
                </a:extLst>
              </p:cNvPr>
              <p:cNvSpPr txBox="1"/>
              <p:nvPr/>
            </p:nvSpPr>
            <p:spPr>
              <a:xfrm>
                <a:off x="751658" y="3950860"/>
                <a:ext cx="6729705" cy="5905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−0.5−0.5+0.5+0.5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0.25+0.25+0.25+0.25+0</m:t>
                          </m:r>
                        </m:den>
                      </m:f>
                      <m:r>
                        <a:rPr 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= 0</m:t>
                      </m:r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EAD924-D2B4-611B-0386-A70D28B090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3950860"/>
                <a:ext cx="6729705" cy="5905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69FE01E9-245C-ECB8-CC6C-8218143AB85D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(Review)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13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90F4E-B4C1-38FB-8DD1-1C65565EA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1398C95-28A5-E7F7-46F8-D1859CDB762A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C38CC20-BF45-A9BD-E57A-3603D4DB205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293F7D-73BF-9762-3B1B-A49827221FCD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04020-77B7-7B62-BED2-4CE4A376CE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8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122C3E8-54FF-1642-4B26-590EDE7E4293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9FD8BAB-727F-3EE4-968B-D2565EC90DEE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6371A64-5708-0A37-2088-4F573D764A1A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850DFA-2D71-0FD0-6528-8CA830698BBD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1F98632D-8F18-F776-DB29-5159A34A3271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CFC02-0540-DAF6-7867-0526B2FD4E7F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ADD0A2-6249-161D-D6FB-C957DB21A4D4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4FEBC6-8D04-DC00-338C-CE688B541381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EC089E-A009-48B4-34CC-6DEA6F5D42DD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012CBB5-17E0-00F4-EC8A-C4ADA1090940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477494-56C3-2134-4107-2D790BB5F8DE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B90C232-2B69-0778-DD88-57E994ADACAE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C6EEE37-219E-6184-BA98-18B25BD5208F}"/>
              </a:ext>
            </a:extLst>
          </p:cNvPr>
          <p:cNvSpPr txBox="1"/>
          <p:nvPr/>
        </p:nvSpPr>
        <p:spPr>
          <a:xfrm>
            <a:off x="477889" y="1741129"/>
            <a:ext cx="7387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Choose split (midpoint of adjacent samples) and compute left/right node Similarity Scores.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B39ECF-B1E4-FFF6-495C-BC7226B3CA3B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DB39ECF-B1E4-FFF6-495C-BC7226B3CA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9F1948C-E22C-2A56-6929-8F940F7E081D}"/>
              </a:ext>
            </a:extLst>
          </p:cNvPr>
          <p:cNvCxnSpPr/>
          <p:nvPr/>
        </p:nvCxnSpPr>
        <p:spPr>
          <a:xfrm>
            <a:off x="8192982" y="502628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7EF66D4-662F-AD40-6E53-3CE82C768AE7}"/>
              </a:ext>
            </a:extLst>
          </p:cNvPr>
          <p:cNvSpPr txBox="1"/>
          <p:nvPr/>
        </p:nvSpPr>
        <p:spPr>
          <a:xfrm>
            <a:off x="11236042" y="4892061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AFD84B-10C1-AC89-B1F2-D0CB516DA878}"/>
              </a:ext>
            </a:extLst>
          </p:cNvPr>
          <p:cNvSpPr txBox="1"/>
          <p:nvPr/>
        </p:nvSpPr>
        <p:spPr>
          <a:xfrm>
            <a:off x="10798869" y="4643281"/>
            <a:ext cx="135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prediction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D0FB1A-374D-783D-F6E4-3CE7A2089898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0B79C61-A60F-813D-72A6-AD12C3CF341D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7E5EDC3-D10B-7E1C-F98F-E546E3C71D6F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D17431-7135-90B1-048A-53611BB108C1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CCD9CB3-9765-3AE2-5325-C880CAFBE5EA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05B0592-0ECE-9806-830E-CE0A0A6B0D9B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8AE613-F6D5-B0F6-4918-E05348BFF248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5E3D015-F005-FC3F-4D46-9222933102C1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C65BA91-5B33-494F-386B-312AAB878463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13C0A21-1729-F13D-7B39-83CB33536C66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31F0EB-073C-82B2-D97F-B98891E90876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E17A65C-F216-921C-E7BF-1870993FF09D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9064250" y="5016846"/>
            <a:ext cx="5330" cy="131841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6453BBF-C70E-2FFC-91CD-3C17F37FD7DC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9406624" y="4995130"/>
            <a:ext cx="0" cy="133875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E6654A-9940-B290-BF29-17D1958A3F22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10225182" y="3858110"/>
            <a:ext cx="0" cy="115873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CA92901-F5FB-4806-3094-4668E9A14D72}"/>
              </a:ext>
            </a:extLst>
          </p:cNvPr>
          <p:cNvCxnSpPr>
            <a:cxnSpLocks/>
            <a:endCxn id="38" idx="4"/>
          </p:cNvCxnSpPr>
          <p:nvPr/>
        </p:nvCxnSpPr>
        <p:spPr>
          <a:xfrm flipV="1">
            <a:off x="10535621" y="3858109"/>
            <a:ext cx="0" cy="115658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4C5E9FC-5E32-A56F-ACBA-EE28F409DC83}"/>
              </a:ext>
            </a:extLst>
          </p:cNvPr>
          <p:cNvSpPr txBox="1"/>
          <p:nvPr/>
        </p:nvSpPr>
        <p:spPr>
          <a:xfrm>
            <a:off x="9373838" y="4169152"/>
            <a:ext cx="922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AD61D331-01E0-92A3-9936-39A71A441D6D}"/>
              </a:ext>
            </a:extLst>
          </p:cNvPr>
          <p:cNvSpPr/>
          <p:nvPr/>
        </p:nvSpPr>
        <p:spPr>
          <a:xfrm>
            <a:off x="1694705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43" name="Rectangle: Rounded Corners 20">
            <a:extLst>
              <a:ext uri="{FF2B5EF4-FFF2-40B4-BE49-F238E27FC236}">
                <a16:creationId xmlns:a16="http://schemas.microsoft.com/office/drawing/2014/main" id="{45CFA7CC-B1C0-32CE-F2FC-45997FC9149B}"/>
              </a:ext>
            </a:extLst>
          </p:cNvPr>
          <p:cNvSpPr/>
          <p:nvPr/>
        </p:nvSpPr>
        <p:spPr>
          <a:xfrm>
            <a:off x="2741914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DBB8023-B62E-E3F4-1F2D-0FC84ECCED69}"/>
              </a:ext>
            </a:extLst>
          </p:cNvPr>
          <p:cNvCxnSpPr/>
          <p:nvPr/>
        </p:nvCxnSpPr>
        <p:spPr>
          <a:xfrm>
            <a:off x="2151905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30">
            <a:extLst>
              <a:ext uri="{FF2B5EF4-FFF2-40B4-BE49-F238E27FC236}">
                <a16:creationId xmlns:a16="http://schemas.microsoft.com/office/drawing/2014/main" id="{7620BF6F-5CB4-9E41-74C6-7D53DC203278}"/>
              </a:ext>
            </a:extLst>
          </p:cNvPr>
          <p:cNvSpPr/>
          <p:nvPr/>
        </p:nvSpPr>
        <p:spPr>
          <a:xfrm>
            <a:off x="477889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</a:t>
            </a:r>
          </a:p>
        </p:txBody>
      </p:sp>
      <p:sp>
        <p:nvSpPr>
          <p:cNvPr id="51" name="Rectangle: Rounded Corners 39">
            <a:extLst>
              <a:ext uri="{FF2B5EF4-FFF2-40B4-BE49-F238E27FC236}">
                <a16:creationId xmlns:a16="http://schemas.microsoft.com/office/drawing/2014/main" id="{55FE7F85-6BF6-BD58-0218-DF518F03C840}"/>
              </a:ext>
            </a:extLst>
          </p:cNvPr>
          <p:cNvSpPr/>
          <p:nvPr/>
        </p:nvSpPr>
        <p:spPr>
          <a:xfrm>
            <a:off x="2481146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0.5, 0.5</a:t>
            </a:r>
          </a:p>
        </p:txBody>
      </p:sp>
      <p:cxnSp>
        <p:nvCxnSpPr>
          <p:cNvPr id="52" name="Connector: Elbow 48">
            <a:extLst>
              <a:ext uri="{FF2B5EF4-FFF2-40B4-BE49-F238E27FC236}">
                <a16:creationId xmlns:a16="http://schemas.microsoft.com/office/drawing/2014/main" id="{89E4D889-D4B0-D27F-AEB3-9BAA6BE7474E}"/>
              </a:ext>
            </a:extLst>
          </p:cNvPr>
          <p:cNvCxnSpPr>
            <a:cxnSpLocks/>
            <a:endCxn id="50" idx="0"/>
          </p:cNvCxnSpPr>
          <p:nvPr/>
        </p:nvCxnSpPr>
        <p:spPr>
          <a:xfrm rot="10800000" flipV="1">
            <a:off x="1086298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49">
            <a:extLst>
              <a:ext uri="{FF2B5EF4-FFF2-40B4-BE49-F238E27FC236}">
                <a16:creationId xmlns:a16="http://schemas.microsoft.com/office/drawing/2014/main" id="{2CCCCA62-F25F-5697-F63A-67FA79BCD098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151905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8980BA0-5F64-D3F4-21D3-063C94348910}"/>
              </a:ext>
            </a:extLst>
          </p:cNvPr>
          <p:cNvCxnSpPr>
            <a:cxnSpLocks/>
          </p:cNvCxnSpPr>
          <p:nvPr/>
        </p:nvCxnSpPr>
        <p:spPr>
          <a:xfrm flipV="1">
            <a:off x="1037806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6F45CDF-497C-2323-B48F-AC9CF90CE689}"/>
              </a:ext>
            </a:extLst>
          </p:cNvPr>
          <p:cNvSpPr txBox="1"/>
          <p:nvPr/>
        </p:nvSpPr>
        <p:spPr>
          <a:xfrm>
            <a:off x="1014275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B3CCD6D-47A4-536C-C839-B1D9419733CA}"/>
                  </a:ext>
                </a:extLst>
              </p:cNvPr>
              <p:cNvSpPr txBox="1"/>
              <p:nvPr/>
            </p:nvSpPr>
            <p:spPr>
              <a:xfrm>
                <a:off x="477890" y="5953325"/>
                <a:ext cx="7141140" cy="782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𝑝𝑟𝑒𝑣𝑖𝑜𝑢𝑠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𝑝𝑟𝑜𝑏𝑎𝑏𝑖𝑙𝑖𝑡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×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𝑝𝑟𝑒𝑣𝑖𝑜𝑢𝑠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 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𝑝𝑟𝑜𝑏𝑎𝑏𝑖𝑙𝑖𝑡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nary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/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B3CCD6D-47A4-536C-C839-B1D9419733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90" y="5953325"/>
                <a:ext cx="7141140" cy="782394"/>
              </a:xfrm>
              <a:prstGeom prst="rect">
                <a:avLst/>
              </a:prstGeom>
              <a:blipFill>
                <a:blip r:embed="rId3"/>
                <a:stretch>
                  <a:fillRect l="-1243" t="-52381" b="-52381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AFF21946-AA34-FBA9-5815-D8EB7FFEF6C2}"/>
              </a:ext>
            </a:extLst>
          </p:cNvPr>
          <p:cNvSpPr/>
          <p:nvPr/>
        </p:nvSpPr>
        <p:spPr>
          <a:xfrm>
            <a:off x="477888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1.0</a:t>
            </a:r>
          </a:p>
        </p:txBody>
      </p:sp>
      <p:sp>
        <p:nvSpPr>
          <p:cNvPr id="4" name="Rectangle: Rounded Corners 20">
            <a:extLst>
              <a:ext uri="{FF2B5EF4-FFF2-40B4-BE49-F238E27FC236}">
                <a16:creationId xmlns:a16="http://schemas.microsoft.com/office/drawing/2014/main" id="{04AA78FB-A326-D513-4F3C-898B0D7C372C}"/>
              </a:ext>
            </a:extLst>
          </p:cNvPr>
          <p:cNvSpPr/>
          <p:nvPr/>
        </p:nvSpPr>
        <p:spPr>
          <a:xfrm>
            <a:off x="2481146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0.333</a:t>
            </a: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79174EF0-A893-9A74-40A7-142D3ABE4482}"/>
              </a:ext>
            </a:extLst>
          </p:cNvPr>
          <p:cNvSpPr/>
          <p:nvPr/>
        </p:nvSpPr>
        <p:spPr>
          <a:xfrm>
            <a:off x="5419660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13" name="Rectangle: Rounded Corners 20">
            <a:extLst>
              <a:ext uri="{FF2B5EF4-FFF2-40B4-BE49-F238E27FC236}">
                <a16:creationId xmlns:a16="http://schemas.microsoft.com/office/drawing/2014/main" id="{8BEE43CC-BBA8-36D3-404E-26F5D22EC00A}"/>
              </a:ext>
            </a:extLst>
          </p:cNvPr>
          <p:cNvSpPr/>
          <p:nvPr/>
        </p:nvSpPr>
        <p:spPr>
          <a:xfrm>
            <a:off x="6466869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4A364C5-FC61-C824-0960-D05E5BA7A1ED}"/>
              </a:ext>
            </a:extLst>
          </p:cNvPr>
          <p:cNvCxnSpPr/>
          <p:nvPr/>
        </p:nvCxnSpPr>
        <p:spPr>
          <a:xfrm>
            <a:off x="5876860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461DAD57-E48E-1839-47D6-5149D1B86F33}"/>
              </a:ext>
            </a:extLst>
          </p:cNvPr>
          <p:cNvSpPr/>
          <p:nvPr/>
        </p:nvSpPr>
        <p:spPr>
          <a:xfrm>
            <a:off x="4202844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- 0.5</a:t>
            </a:r>
          </a:p>
        </p:txBody>
      </p:sp>
      <p:sp>
        <p:nvSpPr>
          <p:cNvPr id="41" name="Rectangle: Rounded Corners 39">
            <a:extLst>
              <a:ext uri="{FF2B5EF4-FFF2-40B4-BE49-F238E27FC236}">
                <a16:creationId xmlns:a16="http://schemas.microsoft.com/office/drawing/2014/main" id="{5A29EE69-BE4C-749B-9F38-3F72BBE4CF6C}"/>
              </a:ext>
            </a:extLst>
          </p:cNvPr>
          <p:cNvSpPr/>
          <p:nvPr/>
        </p:nvSpPr>
        <p:spPr>
          <a:xfrm>
            <a:off x="6206101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0.5, 0.5</a:t>
            </a:r>
          </a:p>
        </p:txBody>
      </p:sp>
      <p:cxnSp>
        <p:nvCxnSpPr>
          <p:cNvPr id="54" name="Connector: Elbow 48">
            <a:extLst>
              <a:ext uri="{FF2B5EF4-FFF2-40B4-BE49-F238E27FC236}">
                <a16:creationId xmlns:a16="http://schemas.microsoft.com/office/drawing/2014/main" id="{C9A10CB1-B299-2E74-4B50-4D039BDC0E01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4811253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49">
            <a:extLst>
              <a:ext uri="{FF2B5EF4-FFF2-40B4-BE49-F238E27FC236}">
                <a16:creationId xmlns:a16="http://schemas.microsoft.com/office/drawing/2014/main" id="{EE2113DE-A7B3-A019-BA27-B4877B46D840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876860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20">
            <a:extLst>
              <a:ext uri="{FF2B5EF4-FFF2-40B4-BE49-F238E27FC236}">
                <a16:creationId xmlns:a16="http://schemas.microsoft.com/office/drawing/2014/main" id="{1830BD20-F791-2C5F-CC43-81018420E6C1}"/>
              </a:ext>
            </a:extLst>
          </p:cNvPr>
          <p:cNvSpPr/>
          <p:nvPr/>
        </p:nvSpPr>
        <p:spPr>
          <a:xfrm>
            <a:off x="4202843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2.0</a:t>
            </a:r>
          </a:p>
        </p:txBody>
      </p:sp>
      <p:sp>
        <p:nvSpPr>
          <p:cNvPr id="60" name="Rectangle: Rounded Corners 20">
            <a:extLst>
              <a:ext uri="{FF2B5EF4-FFF2-40B4-BE49-F238E27FC236}">
                <a16:creationId xmlns:a16="http://schemas.microsoft.com/office/drawing/2014/main" id="{11D9B710-AA93-1885-F939-D6B63DE26332}"/>
              </a:ext>
            </a:extLst>
          </p:cNvPr>
          <p:cNvSpPr/>
          <p:nvPr/>
        </p:nvSpPr>
        <p:spPr>
          <a:xfrm>
            <a:off x="6206101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2.0</a:t>
            </a:r>
          </a:p>
        </p:txBody>
      </p:sp>
      <p:sp>
        <p:nvSpPr>
          <p:cNvPr id="61" name="Rectangle: Rounded Corners 12">
            <a:extLst>
              <a:ext uri="{FF2B5EF4-FFF2-40B4-BE49-F238E27FC236}">
                <a16:creationId xmlns:a16="http://schemas.microsoft.com/office/drawing/2014/main" id="{EBFA5DD0-FA8F-34EC-13EA-C7B37E8F3AB3}"/>
              </a:ext>
            </a:extLst>
          </p:cNvPr>
          <p:cNvSpPr/>
          <p:nvPr/>
        </p:nvSpPr>
        <p:spPr>
          <a:xfrm>
            <a:off x="1694705" y="4376159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26.5</a:t>
            </a:r>
          </a:p>
        </p:txBody>
      </p:sp>
      <p:sp>
        <p:nvSpPr>
          <p:cNvPr id="62" name="Rectangle: Rounded Corners 20">
            <a:extLst>
              <a:ext uri="{FF2B5EF4-FFF2-40B4-BE49-F238E27FC236}">
                <a16:creationId xmlns:a16="http://schemas.microsoft.com/office/drawing/2014/main" id="{45602454-DBC4-7CA6-60D6-8ACFB191FB56}"/>
              </a:ext>
            </a:extLst>
          </p:cNvPr>
          <p:cNvSpPr/>
          <p:nvPr/>
        </p:nvSpPr>
        <p:spPr>
          <a:xfrm>
            <a:off x="2741914" y="4375610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786C79F-697B-3280-4A65-E3AB52ED07C8}"/>
              </a:ext>
            </a:extLst>
          </p:cNvPr>
          <p:cNvCxnSpPr/>
          <p:nvPr/>
        </p:nvCxnSpPr>
        <p:spPr>
          <a:xfrm>
            <a:off x="2151905" y="4712314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Rectangle: Rounded Corners 30">
            <a:extLst>
              <a:ext uri="{FF2B5EF4-FFF2-40B4-BE49-F238E27FC236}">
                <a16:creationId xmlns:a16="http://schemas.microsoft.com/office/drawing/2014/main" id="{C79300CD-9D42-1068-259C-A17C41198C13}"/>
              </a:ext>
            </a:extLst>
          </p:cNvPr>
          <p:cNvSpPr/>
          <p:nvPr/>
        </p:nvSpPr>
        <p:spPr>
          <a:xfrm>
            <a:off x="477889" y="5184166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0.5, 0.5</a:t>
            </a:r>
          </a:p>
        </p:txBody>
      </p:sp>
      <p:sp>
        <p:nvSpPr>
          <p:cNvPr id="65" name="Rectangle: Rounded Corners 39">
            <a:extLst>
              <a:ext uri="{FF2B5EF4-FFF2-40B4-BE49-F238E27FC236}">
                <a16:creationId xmlns:a16="http://schemas.microsoft.com/office/drawing/2014/main" id="{75582337-F6E4-F59C-02A6-3F0221230AE9}"/>
              </a:ext>
            </a:extLst>
          </p:cNvPr>
          <p:cNvSpPr/>
          <p:nvPr/>
        </p:nvSpPr>
        <p:spPr>
          <a:xfrm>
            <a:off x="2481146" y="5184166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cxnSp>
        <p:nvCxnSpPr>
          <p:cNvPr id="66" name="Connector: Elbow 48">
            <a:extLst>
              <a:ext uri="{FF2B5EF4-FFF2-40B4-BE49-F238E27FC236}">
                <a16:creationId xmlns:a16="http://schemas.microsoft.com/office/drawing/2014/main" id="{55DCEE2D-64FA-AC08-BB03-B88B1991C742}"/>
              </a:ext>
            </a:extLst>
          </p:cNvPr>
          <p:cNvCxnSpPr>
            <a:cxnSpLocks/>
            <a:endCxn id="64" idx="0"/>
          </p:cNvCxnSpPr>
          <p:nvPr/>
        </p:nvCxnSpPr>
        <p:spPr>
          <a:xfrm rot="10800000" flipV="1">
            <a:off x="1086298" y="4884842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49">
            <a:extLst>
              <a:ext uri="{FF2B5EF4-FFF2-40B4-BE49-F238E27FC236}">
                <a16:creationId xmlns:a16="http://schemas.microsoft.com/office/drawing/2014/main" id="{C1304DD3-B0D9-DF32-0C26-10814E07B5C0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2151905" y="4884842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: Rounded Corners 20">
            <a:extLst>
              <a:ext uri="{FF2B5EF4-FFF2-40B4-BE49-F238E27FC236}">
                <a16:creationId xmlns:a16="http://schemas.microsoft.com/office/drawing/2014/main" id="{587E34F4-F0E1-7827-A139-073E06E9CDFB}"/>
              </a:ext>
            </a:extLst>
          </p:cNvPr>
          <p:cNvSpPr/>
          <p:nvPr/>
        </p:nvSpPr>
        <p:spPr>
          <a:xfrm>
            <a:off x="477888" y="562162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0.333</a:t>
            </a:r>
          </a:p>
        </p:txBody>
      </p:sp>
      <p:sp>
        <p:nvSpPr>
          <p:cNvPr id="69" name="Rectangle: Rounded Corners 20">
            <a:extLst>
              <a:ext uri="{FF2B5EF4-FFF2-40B4-BE49-F238E27FC236}">
                <a16:creationId xmlns:a16="http://schemas.microsoft.com/office/drawing/2014/main" id="{C2DE47E3-5EDC-223E-E33E-CB2467923B45}"/>
              </a:ext>
            </a:extLst>
          </p:cNvPr>
          <p:cNvSpPr/>
          <p:nvPr/>
        </p:nvSpPr>
        <p:spPr>
          <a:xfrm>
            <a:off x="2481146" y="562162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1.0</a:t>
            </a:r>
          </a:p>
        </p:txBody>
      </p:sp>
      <p:sp>
        <p:nvSpPr>
          <p:cNvPr id="70" name="Rounded Rectangle 8">
            <a:extLst>
              <a:ext uri="{FF2B5EF4-FFF2-40B4-BE49-F238E27FC236}">
                <a16:creationId xmlns:a16="http://schemas.microsoft.com/office/drawing/2014/main" id="{44825D5A-36D9-9BEF-1FAD-72814B8AD25B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(Review)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09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9421-C15A-C18B-1846-A36FC407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9E17D7-7C4F-D507-B8D8-E213907BCB8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92FF6-A96D-364A-C4A1-9CE4F32E818E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AC0E33-91AE-A14F-DB61-2EF1496696F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56FAA-221A-4501-71C4-EEF889C8BE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9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871B879-C9B9-2A72-5913-9753B973C9A6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9FC88B-4506-26A4-3894-FA881E65F1BD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A3958B-9E0F-26DF-2F36-72A441E78D93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33E5A24-4FE7-BD80-7234-807D69A7FCB4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F83BCDE1-6D09-ACCE-1C16-3DD2FFC47DCD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0329AA-892D-0F83-E9D1-1A9E5DF31611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4E5F11-083E-9F3C-0054-8930CCEDF414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046065-1CFD-E919-BF61-4095429519C1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910CFF9-26CC-358B-DE61-F6CD8C24649F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654CE1E-5223-EACF-D52C-5C843C42AC80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D52049-C295-63C8-6F69-52F3F013B1CB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96C37E9-599F-E267-22F3-4BF90A8BBFA1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4E180A57-EE8A-11F9-5A31-28B636D2AFEC}"/>
              </a:ext>
            </a:extLst>
          </p:cNvPr>
          <p:cNvSpPr txBox="1"/>
          <p:nvPr/>
        </p:nvSpPr>
        <p:spPr>
          <a:xfrm>
            <a:off x="477889" y="1741129"/>
            <a:ext cx="738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Calculate the Gain. Select the Gain with the highest value.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772A64-6452-6781-CF05-833C899F0E99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772A64-6452-6781-CF05-833C899F0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79017F8-0D70-8DEF-FEA8-AA4A269CA8E9}"/>
              </a:ext>
            </a:extLst>
          </p:cNvPr>
          <p:cNvCxnSpPr/>
          <p:nvPr/>
        </p:nvCxnSpPr>
        <p:spPr>
          <a:xfrm>
            <a:off x="8192982" y="502628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205DDDF-E886-72DD-8755-F30AB5E2EDED}"/>
              </a:ext>
            </a:extLst>
          </p:cNvPr>
          <p:cNvSpPr txBox="1"/>
          <p:nvPr/>
        </p:nvSpPr>
        <p:spPr>
          <a:xfrm>
            <a:off x="11236042" y="4892061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431F22-2B01-18D0-B65D-0F998858EA09}"/>
              </a:ext>
            </a:extLst>
          </p:cNvPr>
          <p:cNvSpPr txBox="1"/>
          <p:nvPr/>
        </p:nvSpPr>
        <p:spPr>
          <a:xfrm>
            <a:off x="10798869" y="4643281"/>
            <a:ext cx="135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prediction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A27AD0-FFBB-5033-DB85-B99843638184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893A237-9DF4-EE09-6849-8421450229FA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9BB4AA8-D00A-D250-1554-82828B3E314F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0E709CE-2264-AE0A-A1BB-037BF0D1172C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D124DF4D-A65A-1B5F-CB31-6E87BA368067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F19321-0920-1776-629E-209D96029BFD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BB0B30-55AE-520E-273E-94B754624784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2E47349-023A-49EF-6B9B-8B5B56596897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04337E7-8E09-3991-9A17-36B182BF8238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F45E0EB-BA73-12B8-4411-74F019820DD3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DD4BAA-47DE-0768-0182-1FBAF132B319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409588-7321-14C3-EE4C-2B9E1A81BA7B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9064250" y="5016846"/>
            <a:ext cx="5330" cy="131841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4FC00C9-D928-2463-136F-8C03A91DE005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9406624" y="4995130"/>
            <a:ext cx="0" cy="133875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780BCBD-4A05-A445-1E86-A3591F009F2C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10225182" y="3858110"/>
            <a:ext cx="0" cy="115873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3AC9CD9-BECB-7512-D635-2B01B484BE31}"/>
              </a:ext>
            </a:extLst>
          </p:cNvPr>
          <p:cNvCxnSpPr>
            <a:cxnSpLocks/>
            <a:endCxn id="38" idx="4"/>
          </p:cNvCxnSpPr>
          <p:nvPr/>
        </p:nvCxnSpPr>
        <p:spPr>
          <a:xfrm flipV="1">
            <a:off x="10535621" y="3858109"/>
            <a:ext cx="0" cy="115658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C26C0FB-9A73-45A0-46C0-0FF50FEEFE99}"/>
              </a:ext>
            </a:extLst>
          </p:cNvPr>
          <p:cNvSpPr txBox="1"/>
          <p:nvPr/>
        </p:nvSpPr>
        <p:spPr>
          <a:xfrm>
            <a:off x="9373838" y="4169152"/>
            <a:ext cx="922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4EC72CFB-16C4-000D-9040-3566E25C9243}"/>
              </a:ext>
            </a:extLst>
          </p:cNvPr>
          <p:cNvSpPr/>
          <p:nvPr/>
        </p:nvSpPr>
        <p:spPr>
          <a:xfrm>
            <a:off x="1694705" y="2324586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43" name="Rectangle: Rounded Corners 20">
            <a:extLst>
              <a:ext uri="{FF2B5EF4-FFF2-40B4-BE49-F238E27FC236}">
                <a16:creationId xmlns:a16="http://schemas.microsoft.com/office/drawing/2014/main" id="{3076EE8C-11DB-5618-3967-6200105BA7D7}"/>
              </a:ext>
            </a:extLst>
          </p:cNvPr>
          <p:cNvSpPr/>
          <p:nvPr/>
        </p:nvSpPr>
        <p:spPr>
          <a:xfrm>
            <a:off x="2741914" y="2324037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04741B9-B2A0-1824-4850-C2FEF48ED9E2}"/>
              </a:ext>
            </a:extLst>
          </p:cNvPr>
          <p:cNvCxnSpPr/>
          <p:nvPr/>
        </p:nvCxnSpPr>
        <p:spPr>
          <a:xfrm>
            <a:off x="2151905" y="2660741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30">
            <a:extLst>
              <a:ext uri="{FF2B5EF4-FFF2-40B4-BE49-F238E27FC236}">
                <a16:creationId xmlns:a16="http://schemas.microsoft.com/office/drawing/2014/main" id="{B54C9079-59F6-3E23-8077-72FAE82ED0E9}"/>
              </a:ext>
            </a:extLst>
          </p:cNvPr>
          <p:cNvSpPr/>
          <p:nvPr/>
        </p:nvSpPr>
        <p:spPr>
          <a:xfrm>
            <a:off x="477889" y="3132593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</a:t>
            </a:r>
          </a:p>
        </p:txBody>
      </p:sp>
      <p:sp>
        <p:nvSpPr>
          <p:cNvPr id="51" name="Rectangle: Rounded Corners 39">
            <a:extLst>
              <a:ext uri="{FF2B5EF4-FFF2-40B4-BE49-F238E27FC236}">
                <a16:creationId xmlns:a16="http://schemas.microsoft.com/office/drawing/2014/main" id="{5D213D66-9A3E-D104-91D0-125648694CB9}"/>
              </a:ext>
            </a:extLst>
          </p:cNvPr>
          <p:cNvSpPr/>
          <p:nvPr/>
        </p:nvSpPr>
        <p:spPr>
          <a:xfrm>
            <a:off x="2481146" y="3132593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0.5, 0.5</a:t>
            </a:r>
          </a:p>
        </p:txBody>
      </p:sp>
      <p:cxnSp>
        <p:nvCxnSpPr>
          <p:cNvPr id="52" name="Connector: Elbow 48">
            <a:extLst>
              <a:ext uri="{FF2B5EF4-FFF2-40B4-BE49-F238E27FC236}">
                <a16:creationId xmlns:a16="http://schemas.microsoft.com/office/drawing/2014/main" id="{26AACEF2-8E67-D56D-5EA3-4BC947808DE5}"/>
              </a:ext>
            </a:extLst>
          </p:cNvPr>
          <p:cNvCxnSpPr>
            <a:cxnSpLocks/>
            <a:endCxn id="50" idx="0"/>
          </p:cNvCxnSpPr>
          <p:nvPr/>
        </p:nvCxnSpPr>
        <p:spPr>
          <a:xfrm rot="10800000" flipV="1">
            <a:off x="1086298" y="2833269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49">
            <a:extLst>
              <a:ext uri="{FF2B5EF4-FFF2-40B4-BE49-F238E27FC236}">
                <a16:creationId xmlns:a16="http://schemas.microsoft.com/office/drawing/2014/main" id="{CA627D11-9DBC-2E5D-68FD-454838419B3A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151905" y="2833269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9D1DB99-0365-98E4-8EDA-05917F422A9D}"/>
              </a:ext>
            </a:extLst>
          </p:cNvPr>
          <p:cNvCxnSpPr>
            <a:cxnSpLocks/>
          </p:cNvCxnSpPr>
          <p:nvPr/>
        </p:nvCxnSpPr>
        <p:spPr>
          <a:xfrm flipV="1">
            <a:off x="1037806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E645346-DA2D-CC0F-1DEE-5BF679EBF1A1}"/>
              </a:ext>
            </a:extLst>
          </p:cNvPr>
          <p:cNvSpPr txBox="1"/>
          <p:nvPr/>
        </p:nvSpPr>
        <p:spPr>
          <a:xfrm>
            <a:off x="1014275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</a:t>
            </a:r>
          </a:p>
        </p:txBody>
      </p:sp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49CB6141-AAA3-2066-B82D-F4AA2B307691}"/>
              </a:ext>
            </a:extLst>
          </p:cNvPr>
          <p:cNvSpPr/>
          <p:nvPr/>
        </p:nvSpPr>
        <p:spPr>
          <a:xfrm>
            <a:off x="477888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1.0</a:t>
            </a:r>
          </a:p>
        </p:txBody>
      </p:sp>
      <p:sp>
        <p:nvSpPr>
          <p:cNvPr id="4" name="Rectangle: Rounded Corners 20">
            <a:extLst>
              <a:ext uri="{FF2B5EF4-FFF2-40B4-BE49-F238E27FC236}">
                <a16:creationId xmlns:a16="http://schemas.microsoft.com/office/drawing/2014/main" id="{E9B459B3-6051-5DC7-09D8-797DC52CDB12}"/>
              </a:ext>
            </a:extLst>
          </p:cNvPr>
          <p:cNvSpPr/>
          <p:nvPr/>
        </p:nvSpPr>
        <p:spPr>
          <a:xfrm>
            <a:off x="2481146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0.333</a:t>
            </a: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801B89AC-7D86-4568-7649-9AADB4231253}"/>
              </a:ext>
            </a:extLst>
          </p:cNvPr>
          <p:cNvSpPr/>
          <p:nvPr/>
        </p:nvSpPr>
        <p:spPr>
          <a:xfrm>
            <a:off x="5419660" y="2324586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13" name="Rectangle: Rounded Corners 20">
            <a:extLst>
              <a:ext uri="{FF2B5EF4-FFF2-40B4-BE49-F238E27FC236}">
                <a16:creationId xmlns:a16="http://schemas.microsoft.com/office/drawing/2014/main" id="{9C7E28B8-5CDD-4BE2-95D7-824F51EE700C}"/>
              </a:ext>
            </a:extLst>
          </p:cNvPr>
          <p:cNvSpPr/>
          <p:nvPr/>
        </p:nvSpPr>
        <p:spPr>
          <a:xfrm>
            <a:off x="6466869" y="2324037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44E73C-6C17-85C1-4915-95007B19DFF3}"/>
              </a:ext>
            </a:extLst>
          </p:cNvPr>
          <p:cNvCxnSpPr/>
          <p:nvPr/>
        </p:nvCxnSpPr>
        <p:spPr>
          <a:xfrm>
            <a:off x="5876860" y="2660741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6934FD61-AD5C-A8EB-7B6B-A19C9377F993}"/>
              </a:ext>
            </a:extLst>
          </p:cNvPr>
          <p:cNvSpPr/>
          <p:nvPr/>
        </p:nvSpPr>
        <p:spPr>
          <a:xfrm>
            <a:off x="4202844" y="3132593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- 0.5</a:t>
            </a:r>
          </a:p>
        </p:txBody>
      </p:sp>
      <p:sp>
        <p:nvSpPr>
          <p:cNvPr id="41" name="Rectangle: Rounded Corners 39">
            <a:extLst>
              <a:ext uri="{FF2B5EF4-FFF2-40B4-BE49-F238E27FC236}">
                <a16:creationId xmlns:a16="http://schemas.microsoft.com/office/drawing/2014/main" id="{DE71CA59-511C-CAC7-38D8-399E74B20034}"/>
              </a:ext>
            </a:extLst>
          </p:cNvPr>
          <p:cNvSpPr/>
          <p:nvPr/>
        </p:nvSpPr>
        <p:spPr>
          <a:xfrm>
            <a:off x="6206101" y="3132593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0.5, 0.5</a:t>
            </a:r>
          </a:p>
        </p:txBody>
      </p:sp>
      <p:cxnSp>
        <p:nvCxnSpPr>
          <p:cNvPr id="54" name="Connector: Elbow 48">
            <a:extLst>
              <a:ext uri="{FF2B5EF4-FFF2-40B4-BE49-F238E27FC236}">
                <a16:creationId xmlns:a16="http://schemas.microsoft.com/office/drawing/2014/main" id="{34A725EE-6E01-C80A-71C4-93D52CD70848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4811253" y="2833269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49">
            <a:extLst>
              <a:ext uri="{FF2B5EF4-FFF2-40B4-BE49-F238E27FC236}">
                <a16:creationId xmlns:a16="http://schemas.microsoft.com/office/drawing/2014/main" id="{52BEE60F-9A74-53E1-F09C-879E3A287592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876860" y="2833269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20">
            <a:extLst>
              <a:ext uri="{FF2B5EF4-FFF2-40B4-BE49-F238E27FC236}">
                <a16:creationId xmlns:a16="http://schemas.microsoft.com/office/drawing/2014/main" id="{E260B6E5-FEF5-16BD-7662-A096BFC8A798}"/>
              </a:ext>
            </a:extLst>
          </p:cNvPr>
          <p:cNvSpPr/>
          <p:nvPr/>
        </p:nvSpPr>
        <p:spPr>
          <a:xfrm>
            <a:off x="4202843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2.0</a:t>
            </a:r>
          </a:p>
        </p:txBody>
      </p:sp>
      <p:sp>
        <p:nvSpPr>
          <p:cNvPr id="60" name="Rectangle: Rounded Corners 20">
            <a:extLst>
              <a:ext uri="{FF2B5EF4-FFF2-40B4-BE49-F238E27FC236}">
                <a16:creationId xmlns:a16="http://schemas.microsoft.com/office/drawing/2014/main" id="{D549088D-7BC9-4AE0-29F3-97005DBF9539}"/>
              </a:ext>
            </a:extLst>
          </p:cNvPr>
          <p:cNvSpPr/>
          <p:nvPr/>
        </p:nvSpPr>
        <p:spPr>
          <a:xfrm>
            <a:off x="6206101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2.0</a:t>
            </a:r>
          </a:p>
        </p:txBody>
      </p:sp>
      <p:sp>
        <p:nvSpPr>
          <p:cNvPr id="61" name="Rectangle: Rounded Corners 12">
            <a:extLst>
              <a:ext uri="{FF2B5EF4-FFF2-40B4-BE49-F238E27FC236}">
                <a16:creationId xmlns:a16="http://schemas.microsoft.com/office/drawing/2014/main" id="{4256C48E-EF87-D254-BA1A-7FE521ECEAB2}"/>
              </a:ext>
            </a:extLst>
          </p:cNvPr>
          <p:cNvSpPr/>
          <p:nvPr/>
        </p:nvSpPr>
        <p:spPr>
          <a:xfrm>
            <a:off x="1694705" y="4553144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26.5</a:t>
            </a:r>
          </a:p>
        </p:txBody>
      </p:sp>
      <p:sp>
        <p:nvSpPr>
          <p:cNvPr id="62" name="Rectangle: Rounded Corners 20">
            <a:extLst>
              <a:ext uri="{FF2B5EF4-FFF2-40B4-BE49-F238E27FC236}">
                <a16:creationId xmlns:a16="http://schemas.microsoft.com/office/drawing/2014/main" id="{11B85EBE-7942-4739-FECD-2B34B52E29C5}"/>
              </a:ext>
            </a:extLst>
          </p:cNvPr>
          <p:cNvSpPr/>
          <p:nvPr/>
        </p:nvSpPr>
        <p:spPr>
          <a:xfrm>
            <a:off x="2741914" y="4552595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D50C572-72AA-F781-0F93-CD16CD02676D}"/>
              </a:ext>
            </a:extLst>
          </p:cNvPr>
          <p:cNvCxnSpPr/>
          <p:nvPr/>
        </p:nvCxnSpPr>
        <p:spPr>
          <a:xfrm>
            <a:off x="2151905" y="4889299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Rectangle: Rounded Corners 30">
            <a:extLst>
              <a:ext uri="{FF2B5EF4-FFF2-40B4-BE49-F238E27FC236}">
                <a16:creationId xmlns:a16="http://schemas.microsoft.com/office/drawing/2014/main" id="{F87BE6C3-1572-BA25-8298-EB12A51E8E3F}"/>
              </a:ext>
            </a:extLst>
          </p:cNvPr>
          <p:cNvSpPr/>
          <p:nvPr/>
        </p:nvSpPr>
        <p:spPr>
          <a:xfrm>
            <a:off x="477889" y="5361151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0.5, 0.5</a:t>
            </a:r>
          </a:p>
        </p:txBody>
      </p:sp>
      <p:sp>
        <p:nvSpPr>
          <p:cNvPr id="65" name="Rectangle: Rounded Corners 39">
            <a:extLst>
              <a:ext uri="{FF2B5EF4-FFF2-40B4-BE49-F238E27FC236}">
                <a16:creationId xmlns:a16="http://schemas.microsoft.com/office/drawing/2014/main" id="{3CB263D1-B9C4-F248-73D7-B3EF7B7D1C4D}"/>
              </a:ext>
            </a:extLst>
          </p:cNvPr>
          <p:cNvSpPr/>
          <p:nvPr/>
        </p:nvSpPr>
        <p:spPr>
          <a:xfrm>
            <a:off x="2481146" y="5361151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cxnSp>
        <p:nvCxnSpPr>
          <p:cNvPr id="66" name="Connector: Elbow 48">
            <a:extLst>
              <a:ext uri="{FF2B5EF4-FFF2-40B4-BE49-F238E27FC236}">
                <a16:creationId xmlns:a16="http://schemas.microsoft.com/office/drawing/2014/main" id="{AF9191BA-4DA0-907F-957F-C3762E1F7FB9}"/>
              </a:ext>
            </a:extLst>
          </p:cNvPr>
          <p:cNvCxnSpPr>
            <a:cxnSpLocks/>
            <a:endCxn id="64" idx="0"/>
          </p:cNvCxnSpPr>
          <p:nvPr/>
        </p:nvCxnSpPr>
        <p:spPr>
          <a:xfrm rot="10800000" flipV="1">
            <a:off x="1086298" y="5061827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49">
            <a:extLst>
              <a:ext uri="{FF2B5EF4-FFF2-40B4-BE49-F238E27FC236}">
                <a16:creationId xmlns:a16="http://schemas.microsoft.com/office/drawing/2014/main" id="{F145EB9B-C01D-6D25-FF04-FC19B96230A5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2151905" y="5061827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: Rounded Corners 20">
            <a:extLst>
              <a:ext uri="{FF2B5EF4-FFF2-40B4-BE49-F238E27FC236}">
                <a16:creationId xmlns:a16="http://schemas.microsoft.com/office/drawing/2014/main" id="{983781FD-43A5-35F3-23A0-6FBF81F5D44D}"/>
              </a:ext>
            </a:extLst>
          </p:cNvPr>
          <p:cNvSpPr/>
          <p:nvPr/>
        </p:nvSpPr>
        <p:spPr>
          <a:xfrm>
            <a:off x="477888" y="5798607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0.333</a:t>
            </a:r>
          </a:p>
        </p:txBody>
      </p:sp>
      <p:sp>
        <p:nvSpPr>
          <p:cNvPr id="69" name="Rectangle: Rounded Corners 20">
            <a:extLst>
              <a:ext uri="{FF2B5EF4-FFF2-40B4-BE49-F238E27FC236}">
                <a16:creationId xmlns:a16="http://schemas.microsoft.com/office/drawing/2014/main" id="{EC14BA08-9AE5-CA86-604B-BFFCA2398322}"/>
              </a:ext>
            </a:extLst>
          </p:cNvPr>
          <p:cNvSpPr/>
          <p:nvPr/>
        </p:nvSpPr>
        <p:spPr>
          <a:xfrm>
            <a:off x="2481146" y="5798607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1.0</a:t>
            </a:r>
          </a:p>
        </p:txBody>
      </p:sp>
      <p:sp>
        <p:nvSpPr>
          <p:cNvPr id="70" name="Rectangle: Rounded Corners 67">
            <a:extLst>
              <a:ext uri="{FF2B5EF4-FFF2-40B4-BE49-F238E27FC236}">
                <a16:creationId xmlns:a16="http://schemas.microsoft.com/office/drawing/2014/main" id="{9041C206-406A-B117-EB59-8373A0DD77D2}"/>
              </a:ext>
            </a:extLst>
          </p:cNvPr>
          <p:cNvSpPr/>
          <p:nvPr/>
        </p:nvSpPr>
        <p:spPr>
          <a:xfrm>
            <a:off x="477888" y="4009229"/>
            <a:ext cx="3213832" cy="264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1.0 + 0.33 − 0 = 1.33</a:t>
            </a:r>
          </a:p>
        </p:txBody>
      </p:sp>
      <p:sp>
        <p:nvSpPr>
          <p:cNvPr id="71" name="Rectangle: Rounded Corners 67">
            <a:extLst>
              <a:ext uri="{FF2B5EF4-FFF2-40B4-BE49-F238E27FC236}">
                <a16:creationId xmlns:a16="http://schemas.microsoft.com/office/drawing/2014/main" id="{EAD6EC7F-42EF-E27B-DCE3-D3249EB84A3F}"/>
              </a:ext>
            </a:extLst>
          </p:cNvPr>
          <p:cNvSpPr/>
          <p:nvPr/>
        </p:nvSpPr>
        <p:spPr>
          <a:xfrm>
            <a:off x="4171746" y="4009229"/>
            <a:ext cx="3213832" cy="264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2.0 + 2.0 – 0 = 4.0</a:t>
            </a:r>
          </a:p>
        </p:txBody>
      </p:sp>
      <p:sp>
        <p:nvSpPr>
          <p:cNvPr id="72" name="Rectangle: Rounded Corners 67">
            <a:extLst>
              <a:ext uri="{FF2B5EF4-FFF2-40B4-BE49-F238E27FC236}">
                <a16:creationId xmlns:a16="http://schemas.microsoft.com/office/drawing/2014/main" id="{F4E5F400-5302-2758-DDBD-11FF89EB7AF4}"/>
              </a:ext>
            </a:extLst>
          </p:cNvPr>
          <p:cNvSpPr/>
          <p:nvPr/>
        </p:nvSpPr>
        <p:spPr>
          <a:xfrm>
            <a:off x="477888" y="6218324"/>
            <a:ext cx="3213832" cy="264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0.33 + 1.0 – 0.0 = 1.33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8B34B6FF-0191-F2EE-C746-63E5D52A4959}"/>
              </a:ext>
            </a:extLst>
          </p:cNvPr>
          <p:cNvSpPr/>
          <p:nvPr/>
        </p:nvSpPr>
        <p:spPr>
          <a:xfrm>
            <a:off x="4284620" y="3904663"/>
            <a:ext cx="2955879" cy="534553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B96AD02-44A4-64BD-48FD-E3BE14784DD0}"/>
              </a:ext>
            </a:extLst>
          </p:cNvPr>
          <p:cNvSpPr txBox="1"/>
          <p:nvPr/>
        </p:nvSpPr>
        <p:spPr>
          <a:xfrm>
            <a:off x="4092191" y="4475566"/>
            <a:ext cx="3472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Gain with the highest value.</a:t>
            </a:r>
          </a:p>
        </p:txBody>
      </p:sp>
      <p:sp>
        <p:nvSpPr>
          <p:cNvPr id="58" name="Rounded Rectangle 8">
            <a:extLst>
              <a:ext uri="{FF2B5EF4-FFF2-40B4-BE49-F238E27FC236}">
                <a16:creationId xmlns:a16="http://schemas.microsoft.com/office/drawing/2014/main" id="{9232949A-4BDA-02B1-B7BF-5134D1C27DA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(Review)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16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A1AB-FD60-3930-6F30-BA71025A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75C6C6-680A-B5F3-0D22-79E12B12D658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9E859ED-0F04-7D96-154B-709CBA12360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1C1CFF-B825-2461-F684-AFD55236306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57C5-A907-2CB8-6DA5-9B287A11BD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10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EE9E162-DE55-4CBB-E3D3-2A796AF4F2CC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0D8705-1E8D-3416-F9B5-577F464ABBC7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5840DE3-864D-11ED-92B3-2064E6F55DE2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C888E8-F709-C09E-0482-3118889293AE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AE82030-3CB8-06F1-2450-403814339952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D4AD54-70BB-339E-9988-7FD34EF1D3D2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B0057E-7EEC-63BD-2FB2-B7E40932A6EF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B8F06DB-4A7D-AB64-B818-42B0BC9C8147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14D1314-023C-44F6-3CCC-7911C959008A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FB73C4-3087-0EB4-92AE-F91568F375E1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2F6979-8D3E-65C4-C9D7-3113326636A8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133D248-9EA1-0195-CB9D-9D60EE2423E9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56D73099-F9E6-1EAF-C673-224496D8A221}"/>
              </a:ext>
            </a:extLst>
          </p:cNvPr>
          <p:cNvSpPr txBox="1"/>
          <p:nvPr/>
        </p:nvSpPr>
        <p:spPr>
          <a:xfrm>
            <a:off x="477888" y="1741129"/>
            <a:ext cx="7845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After selecting the split with the maximum Gain, compute the Output value for each left and right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C3E520-F9A2-E602-5EC8-A041A43D758C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C3E520-F9A2-E602-5EC8-A041A43D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46B964-BCB0-105C-3508-F714B61E0059}"/>
              </a:ext>
            </a:extLst>
          </p:cNvPr>
          <p:cNvCxnSpPr/>
          <p:nvPr/>
        </p:nvCxnSpPr>
        <p:spPr>
          <a:xfrm>
            <a:off x="8192982" y="502628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D746CCB-7097-F8AF-BF4E-9A047C1FACFE}"/>
              </a:ext>
            </a:extLst>
          </p:cNvPr>
          <p:cNvSpPr txBox="1"/>
          <p:nvPr/>
        </p:nvSpPr>
        <p:spPr>
          <a:xfrm>
            <a:off x="11236042" y="4892061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6C8AFA-02C7-1CEE-4782-00191EAE1025}"/>
              </a:ext>
            </a:extLst>
          </p:cNvPr>
          <p:cNvSpPr txBox="1"/>
          <p:nvPr/>
        </p:nvSpPr>
        <p:spPr>
          <a:xfrm>
            <a:off x="10798869" y="4643281"/>
            <a:ext cx="135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prediction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42EF5CB-A52D-C6F8-7E3E-7984C55B4B4E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4AB438-4639-3403-6BB5-D93AD9D1BCE3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EB38BC6-04A4-A466-176A-DD33DAF24DCE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B9D7C75-8893-B939-78FA-16E0C74CB0F8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9719D16-9805-CC45-4B60-2B0FEE56079C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3DB8CB-A43A-CC8A-F68E-FCE37D98D00A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2D652D-EE84-ACBB-2D64-831641A203DA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9189936-2DDC-9895-69A8-3DD3FF322573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0139F15-822B-06F7-4696-25D3BB9150F9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1C35F44-22BB-0271-6B15-92C2B823FF7A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C22FD3-70D4-E23D-3240-5BC01C7D13A8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6618D87-C155-8C1A-2BAB-A250AF4B3295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9064250" y="5016846"/>
            <a:ext cx="5330" cy="131841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AF5496A-DE9D-2C29-7D52-3F36A192B7C9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9406624" y="4995130"/>
            <a:ext cx="0" cy="133875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DDA4F6D-FD60-1E9A-B481-9456689DB2C2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10225182" y="3858110"/>
            <a:ext cx="0" cy="115873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B8FFC66-3282-A56E-1A4E-D40C875ACBE1}"/>
              </a:ext>
            </a:extLst>
          </p:cNvPr>
          <p:cNvCxnSpPr>
            <a:cxnSpLocks/>
            <a:endCxn id="38" idx="4"/>
          </p:cNvCxnSpPr>
          <p:nvPr/>
        </p:nvCxnSpPr>
        <p:spPr>
          <a:xfrm flipV="1">
            <a:off x="10535621" y="3858109"/>
            <a:ext cx="0" cy="115658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C19B19BD-95B0-EB80-C2EA-05F99B17E527}"/>
              </a:ext>
            </a:extLst>
          </p:cNvPr>
          <p:cNvSpPr txBox="1"/>
          <p:nvPr/>
        </p:nvSpPr>
        <p:spPr>
          <a:xfrm>
            <a:off x="9373838" y="4169152"/>
            <a:ext cx="922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B38A8C6-10FC-9ED8-C21D-2306EF258826}"/>
              </a:ext>
            </a:extLst>
          </p:cNvPr>
          <p:cNvCxnSpPr>
            <a:cxnSpLocks/>
          </p:cNvCxnSpPr>
          <p:nvPr/>
        </p:nvCxnSpPr>
        <p:spPr>
          <a:xfrm flipV="1">
            <a:off x="1037806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E677470-6C05-C126-189D-ADEEF7E96593}"/>
              </a:ext>
            </a:extLst>
          </p:cNvPr>
          <p:cNvSpPr txBox="1"/>
          <p:nvPr/>
        </p:nvSpPr>
        <p:spPr>
          <a:xfrm>
            <a:off x="1014275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</a:t>
            </a:r>
          </a:p>
        </p:txBody>
      </p:sp>
      <p:sp>
        <p:nvSpPr>
          <p:cNvPr id="58" name="Rectangle: Rounded Corners 12">
            <a:extLst>
              <a:ext uri="{FF2B5EF4-FFF2-40B4-BE49-F238E27FC236}">
                <a16:creationId xmlns:a16="http://schemas.microsoft.com/office/drawing/2014/main" id="{CAABBB39-6FDF-2726-BCB5-FAD287BEF61C}"/>
              </a:ext>
            </a:extLst>
          </p:cNvPr>
          <p:cNvSpPr/>
          <p:nvPr/>
        </p:nvSpPr>
        <p:spPr>
          <a:xfrm>
            <a:off x="3722017" y="2560369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75" name="Rectangle: Rounded Corners 20">
            <a:extLst>
              <a:ext uri="{FF2B5EF4-FFF2-40B4-BE49-F238E27FC236}">
                <a16:creationId xmlns:a16="http://schemas.microsoft.com/office/drawing/2014/main" id="{127ED908-0148-290B-8CB0-D68175D89CED}"/>
              </a:ext>
            </a:extLst>
          </p:cNvPr>
          <p:cNvSpPr/>
          <p:nvPr/>
        </p:nvSpPr>
        <p:spPr>
          <a:xfrm>
            <a:off x="4769226" y="2559820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13ABA03F-AA0E-F280-9799-EA1A5E9DC45A}"/>
              </a:ext>
            </a:extLst>
          </p:cNvPr>
          <p:cNvCxnSpPr/>
          <p:nvPr/>
        </p:nvCxnSpPr>
        <p:spPr>
          <a:xfrm>
            <a:off x="4179217" y="2896524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Rectangle: Rounded Corners 30">
            <a:extLst>
              <a:ext uri="{FF2B5EF4-FFF2-40B4-BE49-F238E27FC236}">
                <a16:creationId xmlns:a16="http://schemas.microsoft.com/office/drawing/2014/main" id="{F8B78C9D-3B5A-1FD5-41CF-4761CFEB22F4}"/>
              </a:ext>
            </a:extLst>
          </p:cNvPr>
          <p:cNvSpPr/>
          <p:nvPr/>
        </p:nvSpPr>
        <p:spPr>
          <a:xfrm>
            <a:off x="2505201" y="3368376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- 0.5</a:t>
            </a:r>
          </a:p>
        </p:txBody>
      </p:sp>
      <p:sp>
        <p:nvSpPr>
          <p:cNvPr id="78" name="Rectangle: Rounded Corners 39">
            <a:extLst>
              <a:ext uri="{FF2B5EF4-FFF2-40B4-BE49-F238E27FC236}">
                <a16:creationId xmlns:a16="http://schemas.microsoft.com/office/drawing/2014/main" id="{8BB48B3D-6956-6981-9157-F37F0F485915}"/>
              </a:ext>
            </a:extLst>
          </p:cNvPr>
          <p:cNvSpPr/>
          <p:nvPr/>
        </p:nvSpPr>
        <p:spPr>
          <a:xfrm>
            <a:off x="4508458" y="3368376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0.5, 0.5</a:t>
            </a:r>
          </a:p>
        </p:txBody>
      </p:sp>
      <p:cxnSp>
        <p:nvCxnSpPr>
          <p:cNvPr id="79" name="Connector: Elbow 48">
            <a:extLst>
              <a:ext uri="{FF2B5EF4-FFF2-40B4-BE49-F238E27FC236}">
                <a16:creationId xmlns:a16="http://schemas.microsoft.com/office/drawing/2014/main" id="{C30E5E23-F218-5954-AB4A-A37DD3C0B689}"/>
              </a:ext>
            </a:extLst>
          </p:cNvPr>
          <p:cNvCxnSpPr>
            <a:cxnSpLocks/>
            <a:endCxn id="77" idx="0"/>
          </p:cNvCxnSpPr>
          <p:nvPr/>
        </p:nvCxnSpPr>
        <p:spPr>
          <a:xfrm rot="10800000" flipV="1">
            <a:off x="3113610" y="3069052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49">
            <a:extLst>
              <a:ext uri="{FF2B5EF4-FFF2-40B4-BE49-F238E27FC236}">
                <a16:creationId xmlns:a16="http://schemas.microsoft.com/office/drawing/2014/main" id="{1E708466-C3DE-77F3-33ED-10F39FAB42C1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4179217" y="3069052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20">
            <a:extLst>
              <a:ext uri="{FF2B5EF4-FFF2-40B4-BE49-F238E27FC236}">
                <a16:creationId xmlns:a16="http://schemas.microsoft.com/office/drawing/2014/main" id="{152029CA-B700-45F8-752E-2AD41E783FE9}"/>
              </a:ext>
            </a:extLst>
          </p:cNvPr>
          <p:cNvSpPr/>
          <p:nvPr/>
        </p:nvSpPr>
        <p:spPr>
          <a:xfrm>
            <a:off x="2505200" y="380583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-2.0</a:t>
            </a:r>
          </a:p>
        </p:txBody>
      </p:sp>
      <p:sp>
        <p:nvSpPr>
          <p:cNvPr id="82" name="Rectangle: Rounded Corners 20">
            <a:extLst>
              <a:ext uri="{FF2B5EF4-FFF2-40B4-BE49-F238E27FC236}">
                <a16:creationId xmlns:a16="http://schemas.microsoft.com/office/drawing/2014/main" id="{CAF3916A-C825-E1CB-D78B-0A5715AD0957}"/>
              </a:ext>
            </a:extLst>
          </p:cNvPr>
          <p:cNvSpPr/>
          <p:nvPr/>
        </p:nvSpPr>
        <p:spPr>
          <a:xfrm>
            <a:off x="4508458" y="380583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2.0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EC5879-2605-0CA1-7FC0-16D62A024B6E}"/>
                  </a:ext>
                </a:extLst>
              </p:cNvPr>
              <p:cNvSpPr txBox="1"/>
              <p:nvPr/>
            </p:nvSpPr>
            <p:spPr>
              <a:xfrm>
                <a:off x="486729" y="5273348"/>
                <a:ext cx="5889305" cy="80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𝑅𝑒𝑠𝑖𝑑𝑢𝑎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∑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𝑃𝑟𝑒𝑣𝑖𝑜𝑢𝑠𝑃𝑟𝑜𝑏𝑎𝑏𝑖𝑙𝑖𝑡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𝑃𝑟𝑒𝑣𝑖𝑜𝑢𝑠𝑃𝑟𝑜𝑏𝑎𝑏𝑖𝑙𝑖𝑡</m:t>
                                  </m:r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den>
                      </m:f>
                    </m:oMath>
                  </m:oMathPara>
                </a14:m>
                <a:endParaRPr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04EC5879-2605-0CA1-7FC0-16D62A024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29" y="5273348"/>
                <a:ext cx="5889305" cy="805413"/>
              </a:xfrm>
              <a:prstGeom prst="rect">
                <a:avLst/>
              </a:prstGeom>
              <a:blipFill>
                <a:blip r:embed="rId3"/>
                <a:stretch>
                  <a:fillRect l="-1505" t="-54688" b="-10938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47365AA-D4E5-8C93-1CCA-ED7EDD8AA671}"/>
                  </a:ext>
                </a:extLst>
              </p:cNvPr>
              <p:cNvSpPr txBox="1"/>
              <p:nvPr/>
            </p:nvSpPr>
            <p:spPr>
              <a:xfrm>
                <a:off x="477888" y="4926130"/>
                <a:ext cx="180164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𝑅𝑒𝑠𝑖𝑑𝑢𝑎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n-NO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47365AA-D4E5-8C93-1CCA-ED7EDD8AA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8" y="4926130"/>
                <a:ext cx="1801647" cy="246221"/>
              </a:xfrm>
              <a:prstGeom prst="rect">
                <a:avLst/>
              </a:prstGeom>
              <a:blipFill>
                <a:blip r:embed="rId4"/>
                <a:stretch>
                  <a:fillRect l="-2098" t="-9524" b="-2381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E235E7EF-B6C1-5983-28ED-EAF0BDE1471C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(Review)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015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AAF10-0E41-0305-5B91-91C621CC8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7CD5BCC-0B98-559F-A505-F33636E0B8C0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7098A92-BFCF-89E4-841A-FBE4864506D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210C74-A852-2EDF-BF20-DA16AA641627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5052E-1801-778B-1BE1-0E8D73D5F1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11</a:t>
            </a:fld>
            <a:endParaRPr lang="en-US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C19622B-53E9-954E-466C-B61945B54354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FCBE6A-E0EA-9F92-DCE5-955702D14DBB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383B37-D8D5-3B94-897C-73D96E69B803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E18E2E-9D1F-66BB-60EB-CF25CEF2D8B2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840DA7E-DC60-A08B-55C1-B3451CE98EF6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682F2C-B11F-95E6-A4E0-39D997EF9F01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EFE136-2D17-7F7B-4F09-1135681EC043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2A8EE1A-028A-D719-AEC9-3923353E5BC0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C08E28F-B941-7F1F-9559-DAF691DEB7E1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0B828A6-33A2-766E-844A-C160E71A878B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47B1DD-BBB9-ECFB-59F9-873F843F88EB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76AB295-038B-DCE8-380E-5BFFBBB28DDA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A8C9E63-C0F0-532F-D3C2-96066E34A7AA}"/>
              </a:ext>
            </a:extLst>
          </p:cNvPr>
          <p:cNvSpPr txBox="1"/>
          <p:nvPr/>
        </p:nvSpPr>
        <p:spPr>
          <a:xfrm>
            <a:off x="477888" y="1741129"/>
            <a:ext cx="78454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For prediction at X = 25.8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Select the appropriate branch based on the value of X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Compute the Log Prediction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Compute the Predicted Probability</a:t>
            </a:r>
          </a:p>
          <a:p>
            <a:pPr marL="342900" indent="-342900">
              <a:buFont typeface="Wingdings" pitchFamily="2" charset="2"/>
              <a:buChar char="v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58E3BB-5005-61B5-EA21-760558DF60B4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58E3BB-5005-61B5-EA21-760558DF6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B76C064-84B8-7972-E215-DE47D1FFFDE1}"/>
              </a:ext>
            </a:extLst>
          </p:cNvPr>
          <p:cNvCxnSpPr/>
          <p:nvPr/>
        </p:nvCxnSpPr>
        <p:spPr>
          <a:xfrm>
            <a:off x="8192982" y="502628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D87E6A6-51E7-C41A-140D-DEAADBEE2193}"/>
              </a:ext>
            </a:extLst>
          </p:cNvPr>
          <p:cNvSpPr txBox="1"/>
          <p:nvPr/>
        </p:nvSpPr>
        <p:spPr>
          <a:xfrm>
            <a:off x="11236042" y="4892061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73984B-E190-4379-02BF-8695D61B0173}"/>
              </a:ext>
            </a:extLst>
          </p:cNvPr>
          <p:cNvSpPr txBox="1"/>
          <p:nvPr/>
        </p:nvSpPr>
        <p:spPr>
          <a:xfrm>
            <a:off x="10798869" y="4643281"/>
            <a:ext cx="135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prediction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F5AE9D1-3261-37DE-5939-83EF9B673504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9EBA23-6E0B-27CE-D9C9-4DFF6C1FEA6C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3397B19-F3CA-E361-5F7A-65E42DEB8EF3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5DDF24F-EB1E-A2DA-34C0-64F952D72D2C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A66F34A-A2E8-5083-8060-E720627EFF68}"/>
              </a:ext>
            </a:extLst>
          </p:cNvPr>
          <p:cNvSpPr/>
          <p:nvPr/>
        </p:nvSpPr>
        <p:spPr>
          <a:xfrm>
            <a:off x="8982348" y="6335265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530724-37E1-4536-378E-6D5C7763CA3E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D84A25-7FAB-1B6D-4A4D-3C5CEF5A32DE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540C2CD-2983-B267-5D46-72171DE69123}"/>
              </a:ext>
            </a:extLst>
          </p:cNvPr>
          <p:cNvSpPr/>
          <p:nvPr/>
        </p:nvSpPr>
        <p:spPr>
          <a:xfrm>
            <a:off x="9319392" y="633388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7647F48-6F34-4C05-68A8-57AB4DF25EC8}"/>
              </a:ext>
            </a:extLst>
          </p:cNvPr>
          <p:cNvSpPr/>
          <p:nvPr/>
        </p:nvSpPr>
        <p:spPr>
          <a:xfrm>
            <a:off x="10137950" y="3711461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5484068-40F8-40F9-63B1-C2FC021B4ADC}"/>
              </a:ext>
            </a:extLst>
          </p:cNvPr>
          <p:cNvSpPr/>
          <p:nvPr/>
        </p:nvSpPr>
        <p:spPr>
          <a:xfrm>
            <a:off x="10448389" y="371146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5328242-0849-AB71-E997-B263FAF85558}"/>
              </a:ext>
            </a:extLst>
          </p:cNvPr>
          <p:cNvSpPr txBox="1"/>
          <p:nvPr/>
        </p:nvSpPr>
        <p:spPr>
          <a:xfrm>
            <a:off x="7865603" y="6223126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A2D508C-3FF6-B406-A820-71E757B5B38B}"/>
              </a:ext>
            </a:extLst>
          </p:cNvPr>
          <p:cNvCxnSpPr>
            <a:stCxn id="33" idx="0"/>
          </p:cNvCxnSpPr>
          <p:nvPr/>
        </p:nvCxnSpPr>
        <p:spPr>
          <a:xfrm flipH="1" flipV="1">
            <a:off x="9064250" y="5016846"/>
            <a:ext cx="5330" cy="131841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FB69C1-2230-5612-84A9-48ED498E2BB4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9406624" y="4995130"/>
            <a:ext cx="0" cy="133875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F32826D-EED7-81B3-0C85-2227BF5B2036}"/>
              </a:ext>
            </a:extLst>
          </p:cNvPr>
          <p:cNvCxnSpPr>
            <a:cxnSpLocks/>
            <a:endCxn id="37" idx="4"/>
          </p:cNvCxnSpPr>
          <p:nvPr/>
        </p:nvCxnSpPr>
        <p:spPr>
          <a:xfrm flipV="1">
            <a:off x="10225182" y="3858110"/>
            <a:ext cx="0" cy="115873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ADC77E7-0971-DD83-B55E-5DAA813FF157}"/>
              </a:ext>
            </a:extLst>
          </p:cNvPr>
          <p:cNvCxnSpPr>
            <a:cxnSpLocks/>
            <a:endCxn id="38" idx="4"/>
          </p:cNvCxnSpPr>
          <p:nvPr/>
        </p:nvCxnSpPr>
        <p:spPr>
          <a:xfrm flipV="1">
            <a:off x="10535621" y="3858109"/>
            <a:ext cx="0" cy="1156585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F8BD392-10DC-FAA5-8109-1C1A285CBED9}"/>
              </a:ext>
            </a:extLst>
          </p:cNvPr>
          <p:cNvSpPr txBox="1"/>
          <p:nvPr/>
        </p:nvSpPr>
        <p:spPr>
          <a:xfrm>
            <a:off x="9373838" y="4169152"/>
            <a:ext cx="922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B3DE5D0-F627-B4E2-C15A-50E1A1728702}"/>
              </a:ext>
            </a:extLst>
          </p:cNvPr>
          <p:cNvCxnSpPr>
            <a:cxnSpLocks/>
          </p:cNvCxnSpPr>
          <p:nvPr/>
        </p:nvCxnSpPr>
        <p:spPr>
          <a:xfrm flipV="1">
            <a:off x="1037806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A2F7A30-5933-737B-FF47-649C22A4118B}"/>
              </a:ext>
            </a:extLst>
          </p:cNvPr>
          <p:cNvSpPr txBox="1"/>
          <p:nvPr/>
        </p:nvSpPr>
        <p:spPr>
          <a:xfrm>
            <a:off x="1014275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</a:t>
            </a:r>
          </a:p>
        </p:txBody>
      </p:sp>
      <p:sp>
        <p:nvSpPr>
          <p:cNvPr id="58" name="Rectangle: Rounded Corners 12">
            <a:extLst>
              <a:ext uri="{FF2B5EF4-FFF2-40B4-BE49-F238E27FC236}">
                <a16:creationId xmlns:a16="http://schemas.microsoft.com/office/drawing/2014/main" id="{3A6DC266-EA5B-2FE5-7FA8-D2C020CEF88E}"/>
              </a:ext>
            </a:extLst>
          </p:cNvPr>
          <p:cNvSpPr/>
          <p:nvPr/>
        </p:nvSpPr>
        <p:spPr>
          <a:xfrm>
            <a:off x="3722017" y="3258461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75" name="Rectangle: Rounded Corners 20">
            <a:extLst>
              <a:ext uri="{FF2B5EF4-FFF2-40B4-BE49-F238E27FC236}">
                <a16:creationId xmlns:a16="http://schemas.microsoft.com/office/drawing/2014/main" id="{0A2E7BE0-F4EA-7C64-32ED-A6E94E9DB331}"/>
              </a:ext>
            </a:extLst>
          </p:cNvPr>
          <p:cNvSpPr/>
          <p:nvPr/>
        </p:nvSpPr>
        <p:spPr>
          <a:xfrm>
            <a:off x="4769226" y="3257912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70A66CB-D663-5C0D-60D4-652F9C8F3243}"/>
              </a:ext>
            </a:extLst>
          </p:cNvPr>
          <p:cNvCxnSpPr/>
          <p:nvPr/>
        </p:nvCxnSpPr>
        <p:spPr>
          <a:xfrm>
            <a:off x="4179217" y="3594616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Rectangle: Rounded Corners 30">
            <a:extLst>
              <a:ext uri="{FF2B5EF4-FFF2-40B4-BE49-F238E27FC236}">
                <a16:creationId xmlns:a16="http://schemas.microsoft.com/office/drawing/2014/main" id="{0C5D4B0E-D870-32A7-DB59-0758C8E7D5CE}"/>
              </a:ext>
            </a:extLst>
          </p:cNvPr>
          <p:cNvSpPr/>
          <p:nvPr/>
        </p:nvSpPr>
        <p:spPr>
          <a:xfrm>
            <a:off x="2505201" y="4066468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- 0.5, - 0.5</a:t>
            </a:r>
          </a:p>
        </p:txBody>
      </p:sp>
      <p:sp>
        <p:nvSpPr>
          <p:cNvPr id="78" name="Rectangle: Rounded Corners 39">
            <a:extLst>
              <a:ext uri="{FF2B5EF4-FFF2-40B4-BE49-F238E27FC236}">
                <a16:creationId xmlns:a16="http://schemas.microsoft.com/office/drawing/2014/main" id="{6580F630-FBCF-B8E1-C5A3-F2AD769910E6}"/>
              </a:ext>
            </a:extLst>
          </p:cNvPr>
          <p:cNvSpPr/>
          <p:nvPr/>
        </p:nvSpPr>
        <p:spPr>
          <a:xfrm>
            <a:off x="4508458" y="4066468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0.5, 0.5</a:t>
            </a:r>
          </a:p>
        </p:txBody>
      </p:sp>
      <p:cxnSp>
        <p:nvCxnSpPr>
          <p:cNvPr id="79" name="Connector: Elbow 48">
            <a:extLst>
              <a:ext uri="{FF2B5EF4-FFF2-40B4-BE49-F238E27FC236}">
                <a16:creationId xmlns:a16="http://schemas.microsoft.com/office/drawing/2014/main" id="{D67686DA-91B1-EE35-5165-DE3DC4617450}"/>
              </a:ext>
            </a:extLst>
          </p:cNvPr>
          <p:cNvCxnSpPr>
            <a:cxnSpLocks/>
            <a:endCxn id="77" idx="0"/>
          </p:cNvCxnSpPr>
          <p:nvPr/>
        </p:nvCxnSpPr>
        <p:spPr>
          <a:xfrm rot="10800000" flipV="1">
            <a:off x="3113610" y="3767144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49">
            <a:extLst>
              <a:ext uri="{FF2B5EF4-FFF2-40B4-BE49-F238E27FC236}">
                <a16:creationId xmlns:a16="http://schemas.microsoft.com/office/drawing/2014/main" id="{F9708D01-FDFA-0986-F0E6-45F2BD89A911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4179217" y="3767144"/>
            <a:ext cx="934528" cy="29932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20">
            <a:extLst>
              <a:ext uri="{FF2B5EF4-FFF2-40B4-BE49-F238E27FC236}">
                <a16:creationId xmlns:a16="http://schemas.microsoft.com/office/drawing/2014/main" id="{23E0C39D-C805-7457-72F6-5B2C3F96133C}"/>
              </a:ext>
            </a:extLst>
          </p:cNvPr>
          <p:cNvSpPr/>
          <p:nvPr/>
        </p:nvSpPr>
        <p:spPr>
          <a:xfrm>
            <a:off x="2505200" y="4503924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-2.0</a:t>
            </a:r>
          </a:p>
        </p:txBody>
      </p:sp>
      <p:sp>
        <p:nvSpPr>
          <p:cNvPr id="82" name="Rectangle: Rounded Corners 20">
            <a:extLst>
              <a:ext uri="{FF2B5EF4-FFF2-40B4-BE49-F238E27FC236}">
                <a16:creationId xmlns:a16="http://schemas.microsoft.com/office/drawing/2014/main" id="{C8F385D3-7C6C-5299-52D2-D1119E7F054A}"/>
              </a:ext>
            </a:extLst>
          </p:cNvPr>
          <p:cNvSpPr/>
          <p:nvPr/>
        </p:nvSpPr>
        <p:spPr>
          <a:xfrm>
            <a:off x="4508458" y="4503924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2.0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BDDF8C-6344-8BBB-B238-6E71DFA371D9}"/>
                  </a:ext>
                </a:extLst>
              </p:cNvPr>
              <p:cNvSpPr txBox="1"/>
              <p:nvPr/>
            </p:nvSpPr>
            <p:spPr>
              <a:xfrm>
                <a:off x="1794822" y="5664505"/>
                <a:ext cx="2974404" cy="5532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BDDF8C-6344-8BBB-B238-6E71DFA37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4822" y="5664505"/>
                <a:ext cx="2974404" cy="5532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FD534A-6211-E102-778C-36F53E69AA71}"/>
                  </a:ext>
                </a:extLst>
              </p:cNvPr>
              <p:cNvSpPr txBox="1"/>
              <p:nvPr/>
            </p:nvSpPr>
            <p:spPr>
              <a:xfrm>
                <a:off x="453632" y="6238684"/>
                <a:ext cx="4755020" cy="7550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sz="1600" i="1" smtClean="0">
                          <a:latin typeface="Cambria Math" panose="02040503050406030204" pitchFamily="18" charset="0"/>
                        </a:rPr>
                        <m:t>𝑃𝑟𝑜𝑏𝑎𝑏𝑖𝑙𝑖𝑡𝑦</m:t>
                      </m:r>
                      <m:r>
                        <a:rPr lang="ar-AE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𝐿𝑜𝑔𝑃𝑟𝑒𝑑𝑖𝑐𝑡𝑖𝑜𝑛</m:t>
                              </m:r>
                            </m:sup>
                          </m:sSup>
                        </m:num>
                        <m:den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𝐿𝑜𝑔𝑃𝑟𝑒𝑑𝑖𝑐𝑡𝑖𝑜𝑛</m:t>
                              </m:r>
                            </m:sup>
                          </m:sSup>
                        </m:den>
                      </m:f>
                      <m:r>
                        <a:rPr lang="ar-AE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6457</m:t>
                      </m:r>
                    </m:oMath>
                  </m:oMathPara>
                </a14:m>
                <a:endParaRPr lang="ar-AE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FD534A-6211-E102-778C-36F53E69A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632" y="6238684"/>
                <a:ext cx="4755020" cy="7550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F750E-0130-6D26-A89F-A1F67D59CEC6}"/>
                  </a:ext>
                </a:extLst>
              </p:cNvPr>
              <p:cNvSpPr txBox="1"/>
              <p:nvPr/>
            </p:nvSpPr>
            <p:spPr>
              <a:xfrm>
                <a:off x="453024" y="5096746"/>
                <a:ext cx="5612114" cy="509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𝑜𝑔𝑃𝑟𝑒𝑑𝑖𝑐𝑡𝑖𝑜𝑛</m:t>
                      </m:r>
                      <m:r>
                        <a:rPr lang="en-US" sz="160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𝑃𝑟𝑒𝑣𝑖𝑜𝑢𝑠𝑃𝑟𝑜𝑏𝑎𝑏𝑖𝑙𝑖𝑡𝑦</m:t>
                                  </m:r>
                                </m:num>
                                <m:den>
                                  <m:r>
                                    <a:rPr lang="en-US" sz="16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𝑃𝑟𝑒𝑣𝑖𝑜𝑢𝑠𝑃𝑟𝑜𝑏𝑎𝑏𝑖𝑙𝑖𝑡𝑦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sz="16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𝑙𝑟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DF750E-0130-6D26-A89F-A1F67D59C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024" y="5096746"/>
                <a:ext cx="5612114" cy="509563"/>
              </a:xfrm>
              <a:prstGeom prst="rect">
                <a:avLst/>
              </a:prstGeom>
              <a:blipFill>
                <a:blip r:embed="rId5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0256A686-8F7B-00B1-5536-DD70CC0A3A11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(Review)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005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8BC26-69B4-DA4A-4621-1033EA082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A560FA-9EC0-D6DA-14AB-7953C7DBEACE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141BE5-590D-8C48-A90B-6D486FFAAB83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EECD6E0-D91C-1E0B-FE5B-D9EF688A238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8AA5CB2-A19A-CCA0-81FA-B2FC92DF660A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DC75C-5E86-53BC-AA5D-CA6FCB7374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4365612-BBA5-AEC9-6E0F-B17E84D08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09624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FD31C9-DC09-762C-E9B4-9992C6FF81DE}"/>
                  </a:ext>
                </a:extLst>
              </p:cNvPr>
              <p:cNvSpPr txBox="1"/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Tx/>
                  <a:buFont typeface="Wingdings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model with a constant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71.25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FD31C9-DC09-762C-E9B4-9992C6FF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blipFill>
                <a:blip r:embed="rId2"/>
                <a:stretch>
                  <a:fillRect l="-806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B75620C-F980-5268-2D6D-BC6568D3D9BA}"/>
                  </a:ext>
                </a:extLst>
              </p:cNvPr>
              <p:cNvSpPr txBox="1"/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B75620C-F980-5268-2D6D-BC6568D3D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blipFill>
                <a:blip r:embed="rId3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AB3FB3C-B99E-B6AE-9129-22F2F5F5F9F6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F5AA436-40BF-893D-A7E4-46C12C4D6833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BC44ACE-BD3B-EF38-3244-3D13E6BAFF3D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76FF4D4-AD5E-37BA-BEE2-A87745FBF17A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249D4B9-9183-2E75-103B-5B6D5D758A0E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C15D815-A6B4-FB6B-C335-698999C25DB7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175D1E6-E5F0-3C85-C4B3-42D24300D2F6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B0CFFB4B-C1F0-3A48-A691-4EB95AD4AD3E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D6F652-D229-E11E-DA85-C1A1ED745223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3A0F4EA-698A-8DB2-31F3-4B6A2AE8B8CD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8AFE4C4-55B9-5A9A-F4B3-47C6C31B116D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CBCB198-E56E-12C2-A9AD-52FE4B440DBA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E9AEA07-DE17-926E-8775-4AB47565B5E4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2A98C5DD-7538-603F-C30A-E21E7D14DE28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9D33491-EC23-68F4-038E-6D8A7BD35798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ECB45D4-3B86-E8FE-DA08-6D4837DF6CFA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8915D9D-860C-3BE6-061A-3567F18A7A77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52E9E5E-A6EF-0B81-8171-54A447A932D9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A6E873C-16EE-2E7D-5AFC-4FD087800AFB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D20005-D637-D339-5213-F46D8FAA0A9A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DE4CBEE-6B4E-5ABC-4694-6AA0815DC155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48941C-3F5F-17F3-2574-0589C3BDB789}"/>
                  </a:ext>
                </a:extLst>
              </p:cNvPr>
              <p:cNvSpPr txBox="1"/>
              <p:nvPr/>
            </p:nvSpPr>
            <p:spPr>
              <a:xfrm>
                <a:off x="821379" y="2775232"/>
                <a:ext cx="60945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(50 + 70 + 80 + 85) / 4 = 71.25</a:t>
                </a:r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C48941C-3F5F-17F3-2574-0589C3BDB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79" y="2775232"/>
                <a:ext cx="6094562" cy="400110"/>
              </a:xfrm>
              <a:prstGeom prst="rect">
                <a:avLst/>
              </a:prstGeom>
              <a:blipFill>
                <a:blip r:embed="rId4"/>
                <a:stretch>
                  <a:fillRect l="-500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BF497B56-F38C-0251-B920-FF06E7FD6FA7}"/>
              </a:ext>
            </a:extLst>
          </p:cNvPr>
          <p:cNvSpPr/>
          <p:nvPr/>
        </p:nvSpPr>
        <p:spPr>
          <a:xfrm>
            <a:off x="9319392" y="4842523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02542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AA0DA-A841-FD12-CE7F-95C98DB6F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C80A8D-16AB-4ABB-BA3D-14F70DA5AC2C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E7E9C1-69B1-FAD4-E5A4-36B882C7A682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747F24-9E92-1AE8-8435-3404FDFFC67E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49F256-5032-C9C5-8A3E-B2D6ACBCCD8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ECE51-106A-E1B2-4D8E-1C7AA6AF0A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C3520ED-DC86-D5B2-C3A1-ADC35759421E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D4015CE-5FFF-82EC-081B-83EA5BA0ED88}"/>
                  </a:ext>
                </a:extLst>
              </p:cNvPr>
              <p:cNvSpPr txBox="1"/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Tx/>
                  <a:buFont typeface="Wingdings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model with a constant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71.25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4FD31C9-DC09-762C-E9B4-9992C6FF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blipFill>
                <a:blip r:embed="rId2"/>
                <a:stretch>
                  <a:fillRect l="-806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A65EF23-38EB-8525-F34F-9297A7BC6220}"/>
                  </a:ext>
                </a:extLst>
              </p:cNvPr>
              <p:cNvSpPr txBox="1"/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B75620C-F980-5268-2D6D-BC6568D3D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blipFill>
                <a:blip r:embed="rId3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C99B0D0A-BE18-7918-3223-5446955ED1B6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C38206C-5A40-D8D0-83E9-15893B9DD97E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F35D5E6-6C1C-F0E3-7D8A-0332EE485F70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CD53C83-D1A0-A82E-7883-43804D5CC10F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9C17584-D284-468B-FAA2-66B8D69FC19E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C6C16F-C9C9-B71A-DF76-00B9BA6D4289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F458CF1-8E2A-2CFB-7C84-EBD448B3A4C6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CAFF5430-BAD2-D4C5-874C-EAB17FD136A1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F338899-5679-E325-847B-848FC46E4004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5318B0-995E-519A-C594-97AA8C90CC5C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9008CC9-0822-15E4-D284-730203F59C1E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4949DF1-6D4F-134B-F4EE-009D8770820B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96B13BE-1B5F-F013-61F1-95C4BCC5E4B4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78097D4-CDEA-A695-B09C-F67022E1C1C4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807C271-E2FF-7E96-6CD9-30D5A692EC0C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FC74EF36-8BCC-F489-E0D7-DB56967393AF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C3F1D902-D263-6C5F-AD97-9A2A4DBCDB84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8EC15F-1DA8-BE40-DFD4-3224905B419C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993F4DC-E544-379B-F5C8-A58675CAAEC9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1DC1F86-71AE-CEA3-7128-EC8610167971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FB943D4-4EFA-F90C-ADF6-F465465E9E07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1B7037-1515-125B-B099-5043582575ED}"/>
                  </a:ext>
                </a:extLst>
              </p:cNvPr>
              <p:cNvSpPr txBox="1"/>
              <p:nvPr/>
            </p:nvSpPr>
            <p:spPr>
              <a:xfrm>
                <a:off x="821379" y="2775232"/>
                <a:ext cx="609456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(50 + 70 + 80 + 85) / 4 = 71.25</a:t>
                </a:r>
                <a:endParaRPr lang="en-US" sz="2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A1B7037-1515-125B-B099-504358257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379" y="2775232"/>
                <a:ext cx="6094562" cy="400110"/>
              </a:xfrm>
              <a:prstGeom prst="rect">
                <a:avLst/>
              </a:prstGeom>
              <a:blipFill>
                <a:blip r:embed="rId4"/>
                <a:stretch>
                  <a:fillRect l="-500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752D341F-0A84-F625-558C-BF85CB5A26AB}"/>
              </a:ext>
            </a:extLst>
          </p:cNvPr>
          <p:cNvSpPr/>
          <p:nvPr/>
        </p:nvSpPr>
        <p:spPr>
          <a:xfrm>
            <a:off x="9319392" y="4842523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4B428A-B83C-3177-F7C6-368DAFBB0972}"/>
              </a:ext>
            </a:extLst>
          </p:cNvPr>
          <p:cNvGraphicFramePr>
            <a:graphicFrameLocks noGrp="1"/>
          </p:cNvGraphicFramePr>
          <p:nvPr/>
        </p:nvGraphicFramePr>
        <p:xfrm>
          <a:off x="396127" y="4491567"/>
          <a:ext cx="2159224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079612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079612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54002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54002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54002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(0)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54002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54002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(1)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0836FF-F95F-5636-E1A8-3514BC9CBDE6}"/>
              </a:ext>
            </a:extLst>
          </p:cNvPr>
          <p:cNvCxnSpPr>
            <a:cxnSpLocks/>
          </p:cNvCxnSpPr>
          <p:nvPr/>
        </p:nvCxnSpPr>
        <p:spPr>
          <a:xfrm>
            <a:off x="3079737" y="6489200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F91E474-5BDA-1541-4D40-02AD4832F631}"/>
              </a:ext>
            </a:extLst>
          </p:cNvPr>
          <p:cNvCxnSpPr>
            <a:cxnSpLocks/>
          </p:cNvCxnSpPr>
          <p:nvPr/>
        </p:nvCxnSpPr>
        <p:spPr>
          <a:xfrm flipV="1">
            <a:off x="3079737" y="3699849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6EB2FD2-6B4C-C9F4-8076-A7E808D332D5}"/>
              </a:ext>
            </a:extLst>
          </p:cNvPr>
          <p:cNvCxnSpPr>
            <a:cxnSpLocks/>
          </p:cNvCxnSpPr>
          <p:nvPr/>
        </p:nvCxnSpPr>
        <p:spPr>
          <a:xfrm>
            <a:off x="3493801" y="6420190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908E4E7-E555-4DE8-9DFA-F71418079FE5}"/>
              </a:ext>
            </a:extLst>
          </p:cNvPr>
          <p:cNvCxnSpPr>
            <a:cxnSpLocks/>
          </p:cNvCxnSpPr>
          <p:nvPr/>
        </p:nvCxnSpPr>
        <p:spPr>
          <a:xfrm>
            <a:off x="5863192" y="6420190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1FD1B7D8-74D6-882E-98F0-7BBB1887BD52}"/>
              </a:ext>
            </a:extLst>
          </p:cNvPr>
          <p:cNvSpPr/>
          <p:nvPr/>
        </p:nvSpPr>
        <p:spPr>
          <a:xfrm>
            <a:off x="3869103" y="6412943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AE3722-6F6D-B947-99C5-7B3383BB0321}"/>
              </a:ext>
            </a:extLst>
          </p:cNvPr>
          <p:cNvSpPr txBox="1"/>
          <p:nvPr/>
        </p:nvSpPr>
        <p:spPr>
          <a:xfrm>
            <a:off x="3315980" y="6499212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76FE3E-A5E0-F462-191A-543F16CD9DBC}"/>
              </a:ext>
            </a:extLst>
          </p:cNvPr>
          <p:cNvSpPr txBox="1"/>
          <p:nvPr/>
        </p:nvSpPr>
        <p:spPr>
          <a:xfrm>
            <a:off x="5685624" y="6499212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BBC7117-080E-122B-70BC-B78E12CE3DD1}"/>
              </a:ext>
            </a:extLst>
          </p:cNvPr>
          <p:cNvSpPr/>
          <p:nvPr/>
        </p:nvSpPr>
        <p:spPr>
          <a:xfrm>
            <a:off x="4206147" y="6411559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3BD8856-1286-E83A-307B-33EEECB36581}"/>
              </a:ext>
            </a:extLst>
          </p:cNvPr>
          <p:cNvSpPr/>
          <p:nvPr/>
        </p:nvSpPr>
        <p:spPr>
          <a:xfrm>
            <a:off x="5024705" y="3789139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5C9F18E-BC76-B54B-7EAB-A0D6316A6CAC}"/>
              </a:ext>
            </a:extLst>
          </p:cNvPr>
          <p:cNvSpPr/>
          <p:nvPr/>
        </p:nvSpPr>
        <p:spPr>
          <a:xfrm>
            <a:off x="5335144" y="378913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9CF401-EC0E-FE9A-D2B2-E6FDDA2896FB}"/>
              </a:ext>
            </a:extLst>
          </p:cNvPr>
          <p:cNvSpPr txBox="1"/>
          <p:nvPr/>
        </p:nvSpPr>
        <p:spPr>
          <a:xfrm>
            <a:off x="2752358" y="630080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B4D9FCF-48CD-E185-ED89-93A4096E1D2E}"/>
              </a:ext>
            </a:extLst>
          </p:cNvPr>
          <p:cNvCxnSpPr/>
          <p:nvPr/>
        </p:nvCxnSpPr>
        <p:spPr>
          <a:xfrm>
            <a:off x="3079737" y="5103964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CB58FF-6E93-E5F4-FCE8-23692C6171A2}"/>
              </a:ext>
            </a:extLst>
          </p:cNvPr>
          <p:cNvSpPr txBox="1"/>
          <p:nvPr/>
        </p:nvSpPr>
        <p:spPr>
          <a:xfrm>
            <a:off x="6122797" y="4969739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115BAE-F831-2A82-BC37-60C6BC4F690A}"/>
              </a:ext>
            </a:extLst>
          </p:cNvPr>
          <p:cNvSpPr txBox="1"/>
          <p:nvPr/>
        </p:nvSpPr>
        <p:spPr>
          <a:xfrm>
            <a:off x="5685624" y="4720959"/>
            <a:ext cx="1350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prediction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FFF4478-2013-0BD2-7389-2F1AC945B958}"/>
              </a:ext>
            </a:extLst>
          </p:cNvPr>
          <p:cNvCxnSpPr>
            <a:cxnSpLocks/>
          </p:cNvCxnSpPr>
          <p:nvPr/>
        </p:nvCxnSpPr>
        <p:spPr>
          <a:xfrm>
            <a:off x="3079737" y="6489200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F1A1A3B-4CF0-F87B-591C-3DFECE923BC3}"/>
              </a:ext>
            </a:extLst>
          </p:cNvPr>
          <p:cNvCxnSpPr>
            <a:cxnSpLocks/>
          </p:cNvCxnSpPr>
          <p:nvPr/>
        </p:nvCxnSpPr>
        <p:spPr>
          <a:xfrm flipV="1">
            <a:off x="3079737" y="3699849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C11A0C9-85D3-3F31-5349-4F3C14CC4277}"/>
              </a:ext>
            </a:extLst>
          </p:cNvPr>
          <p:cNvCxnSpPr>
            <a:cxnSpLocks/>
          </p:cNvCxnSpPr>
          <p:nvPr/>
        </p:nvCxnSpPr>
        <p:spPr>
          <a:xfrm>
            <a:off x="3493801" y="6420190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5B96C24-5BAB-7045-6D73-7345A09C7CCD}"/>
              </a:ext>
            </a:extLst>
          </p:cNvPr>
          <p:cNvCxnSpPr>
            <a:cxnSpLocks/>
          </p:cNvCxnSpPr>
          <p:nvPr/>
        </p:nvCxnSpPr>
        <p:spPr>
          <a:xfrm>
            <a:off x="5863192" y="6420190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0AEE13A-604B-E0AF-962F-883C5EFC2CD1}"/>
              </a:ext>
            </a:extLst>
          </p:cNvPr>
          <p:cNvSpPr/>
          <p:nvPr/>
        </p:nvSpPr>
        <p:spPr>
          <a:xfrm>
            <a:off x="3869103" y="6412943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07B4F4-CE9D-1512-ADAF-2971D818166F}"/>
              </a:ext>
            </a:extLst>
          </p:cNvPr>
          <p:cNvSpPr txBox="1"/>
          <p:nvPr/>
        </p:nvSpPr>
        <p:spPr>
          <a:xfrm>
            <a:off x="3315980" y="6499212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56B246-336E-4B9F-3FE7-CC35336CF512}"/>
              </a:ext>
            </a:extLst>
          </p:cNvPr>
          <p:cNvSpPr txBox="1"/>
          <p:nvPr/>
        </p:nvSpPr>
        <p:spPr>
          <a:xfrm>
            <a:off x="5685624" y="6499212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592B675-6BD9-8346-0C25-C4E209EAAD5A}"/>
              </a:ext>
            </a:extLst>
          </p:cNvPr>
          <p:cNvSpPr/>
          <p:nvPr/>
        </p:nvSpPr>
        <p:spPr>
          <a:xfrm>
            <a:off x="4206147" y="6411559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3A92B0D-8D88-D6E9-6A91-7B263CB44098}"/>
              </a:ext>
            </a:extLst>
          </p:cNvPr>
          <p:cNvSpPr/>
          <p:nvPr/>
        </p:nvSpPr>
        <p:spPr>
          <a:xfrm>
            <a:off x="5024705" y="3789139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1761AD6-0072-80A9-E75D-CA696D51417F}"/>
              </a:ext>
            </a:extLst>
          </p:cNvPr>
          <p:cNvSpPr/>
          <p:nvPr/>
        </p:nvSpPr>
        <p:spPr>
          <a:xfrm>
            <a:off x="5335144" y="378913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3B7076-8B62-0798-06C2-45971564BD2B}"/>
              </a:ext>
            </a:extLst>
          </p:cNvPr>
          <p:cNvSpPr txBox="1"/>
          <p:nvPr/>
        </p:nvSpPr>
        <p:spPr>
          <a:xfrm>
            <a:off x="2752358" y="630080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567518-E2C7-C949-378E-4252E131559A}"/>
              </a:ext>
            </a:extLst>
          </p:cNvPr>
          <p:cNvSpPr txBox="1"/>
          <p:nvPr/>
        </p:nvSpPr>
        <p:spPr>
          <a:xfrm>
            <a:off x="332458" y="3649596"/>
            <a:ext cx="1762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A8E092-D655-F9A9-B3CC-CBA3A4593DFF}"/>
              </a:ext>
            </a:extLst>
          </p:cNvPr>
          <p:cNvSpPr txBox="1"/>
          <p:nvPr/>
        </p:nvSpPr>
        <p:spPr>
          <a:xfrm>
            <a:off x="2791861" y="3675250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240C97C1-5F86-C65D-E481-1CF60B9EDAFD}"/>
              </a:ext>
            </a:extLst>
          </p:cNvPr>
          <p:cNvSpPr/>
          <p:nvPr/>
        </p:nvSpPr>
        <p:spPr>
          <a:xfrm>
            <a:off x="198106" y="3429000"/>
            <a:ext cx="6960108" cy="3375209"/>
          </a:xfrm>
          <a:prstGeom prst="round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997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05A53-2A02-AFF7-1608-3DC865F8A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28F737-591F-D724-E4C7-731A9E45576D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74B370-267D-A42A-9AFF-B542964D85B5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D0A3E3-7B05-AF13-BA62-63BF2D91D929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785B1-BD78-B0C1-F266-CE1B0F26C6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B7515A8-0485-C4E2-BC44-01C8E413DA83}"/>
                  </a:ext>
                </a:extLst>
              </p:cNvPr>
              <p:cNvSpPr txBox="1"/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Tx/>
                  <a:buFont typeface="Wingdings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model with a constant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71.25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B7515A8-0485-C4E2-BC44-01C8E413D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blipFill>
                <a:blip r:embed="rId2"/>
                <a:stretch>
                  <a:fillRect l="-806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042CE0-B22D-FD43-4B5C-7C350056E3C5}"/>
                  </a:ext>
                </a:extLst>
              </p:cNvPr>
              <p:cNvSpPr txBox="1"/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042CE0-B22D-FD43-4B5C-7C350056E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blipFill>
                <a:blip r:embed="rId3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EA21C2C-13E6-932A-056D-0B5B24F388E8}"/>
              </a:ext>
            </a:extLst>
          </p:cNvPr>
          <p:cNvSpPr txBox="1"/>
          <p:nvPr/>
        </p:nvSpPr>
        <p:spPr>
          <a:xfrm>
            <a:off x="477889" y="2715680"/>
            <a:ext cx="6797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Compute Similarity Score for the Root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21B042-37DC-B07C-CE57-370623F03AF7}"/>
                  </a:ext>
                </a:extLst>
              </p:cNvPr>
              <p:cNvSpPr txBox="1"/>
              <p:nvPr/>
            </p:nvSpPr>
            <p:spPr>
              <a:xfrm>
                <a:off x="587159" y="3141213"/>
                <a:ext cx="9215339" cy="783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/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21B042-37DC-B07C-CE57-370623F03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3141213"/>
                <a:ext cx="9215339" cy="7834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7BC9AD-815D-83D8-FD57-2B50DDD52FDA}"/>
                  </a:ext>
                </a:extLst>
              </p:cNvPr>
              <p:cNvSpPr txBox="1"/>
              <p:nvPr/>
            </p:nvSpPr>
            <p:spPr>
              <a:xfrm>
                <a:off x="587159" y="3796405"/>
                <a:ext cx="180164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𝑅𝑒𝑠𝑖𝑑𝑢𝑎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n-NO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7BC9AD-815D-83D8-FD57-2B50DDD52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3796405"/>
                <a:ext cx="1801647" cy="246221"/>
              </a:xfrm>
              <a:prstGeom prst="rect">
                <a:avLst/>
              </a:prstGeom>
              <a:blipFill>
                <a:blip r:embed="rId5"/>
                <a:stretch>
                  <a:fillRect l="-2098" t="-15000" b="-25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ounded Rectangle 8">
            <a:extLst>
              <a:ext uri="{FF2B5EF4-FFF2-40B4-BE49-F238E27FC236}">
                <a16:creationId xmlns:a16="http://schemas.microsoft.com/office/drawing/2014/main" id="{DCB46AA8-FAD4-1678-1476-90A9750784B4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1A1648-FB59-6FEF-FEAF-FF8F829119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126248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C2443F-C2A2-88C8-D48F-AA92639D2E82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CF4B65-5095-0135-4449-0CFE2A8A9F82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DEFDE4-EE99-23A5-2EE7-481F2D3F8E31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AED6AD-FFF2-E95F-1886-D6E1D9CCB87D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D9862-2F42-E412-2437-01B8403C479D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E519FB3-C8CB-D996-4987-527E75164488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491C97-757C-A679-95B1-4BD8CEDBBD9B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138A3B9-9066-5371-877B-D9EF9D971AEE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A02E03F-F45F-66DC-81B7-F855A3310363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060C63-411C-04C5-179C-5BAADE7FC28B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0BB3ADE-DD50-88CB-9422-4672FD9035DE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C694D1D9-4B24-1A37-CA92-CEA3BEC1249E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D0BDD5-3F3F-00DF-B1DB-3073A3BED579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D7D4E9B-0F41-846B-29F4-13089391BC86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DAC88F4-02EE-5E31-6230-6D40C282DF39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D39A7B-3A97-C1A0-73ED-B8FA656FB890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5395005-6882-F9B4-2A83-B8B3DAA7C6C7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1929706-9894-B76A-2495-BEFFB3A89CA7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1E91D873-CB76-C92D-A337-BA0FE1E1F9D4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338FED-3E28-C49A-7E0A-D3830FB134BF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92C4EE-D3A5-B3D8-86FE-EABBE07A424B}"/>
              </a:ext>
            </a:extLst>
          </p:cNvPr>
          <p:cNvCxnSpPr>
            <a:cxnSpLocks/>
            <a:endCxn id="28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1E299ED-73C6-340F-A1B8-CEEBEAA0B220}"/>
              </a:ext>
            </a:extLst>
          </p:cNvPr>
          <p:cNvCxnSpPr>
            <a:cxnSpLocks/>
            <a:endCxn id="29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B4FF0BC-A696-2F93-EAD7-42524AA404E2}"/>
              </a:ext>
            </a:extLst>
          </p:cNvPr>
          <p:cNvSpPr txBox="1"/>
          <p:nvPr/>
        </p:nvSpPr>
        <p:spPr>
          <a:xfrm>
            <a:off x="9032493" y="5121978"/>
            <a:ext cx="922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FDD0A2-2C96-C7ED-421B-F57D71D637E2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C084A67-A8AA-EE88-E187-7840414FC614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C669F1B-AA03-7000-B203-A374FC5590E8}"/>
              </a:ext>
            </a:extLst>
          </p:cNvPr>
          <p:cNvCxnSpPr>
            <a:cxnSpLocks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0564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2072A-1D62-9038-4D16-FFBD72B1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A6B174-68CC-4725-2525-14E37BAD17C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BFFD67-213A-D163-F7FF-4C099605A52E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C30B9B-CE70-2FB6-0583-DCBD02822313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F22B3-AE3A-3709-A00A-6D7A71C37C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9D9D26-065C-35C6-50C7-16A12AFED3CF}"/>
                  </a:ext>
                </a:extLst>
              </p:cNvPr>
              <p:cNvSpPr txBox="1"/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9D9D26-065C-35C6-50C7-16A12AFED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blipFill>
                <a:blip r:embed="rId3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50B36444-6652-5DF0-7B64-04BC2D55443B}"/>
              </a:ext>
            </a:extLst>
          </p:cNvPr>
          <p:cNvSpPr txBox="1"/>
          <p:nvPr/>
        </p:nvSpPr>
        <p:spPr>
          <a:xfrm>
            <a:off x="477889" y="2715680"/>
            <a:ext cx="6797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Compute Similarity Score for the Root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B7E8D1-BA1F-A79A-7466-95925DE7D7E3}"/>
                  </a:ext>
                </a:extLst>
              </p:cNvPr>
              <p:cNvSpPr txBox="1"/>
              <p:nvPr/>
            </p:nvSpPr>
            <p:spPr>
              <a:xfrm>
                <a:off x="587159" y="3796405"/>
                <a:ext cx="180164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𝑅𝑒𝑠𝑖𝑑𝑢𝑎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n-NO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EB7E8D1-BA1F-A79A-7466-95925DE7D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3796405"/>
                <a:ext cx="1801647" cy="246221"/>
              </a:xfrm>
              <a:prstGeom prst="rect">
                <a:avLst/>
              </a:prstGeom>
              <a:blipFill>
                <a:blip r:embed="rId5"/>
                <a:stretch>
                  <a:fillRect l="-2098" t="-15000" b="-2500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15650E08-B7E8-5A3C-7CB8-4C76FB4ED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536462"/>
              </p:ext>
            </p:extLst>
          </p:nvPr>
        </p:nvGraphicFramePr>
        <p:xfrm>
          <a:off x="2358990" y="4180710"/>
          <a:ext cx="3330822" cy="16764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10274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110274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  <a:gridCol w="1110274">
                  <a:extLst>
                    <a:ext uri="{9D8B030D-6E8A-4147-A177-3AD203B41FA5}">
                      <a16:colId xmlns:a16="http://schemas.microsoft.com/office/drawing/2014/main" val="1788955520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-f0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F4FA8739-65E0-3198-A829-5666242E9E8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90E7FE-0AE4-992F-AE32-87805EE27093}"/>
                  </a:ext>
                </a:extLst>
              </p:cNvPr>
              <p:cNvSpPr txBox="1"/>
              <p:nvPr/>
            </p:nvSpPr>
            <p:spPr>
              <a:xfrm>
                <a:off x="587159" y="3141213"/>
                <a:ext cx="9215339" cy="783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/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90E7FE-0AE4-992F-AE32-87805EE27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3141213"/>
                <a:ext cx="9215339" cy="7834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725366-6E48-8678-219F-042DEFE33AE6}"/>
                  </a:ext>
                </a:extLst>
              </p:cNvPr>
              <p:cNvSpPr txBox="1"/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Tx/>
                  <a:buFont typeface="Wingdings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model with a constant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71.25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725366-6E48-8678-219F-042DEFE33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blipFill>
                <a:blip r:embed="rId7"/>
                <a:stretch>
                  <a:fillRect l="-806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934253C-2219-A4B1-7310-F1FF92A52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13543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674540B-F9CE-DF95-A3D6-B9CED253153D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E70F571-4630-D636-A854-23A79336D0C2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0215DDB-00E8-3E67-0AA2-C280CA2FE220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D1BA101-6A59-BD1A-62F3-266002E24FC7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8F9B1A0-B30A-DB64-D420-12C6CC0A855A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32D446D-2059-A099-A912-D0206D5B90FB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B452B9A-DFAE-FF9F-A29A-69BDB9E6CDFE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F02A457-BA28-0029-E009-2E57C25E97F6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758847D-16BA-1768-2D32-C03FDC45D2D4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A213D09-FCDC-0DCB-9139-D499C2256C14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38E7264-FDB2-402C-EAE8-8E36575F1DF9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>
            <a:extLst>
              <a:ext uri="{FF2B5EF4-FFF2-40B4-BE49-F238E27FC236}">
                <a16:creationId xmlns:a16="http://schemas.microsoft.com/office/drawing/2014/main" id="{C41C1088-EFB9-EFB5-ABE9-A55F3A252872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B43088F-A3AE-AA63-DB70-E3A36661D7E6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3A2442E0-40FF-6801-E642-E876A4BF0436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C6786F41-203F-A464-26A1-D968ECDCADF1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C4B53F79-F312-A33D-AE36-FDA84391A7AB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32005BC-3B31-8CEF-675D-E391D205D587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3576BD-C260-ABFF-68B1-E186C0D81159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166F1EDE-349A-8D88-B32F-DDADC20C3C3F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7A689E7-491E-228E-A19D-0C1FEBF1A386}"/>
              </a:ext>
            </a:extLst>
          </p:cNvPr>
          <p:cNvCxnSpPr>
            <a:cxnSpLocks/>
            <a:stCxn id="85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726EB5-89E8-8041-1C50-A4A2EB573B3B}"/>
              </a:ext>
            </a:extLst>
          </p:cNvPr>
          <p:cNvCxnSpPr>
            <a:cxnSpLocks/>
            <a:endCxn id="87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D69CA96-DB16-9FCC-DB54-2C7C63589503}"/>
              </a:ext>
            </a:extLst>
          </p:cNvPr>
          <p:cNvCxnSpPr>
            <a:cxnSpLocks/>
            <a:endCxn id="88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E0FAD7CD-2A25-1333-D363-1C9AC71BAB7B}"/>
              </a:ext>
            </a:extLst>
          </p:cNvPr>
          <p:cNvSpPr txBox="1"/>
          <p:nvPr/>
        </p:nvSpPr>
        <p:spPr>
          <a:xfrm>
            <a:off x="9032493" y="5121978"/>
            <a:ext cx="922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D6AB4B9-4A8F-B58D-D9B4-2A424A6F4CE6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F0DBBC8-E9C9-8654-4153-076BEDA7DCA6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59D37D7-8D41-7607-8C29-59F820973EA5}"/>
              </a:ext>
            </a:extLst>
          </p:cNvPr>
          <p:cNvCxnSpPr>
            <a:cxnSpLocks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3500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64962-92F2-9E16-EEE4-31EEC0133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5E397A-F826-B799-8752-832839A7E4FD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9136E6C-7EC1-D860-8833-63690E7211C8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2107515-F2C3-0B3B-951F-D92037DDF689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F3156-4B9F-6277-12F7-90B5619352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45C589-5DA1-AFD5-C210-3F6D7139E5ED}"/>
                  </a:ext>
                </a:extLst>
              </p:cNvPr>
              <p:cNvSpPr txBox="1"/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45C589-5DA1-AFD5-C210-3F6D7139E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2164807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5BCAD48-F965-B76D-D4C4-B8BA2D276A4D}"/>
              </a:ext>
            </a:extLst>
          </p:cNvPr>
          <p:cNvSpPr txBox="1"/>
          <p:nvPr/>
        </p:nvSpPr>
        <p:spPr>
          <a:xfrm>
            <a:off x="477889" y="2715680"/>
            <a:ext cx="67979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Compute Similarity Score for the Root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6B2905-0D5A-3405-7A30-9003F76911B8}"/>
                  </a:ext>
                </a:extLst>
              </p:cNvPr>
              <p:cNvSpPr txBox="1"/>
              <p:nvPr/>
            </p:nvSpPr>
            <p:spPr>
              <a:xfrm>
                <a:off x="587159" y="3796405"/>
                <a:ext cx="180164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𝑅𝑒𝑠𝑖𝑑𝑢𝑎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n-NO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6B2905-0D5A-3405-7A30-9003F76911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3796405"/>
                <a:ext cx="1801647" cy="246221"/>
              </a:xfrm>
              <a:prstGeom prst="rect">
                <a:avLst/>
              </a:prstGeom>
              <a:blipFill>
                <a:blip r:embed="rId3"/>
                <a:stretch>
                  <a:fillRect l="-2027" t="-17500" r="-19932" b="-2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34DAFA-320A-C2E5-4690-2A736B513CE8}"/>
                  </a:ext>
                </a:extLst>
              </p:cNvPr>
              <p:cNvSpPr txBox="1"/>
              <p:nvPr/>
            </p:nvSpPr>
            <p:spPr>
              <a:xfrm>
                <a:off x="751658" y="5902339"/>
                <a:ext cx="67297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𝑆</m:t>
                      </m:r>
                      <m:r>
                        <m:rPr>
                          <m:sty m:val="p"/>
                        </m:rPr>
                        <a:rPr lang="en-US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C</m:t>
                      </m:r>
                      <m:r>
                        <a:rPr 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21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25 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25 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75 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13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75</m:t>
                          </m:r>
                          <m:r>
                            <m:rPr>
                              <m:nor/>
                            </m:rPr>
                            <a:rPr lang="en-US" sz="1600" smtClean="0">
                              <a:latin typeface="Times New Roman" panose="020206030504050203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6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60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m:rPr>
                          <m:nor/>
                        </m:rPr>
                        <a:rPr lang="en-US" sz="1600" b="0" i="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60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4 </m:t>
                      </m:r>
                      <m:r>
                        <m:rPr>
                          <m:nor/>
                        </m:rPr>
                        <a:rPr lang="en-US" sz="160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sz="1600" smtClean="0">
                          <a:latin typeface="Times New Roman" panose="020206030504050203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34DAFA-320A-C2E5-4690-2A736B513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5902339"/>
                <a:ext cx="6729705" cy="338554"/>
              </a:xfrm>
              <a:prstGeom prst="rect">
                <a:avLst/>
              </a:prstGeom>
              <a:blipFill>
                <a:blip r:embed="rId4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FBFEE896-F989-10D1-B567-385E0819C394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A47F6A-EAD0-00EF-699E-0D7ED18CED2B}"/>
                  </a:ext>
                </a:extLst>
              </p:cNvPr>
              <p:cNvSpPr txBox="1"/>
              <p:nvPr/>
            </p:nvSpPr>
            <p:spPr>
              <a:xfrm>
                <a:off x="587159" y="3141213"/>
                <a:ext cx="9215339" cy="783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A47F6A-EAD0-00EF-699E-0D7ED18CE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59" y="3141213"/>
                <a:ext cx="9215339" cy="783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5E1463-9A3F-D758-5AAE-EAE71E654FB3}"/>
                  </a:ext>
                </a:extLst>
              </p:cNvPr>
              <p:cNvSpPr txBox="1"/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Tx/>
                  <a:buFont typeface="Wingdings" pitchFamily="2" charset="2"/>
                  <a:buChar char="v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Initialize model with a constant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71.25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75E1463-9A3F-D758-5AAE-EAE71E654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9" y="1741129"/>
                <a:ext cx="6797981" cy="400110"/>
              </a:xfrm>
              <a:prstGeom prst="rect">
                <a:avLst/>
              </a:prstGeom>
              <a:blipFill>
                <a:blip r:embed="rId6"/>
                <a:stretch>
                  <a:fillRect l="-806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716F2F5-0AE7-21D9-82C6-CA10D0B2A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2113543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AD499E-B901-7771-C0DD-8BD71E7B4C3E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2404873-7E76-36D8-6326-EF833E0512E2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CAFBDC-432B-6A35-5AED-AE596AA5C07C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D30C69-0A88-FC1D-FF3D-893D61A8F186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AD6AB84-EA1B-027E-8A2D-72F470ADD00E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DD0B3D2-2A66-E422-5576-835EF8D4E076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C9013-88F3-0295-8535-B48E0D2E584D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A71C31-9DF8-4A43-A20A-97B41A1011D6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5548884-AEAA-EE6B-08F3-0DC77DA363F7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8F502E3-A908-3C86-8C12-41B0AD46C5B9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7844C64-97C3-8828-439E-DB7E6E4716AF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C4125BE6-54B6-AA0F-86CE-08AAC89C9C72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46786-DE2D-5A96-7C4C-659E7A9CEF3C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E158380-AD33-D433-0AE8-6D9D16F25092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A67331C-9FBA-3E6C-A29A-055DA7FE27EA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8FAEDAD-48BA-A1BC-6A91-61C9E1DB34A5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971DC6A-A164-3AD9-ECED-B67E23DE38A8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ABD7578-2EC6-DC93-E767-05C2BF2C5F93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530B8AC-4D72-1DAA-BF24-5B29F3B24BD1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9C582E8-6D03-D0E1-45D8-7C5C8FD3DE40}"/>
              </a:ext>
            </a:extLst>
          </p:cNvPr>
          <p:cNvCxnSpPr>
            <a:cxnSpLocks/>
            <a:stCxn id="31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0772B78-84F5-7947-EB6D-5820A0F22050}"/>
              </a:ext>
            </a:extLst>
          </p:cNvPr>
          <p:cNvCxnSpPr>
            <a:cxnSpLocks/>
            <a:endCxn id="33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04C7F12-3448-1213-DA45-4478954B2A8D}"/>
              </a:ext>
            </a:extLst>
          </p:cNvPr>
          <p:cNvCxnSpPr>
            <a:cxnSpLocks/>
            <a:endCxn id="34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C8EE1ABC-EA57-6D74-B93D-8AF0B5F013A7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B8590962-FC23-BECF-262A-4EA80DA1A67A}"/>
              </a:ext>
            </a:extLst>
          </p:cNvPr>
          <p:cNvSpPr txBox="1"/>
          <p:nvPr/>
        </p:nvSpPr>
        <p:spPr>
          <a:xfrm>
            <a:off x="9032493" y="5121978"/>
            <a:ext cx="9227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B880FF-A74E-CBAC-955E-2154E92BE004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E1E61A-635E-AEFF-5F08-5304E54977F5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62E8764F-C598-4016-949E-13000460C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024563"/>
              </p:ext>
            </p:extLst>
          </p:nvPr>
        </p:nvGraphicFramePr>
        <p:xfrm>
          <a:off x="2358990" y="4180710"/>
          <a:ext cx="3330822" cy="16764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110274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110274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  <a:gridCol w="1110274">
                  <a:extLst>
                    <a:ext uri="{9D8B030D-6E8A-4147-A177-3AD203B41FA5}">
                      <a16:colId xmlns:a16="http://schemas.microsoft.com/office/drawing/2014/main" val="1788955520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-f0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V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382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727B-33E3-D2A1-22A4-38D3C4944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A34910-5807-D36D-6044-F38D03BAA8D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0961168-0655-E25D-041E-BA45DC7AD39A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5361E2-B33E-5857-6098-8BD8EA8968F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5340E-AB0D-7B33-C6B7-0E77DB9745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17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16FA0E-27F8-E146-3BF5-F1E6D41362AD}"/>
              </a:ext>
            </a:extLst>
          </p:cNvPr>
          <p:cNvSpPr txBox="1"/>
          <p:nvPr/>
        </p:nvSpPr>
        <p:spPr>
          <a:xfrm>
            <a:off x="477889" y="1741129"/>
            <a:ext cx="7387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Choose split (midpoint of adjacent samples) and compute left/right node Similarity Scores.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D2D184-C292-CD3A-7CC2-585B418F1046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4D2D184-C292-CD3A-7CC2-585B418F1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7582B1DF-5B0E-24F7-4E8B-FF7FD9233BA4}"/>
              </a:ext>
            </a:extLst>
          </p:cNvPr>
          <p:cNvSpPr/>
          <p:nvPr/>
        </p:nvSpPr>
        <p:spPr>
          <a:xfrm>
            <a:off x="1694705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43" name="Rectangle: Rounded Corners 20">
            <a:extLst>
              <a:ext uri="{FF2B5EF4-FFF2-40B4-BE49-F238E27FC236}">
                <a16:creationId xmlns:a16="http://schemas.microsoft.com/office/drawing/2014/main" id="{D89401B4-A258-4C60-1628-CA762AFF36BD}"/>
              </a:ext>
            </a:extLst>
          </p:cNvPr>
          <p:cNvSpPr/>
          <p:nvPr/>
        </p:nvSpPr>
        <p:spPr>
          <a:xfrm>
            <a:off x="2741914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279B9A6-73BC-46A2-02EA-42B39F970E53}"/>
              </a:ext>
            </a:extLst>
          </p:cNvPr>
          <p:cNvCxnSpPr/>
          <p:nvPr/>
        </p:nvCxnSpPr>
        <p:spPr>
          <a:xfrm>
            <a:off x="2151905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30">
            <a:extLst>
              <a:ext uri="{FF2B5EF4-FFF2-40B4-BE49-F238E27FC236}">
                <a16:creationId xmlns:a16="http://schemas.microsoft.com/office/drawing/2014/main" id="{1F0A0689-C5F5-9AFE-DECF-8CF89F39FF44}"/>
              </a:ext>
            </a:extLst>
          </p:cNvPr>
          <p:cNvSpPr/>
          <p:nvPr/>
        </p:nvSpPr>
        <p:spPr>
          <a:xfrm>
            <a:off x="477889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: Rounded Corners 39">
            <a:extLst>
              <a:ext uri="{FF2B5EF4-FFF2-40B4-BE49-F238E27FC236}">
                <a16:creationId xmlns:a16="http://schemas.microsoft.com/office/drawing/2014/main" id="{1740EEE0-76F0-BDAF-AD2A-1893EE92A785}"/>
              </a:ext>
            </a:extLst>
          </p:cNvPr>
          <p:cNvSpPr/>
          <p:nvPr/>
        </p:nvSpPr>
        <p:spPr>
          <a:xfrm>
            <a:off x="2481146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Connector: Elbow 48">
            <a:extLst>
              <a:ext uri="{FF2B5EF4-FFF2-40B4-BE49-F238E27FC236}">
                <a16:creationId xmlns:a16="http://schemas.microsoft.com/office/drawing/2014/main" id="{8F16B8EF-78E1-0046-19DE-C7A45CDF6907}"/>
              </a:ext>
            </a:extLst>
          </p:cNvPr>
          <p:cNvCxnSpPr>
            <a:cxnSpLocks/>
            <a:endCxn id="50" idx="0"/>
          </p:cNvCxnSpPr>
          <p:nvPr/>
        </p:nvCxnSpPr>
        <p:spPr>
          <a:xfrm rot="10800000" flipV="1">
            <a:off x="1086298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49">
            <a:extLst>
              <a:ext uri="{FF2B5EF4-FFF2-40B4-BE49-F238E27FC236}">
                <a16:creationId xmlns:a16="http://schemas.microsoft.com/office/drawing/2014/main" id="{9DE164A4-0047-7844-0532-735181B00926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151905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61616863-6F23-3E15-D120-A67E3112C67A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C69CF39-3D0B-E922-D67D-D1DBA8E0A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107921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34F1BE-9D58-D8C9-BCA8-5ABF290CD0A5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06A258-8026-5C61-80D3-5C385274D0B8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898C8C0-0295-1F22-B2AC-53E98DF0D6EE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CDCD2F6-41F9-36E0-02FB-F49B9432588E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4F5DFD7-D21A-89F2-EA46-A9931F74A3E7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98C9EA9A-D65F-2E4F-9B6F-0443BABF02E5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D19E7E-D728-9BFE-6D66-F812D49327BC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0312998-4667-6775-9E6F-0A0886D5544A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4AD8C29-1050-C6D7-E9F3-A8E553231D29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E2B7D20-4725-516F-E552-EF0D0E4195E3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945A643-64B4-B325-C8D4-CDEF5E996E32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C9107292-4B0C-376B-E2FB-E0999C34E96F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DC6C3DE-80F5-1716-A5A1-371EF950BC72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31F0E400-3BAE-7C7B-738E-3784C23E4B4D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58652C8-47E2-BDA6-668A-0B7CF5A6BBD8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5D9D0D5-3EF0-8D65-EE59-922BF1C95708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AB30C1E-1C8E-9719-F9AC-9B15667F2374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3AD8DFD0-92F3-5E08-8010-3054F632EF81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8E51907-F485-24DD-9A6D-57634525E1E9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F76EF1A-F931-47F2-8061-DFA5C7A041A5}"/>
              </a:ext>
            </a:extLst>
          </p:cNvPr>
          <p:cNvCxnSpPr>
            <a:cxnSpLocks/>
            <a:stCxn id="64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BB94FA6-74AE-E428-5C56-C3B983F72B4C}"/>
              </a:ext>
            </a:extLst>
          </p:cNvPr>
          <p:cNvCxnSpPr>
            <a:cxnSpLocks/>
            <a:endCxn id="66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7EC570C-7684-0CB6-E7BF-242245CC3BAD}"/>
              </a:ext>
            </a:extLst>
          </p:cNvPr>
          <p:cNvCxnSpPr>
            <a:cxnSpLocks/>
            <a:endCxn id="67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331BEC5-0F08-4D27-E4D7-5D81DB8F62C3}"/>
              </a:ext>
            </a:extLst>
          </p:cNvPr>
          <p:cNvCxnSpPr>
            <a:cxnSpLocks/>
            <a:stCxn id="65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B4A4F1C2-C7E7-7B08-3DF2-82D55D262370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C50460-7D73-E55F-4B78-08A7F65B6A54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C8CB9E1-E004-EC60-E6CD-C38DBB2D7C48}"/>
              </a:ext>
            </a:extLst>
          </p:cNvPr>
          <p:cNvCxnSpPr/>
          <p:nvPr/>
        </p:nvCxnSpPr>
        <p:spPr>
          <a:xfrm flipV="1">
            <a:off x="923752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553616D-26B0-1904-DA28-98A46341F4B4}"/>
              </a:ext>
            </a:extLst>
          </p:cNvPr>
          <p:cNvSpPr txBox="1"/>
          <p:nvPr/>
        </p:nvSpPr>
        <p:spPr>
          <a:xfrm>
            <a:off x="900221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BC19475-47D3-B479-6EBF-9760CCEAA44C}"/>
                  </a:ext>
                </a:extLst>
              </p:cNvPr>
              <p:cNvSpPr txBox="1"/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5BC19475-47D3-B479-6EBF-9760CCEAA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9255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9CE3-527F-318C-1355-43C50DEA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25F24E-39A7-5971-3CEC-506695757E99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4530D4A-2BDE-867B-E2F7-0B601738D62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61AEB79-6791-4DCA-229C-060FECA71027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34681-3881-AAF6-80C9-C4B23B14D0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18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47A764-3E01-B171-95A1-97F4B79448D2}"/>
              </a:ext>
            </a:extLst>
          </p:cNvPr>
          <p:cNvSpPr txBox="1"/>
          <p:nvPr/>
        </p:nvSpPr>
        <p:spPr>
          <a:xfrm>
            <a:off x="477889" y="1741129"/>
            <a:ext cx="7387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Choose split (midpoint of adjacent samples) and compute left/right node Similarity Scores.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7BA993-3112-E619-46E3-ECEEFFE6A1F4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07BA993-3112-E619-46E3-ECEEFFE6A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4BF2A276-3911-E324-07F7-A0C09A267788}"/>
              </a:ext>
            </a:extLst>
          </p:cNvPr>
          <p:cNvSpPr/>
          <p:nvPr/>
        </p:nvSpPr>
        <p:spPr>
          <a:xfrm>
            <a:off x="1694705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43" name="Rectangle: Rounded Corners 20">
            <a:extLst>
              <a:ext uri="{FF2B5EF4-FFF2-40B4-BE49-F238E27FC236}">
                <a16:creationId xmlns:a16="http://schemas.microsoft.com/office/drawing/2014/main" id="{700C641A-A770-FD0B-ED62-515EE7D9FE71}"/>
              </a:ext>
            </a:extLst>
          </p:cNvPr>
          <p:cNvSpPr/>
          <p:nvPr/>
        </p:nvSpPr>
        <p:spPr>
          <a:xfrm>
            <a:off x="2741914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647D740-951C-4484-CB03-CC126B3763CB}"/>
              </a:ext>
            </a:extLst>
          </p:cNvPr>
          <p:cNvCxnSpPr/>
          <p:nvPr/>
        </p:nvCxnSpPr>
        <p:spPr>
          <a:xfrm>
            <a:off x="2151905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30">
            <a:extLst>
              <a:ext uri="{FF2B5EF4-FFF2-40B4-BE49-F238E27FC236}">
                <a16:creationId xmlns:a16="http://schemas.microsoft.com/office/drawing/2014/main" id="{99A24A5D-DE38-7776-8023-799D7EA1133D}"/>
              </a:ext>
            </a:extLst>
          </p:cNvPr>
          <p:cNvSpPr/>
          <p:nvPr/>
        </p:nvSpPr>
        <p:spPr>
          <a:xfrm>
            <a:off x="477889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51" name="Rectangle: Rounded Corners 39">
            <a:extLst>
              <a:ext uri="{FF2B5EF4-FFF2-40B4-BE49-F238E27FC236}">
                <a16:creationId xmlns:a16="http://schemas.microsoft.com/office/drawing/2014/main" id="{09BA64B1-CE5B-2CF6-5D66-568EC0A322FF}"/>
              </a:ext>
            </a:extLst>
          </p:cNvPr>
          <p:cNvSpPr/>
          <p:nvPr/>
        </p:nvSpPr>
        <p:spPr>
          <a:xfrm>
            <a:off x="2481146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52" name="Connector: Elbow 48">
            <a:extLst>
              <a:ext uri="{FF2B5EF4-FFF2-40B4-BE49-F238E27FC236}">
                <a16:creationId xmlns:a16="http://schemas.microsoft.com/office/drawing/2014/main" id="{876F5ABE-85C5-4622-E4B6-5E4FF9651AD7}"/>
              </a:ext>
            </a:extLst>
          </p:cNvPr>
          <p:cNvCxnSpPr>
            <a:cxnSpLocks/>
            <a:endCxn id="50" idx="0"/>
          </p:cNvCxnSpPr>
          <p:nvPr/>
        </p:nvCxnSpPr>
        <p:spPr>
          <a:xfrm rot="10800000" flipV="1">
            <a:off x="1086298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49">
            <a:extLst>
              <a:ext uri="{FF2B5EF4-FFF2-40B4-BE49-F238E27FC236}">
                <a16:creationId xmlns:a16="http://schemas.microsoft.com/office/drawing/2014/main" id="{36068349-F5AD-56B0-8DD9-0980203E3928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151905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F16894A9-D184-B190-0C28-9158AADFB56C}"/>
              </a:ext>
            </a:extLst>
          </p:cNvPr>
          <p:cNvSpPr/>
          <p:nvPr/>
        </p:nvSpPr>
        <p:spPr>
          <a:xfrm>
            <a:off x="477888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451.56</a:t>
            </a:r>
          </a:p>
        </p:txBody>
      </p:sp>
      <p:sp>
        <p:nvSpPr>
          <p:cNvPr id="4" name="Rectangle: Rounded Corners 20">
            <a:extLst>
              <a:ext uri="{FF2B5EF4-FFF2-40B4-BE49-F238E27FC236}">
                <a16:creationId xmlns:a16="http://schemas.microsoft.com/office/drawing/2014/main" id="{2DBCF5C9-6DA8-A1C4-B7C0-9D14DF166149}"/>
              </a:ext>
            </a:extLst>
          </p:cNvPr>
          <p:cNvSpPr/>
          <p:nvPr/>
        </p:nvSpPr>
        <p:spPr>
          <a:xfrm>
            <a:off x="2481146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150.52</a:t>
            </a:r>
          </a:p>
        </p:txBody>
      </p:sp>
      <p:sp>
        <p:nvSpPr>
          <p:cNvPr id="13" name="Rounded Rectangle 8">
            <a:extLst>
              <a:ext uri="{FF2B5EF4-FFF2-40B4-BE49-F238E27FC236}">
                <a16:creationId xmlns:a16="http://schemas.microsoft.com/office/drawing/2014/main" id="{103410AC-3326-C84A-0114-216A5B48F0EB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55726E2C-CB43-B0CC-D954-E859B1487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502535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DB2C263-A07B-8E35-0894-4E7C0939018B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8E3BD22-672D-C49D-97ED-7C852492ACEC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7196410-CC8B-EC9D-264E-4C2374C336E3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AE1D218-E131-0109-AF6B-0BBA26A203D0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8FD4E09-3BCA-0D6E-357A-46E79B7FC32E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901EE72A-FFEF-758B-9509-F7DB5E8DCBC9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25FE5C-DB38-AAE0-FE03-3CB29BFF4C9F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7D78EDC-1D06-3897-9ED5-FEDE6C926A35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5740892-4963-7E2A-D7BA-75DE76C6686C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9DE5137-7958-3534-B50A-57794E6CC612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172D445E-7678-D76C-C38D-42E328674C02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>
            <a:extLst>
              <a:ext uri="{FF2B5EF4-FFF2-40B4-BE49-F238E27FC236}">
                <a16:creationId xmlns:a16="http://schemas.microsoft.com/office/drawing/2014/main" id="{A4A98051-A591-57F1-1542-131A91991A35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F15D062-8ECD-E8BF-0294-D9847603960F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A6D136A-D4EA-4037-B852-BE1A621EF890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1A58419D-9A74-9791-580E-025ADA5D35E1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00E629E-A475-17E0-CE02-96BB5ADC289E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638743EE-3249-14DB-7144-FE2C5065E4BC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641936D-A2F2-FF17-E5E9-C3AE31287F5C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0B7CB2F8-AFBA-70ED-CC7B-264BFAD54677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E36D8BD-1A7C-A341-DA94-2A3DCC7E463A}"/>
              </a:ext>
            </a:extLst>
          </p:cNvPr>
          <p:cNvCxnSpPr>
            <a:cxnSpLocks/>
            <a:stCxn id="69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268B770-3E42-0106-8EFA-6584D5716146}"/>
              </a:ext>
            </a:extLst>
          </p:cNvPr>
          <p:cNvCxnSpPr>
            <a:cxnSpLocks/>
            <a:endCxn id="71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343AD8F-F300-C71B-2290-AE4FA0580113}"/>
              </a:ext>
            </a:extLst>
          </p:cNvPr>
          <p:cNvCxnSpPr>
            <a:cxnSpLocks/>
            <a:endCxn id="72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D0F9BC7-822A-A29C-CE50-8EE08850DAA1}"/>
              </a:ext>
            </a:extLst>
          </p:cNvPr>
          <p:cNvCxnSpPr>
            <a:cxnSpLocks/>
            <a:stCxn id="70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9B9F8A8E-9F88-774D-107B-925A2D4388AE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49BDAF-C911-2F9C-269C-0F31AB4010D8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12A0631-007D-085F-329C-75175148E93D}"/>
              </a:ext>
            </a:extLst>
          </p:cNvPr>
          <p:cNvCxnSpPr/>
          <p:nvPr/>
        </p:nvCxnSpPr>
        <p:spPr>
          <a:xfrm flipV="1">
            <a:off x="923752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9B8B1424-D37A-8134-F780-5779FDC3E7FD}"/>
              </a:ext>
            </a:extLst>
          </p:cNvPr>
          <p:cNvSpPr txBox="1"/>
          <p:nvPr/>
        </p:nvSpPr>
        <p:spPr>
          <a:xfrm>
            <a:off x="900221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CCE93BF-7EAE-E89B-E09F-4F9B4E27389F}"/>
                  </a:ext>
                </a:extLst>
              </p:cNvPr>
              <p:cNvSpPr txBox="1"/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CCE93BF-7EAE-E89B-E09F-4F9B4E273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175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CD956-03C1-BFE2-73E6-5392E85A2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D9F370-5EE3-75E2-4653-4B67D58A36E3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0144B8-887A-3362-6DEF-5BCA511FFD3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2BBAB02-7C64-1BC7-643E-0310512B49F2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35921-4908-34CB-EE0B-67BD9251AC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19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ED85AD-3F4F-C3AC-221C-E43C78FA63B3}"/>
              </a:ext>
            </a:extLst>
          </p:cNvPr>
          <p:cNvSpPr txBox="1"/>
          <p:nvPr/>
        </p:nvSpPr>
        <p:spPr>
          <a:xfrm>
            <a:off x="477889" y="1741129"/>
            <a:ext cx="7387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Choose split (midpoint of adjacent samples) and compute left/right node Similarity Scores.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EA4946-65C0-99C4-A9A7-F7953738F80F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EA4946-65C0-99C4-A9A7-F7953738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FC062FC4-AA31-5970-73ED-115F64247248}"/>
              </a:ext>
            </a:extLst>
          </p:cNvPr>
          <p:cNvSpPr/>
          <p:nvPr/>
        </p:nvSpPr>
        <p:spPr>
          <a:xfrm>
            <a:off x="5419660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13" name="Rectangle: Rounded Corners 20">
            <a:extLst>
              <a:ext uri="{FF2B5EF4-FFF2-40B4-BE49-F238E27FC236}">
                <a16:creationId xmlns:a16="http://schemas.microsoft.com/office/drawing/2014/main" id="{172DAFD6-E3FD-0B3A-FF2E-2F346E54EBFA}"/>
              </a:ext>
            </a:extLst>
          </p:cNvPr>
          <p:cNvSpPr/>
          <p:nvPr/>
        </p:nvSpPr>
        <p:spPr>
          <a:xfrm>
            <a:off x="6466869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428649-B9EE-2EBF-C1D5-586030B44AA0}"/>
              </a:ext>
            </a:extLst>
          </p:cNvPr>
          <p:cNvCxnSpPr/>
          <p:nvPr/>
        </p:nvCxnSpPr>
        <p:spPr>
          <a:xfrm>
            <a:off x="5876860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2C7D7107-0598-376C-62B7-1D8864D27C49}"/>
              </a:ext>
            </a:extLst>
          </p:cNvPr>
          <p:cNvSpPr/>
          <p:nvPr/>
        </p:nvSpPr>
        <p:spPr>
          <a:xfrm>
            <a:off x="4202844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-21.25, -1.25</a:t>
            </a:r>
          </a:p>
        </p:txBody>
      </p:sp>
      <p:sp>
        <p:nvSpPr>
          <p:cNvPr id="41" name="Rectangle: Rounded Corners 39">
            <a:extLst>
              <a:ext uri="{FF2B5EF4-FFF2-40B4-BE49-F238E27FC236}">
                <a16:creationId xmlns:a16="http://schemas.microsoft.com/office/drawing/2014/main" id="{FC9A39A0-F6D9-D0A0-9F8B-F104BC4F04E4}"/>
              </a:ext>
            </a:extLst>
          </p:cNvPr>
          <p:cNvSpPr/>
          <p:nvPr/>
        </p:nvSpPr>
        <p:spPr>
          <a:xfrm>
            <a:off x="6206101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8.75, 13.75</a:t>
            </a:r>
          </a:p>
        </p:txBody>
      </p:sp>
      <p:cxnSp>
        <p:nvCxnSpPr>
          <p:cNvPr id="54" name="Connector: Elbow 48">
            <a:extLst>
              <a:ext uri="{FF2B5EF4-FFF2-40B4-BE49-F238E27FC236}">
                <a16:creationId xmlns:a16="http://schemas.microsoft.com/office/drawing/2014/main" id="{A18EEDF2-071A-7FCF-7982-773554CE3C63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4811253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49">
            <a:extLst>
              <a:ext uri="{FF2B5EF4-FFF2-40B4-BE49-F238E27FC236}">
                <a16:creationId xmlns:a16="http://schemas.microsoft.com/office/drawing/2014/main" id="{1AFCE0E9-054A-E27B-DDD1-E028E9D22FB9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876860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20">
            <a:extLst>
              <a:ext uri="{FF2B5EF4-FFF2-40B4-BE49-F238E27FC236}">
                <a16:creationId xmlns:a16="http://schemas.microsoft.com/office/drawing/2014/main" id="{861FCAEA-20B9-C860-B8E5-A489A4E359D6}"/>
              </a:ext>
            </a:extLst>
          </p:cNvPr>
          <p:cNvSpPr/>
          <p:nvPr/>
        </p:nvSpPr>
        <p:spPr>
          <a:xfrm>
            <a:off x="4202843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60" name="Rectangle: Rounded Corners 20">
            <a:extLst>
              <a:ext uri="{FF2B5EF4-FFF2-40B4-BE49-F238E27FC236}">
                <a16:creationId xmlns:a16="http://schemas.microsoft.com/office/drawing/2014/main" id="{A0851C21-777E-FFC2-A54F-5E3CBB173AC9}"/>
              </a:ext>
            </a:extLst>
          </p:cNvPr>
          <p:cNvSpPr/>
          <p:nvPr/>
        </p:nvSpPr>
        <p:spPr>
          <a:xfrm>
            <a:off x="6206101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62" name="Rounded Rectangle 8">
            <a:extLst>
              <a:ext uri="{FF2B5EF4-FFF2-40B4-BE49-F238E27FC236}">
                <a16:creationId xmlns:a16="http://schemas.microsoft.com/office/drawing/2014/main" id="{684DDFC2-214C-0C04-33E3-AAD20342990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: Rounded Corners 12">
            <a:extLst>
              <a:ext uri="{FF2B5EF4-FFF2-40B4-BE49-F238E27FC236}">
                <a16:creationId xmlns:a16="http://schemas.microsoft.com/office/drawing/2014/main" id="{031D6CEF-42FE-1ECE-46E6-39BBF66E604F}"/>
              </a:ext>
            </a:extLst>
          </p:cNvPr>
          <p:cNvSpPr/>
          <p:nvPr/>
        </p:nvSpPr>
        <p:spPr>
          <a:xfrm>
            <a:off x="1694705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64" name="Rectangle: Rounded Corners 20">
            <a:extLst>
              <a:ext uri="{FF2B5EF4-FFF2-40B4-BE49-F238E27FC236}">
                <a16:creationId xmlns:a16="http://schemas.microsoft.com/office/drawing/2014/main" id="{70E710DD-F661-6AAE-D48D-4E0A4B18E5A9}"/>
              </a:ext>
            </a:extLst>
          </p:cNvPr>
          <p:cNvSpPr/>
          <p:nvPr/>
        </p:nvSpPr>
        <p:spPr>
          <a:xfrm>
            <a:off x="2741914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F3B51CE-0EBE-6836-C9A3-BFC67BA564FD}"/>
              </a:ext>
            </a:extLst>
          </p:cNvPr>
          <p:cNvCxnSpPr/>
          <p:nvPr/>
        </p:nvCxnSpPr>
        <p:spPr>
          <a:xfrm>
            <a:off x="2151905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: Rounded Corners 30">
            <a:extLst>
              <a:ext uri="{FF2B5EF4-FFF2-40B4-BE49-F238E27FC236}">
                <a16:creationId xmlns:a16="http://schemas.microsoft.com/office/drawing/2014/main" id="{AA9F5CFD-6EBA-E5C0-31B3-F1D275147BD6}"/>
              </a:ext>
            </a:extLst>
          </p:cNvPr>
          <p:cNvSpPr/>
          <p:nvPr/>
        </p:nvSpPr>
        <p:spPr>
          <a:xfrm>
            <a:off x="477889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67" name="Rectangle: Rounded Corners 39">
            <a:extLst>
              <a:ext uri="{FF2B5EF4-FFF2-40B4-BE49-F238E27FC236}">
                <a16:creationId xmlns:a16="http://schemas.microsoft.com/office/drawing/2014/main" id="{7771C867-4B02-DE3B-DB47-1C7CBB2A544D}"/>
              </a:ext>
            </a:extLst>
          </p:cNvPr>
          <p:cNvSpPr/>
          <p:nvPr/>
        </p:nvSpPr>
        <p:spPr>
          <a:xfrm>
            <a:off x="2481146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68" name="Connector: Elbow 48">
            <a:extLst>
              <a:ext uri="{FF2B5EF4-FFF2-40B4-BE49-F238E27FC236}">
                <a16:creationId xmlns:a16="http://schemas.microsoft.com/office/drawing/2014/main" id="{2BB49846-C5D0-E7D9-E245-B6DECD27D810}"/>
              </a:ext>
            </a:extLst>
          </p:cNvPr>
          <p:cNvCxnSpPr>
            <a:cxnSpLocks/>
            <a:endCxn id="66" idx="0"/>
          </p:cNvCxnSpPr>
          <p:nvPr/>
        </p:nvCxnSpPr>
        <p:spPr>
          <a:xfrm rot="10800000" flipV="1">
            <a:off x="1086298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49">
            <a:extLst>
              <a:ext uri="{FF2B5EF4-FFF2-40B4-BE49-F238E27FC236}">
                <a16:creationId xmlns:a16="http://schemas.microsoft.com/office/drawing/2014/main" id="{BF24DB59-D170-ECC2-3D12-28507E1E1CD9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2151905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: Rounded Corners 20">
            <a:extLst>
              <a:ext uri="{FF2B5EF4-FFF2-40B4-BE49-F238E27FC236}">
                <a16:creationId xmlns:a16="http://schemas.microsoft.com/office/drawing/2014/main" id="{C423C30C-8399-AC3E-DEF9-5455050291DE}"/>
              </a:ext>
            </a:extLst>
          </p:cNvPr>
          <p:cNvSpPr/>
          <p:nvPr/>
        </p:nvSpPr>
        <p:spPr>
          <a:xfrm>
            <a:off x="477888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451.56</a:t>
            </a:r>
          </a:p>
        </p:txBody>
      </p:sp>
      <p:sp>
        <p:nvSpPr>
          <p:cNvPr id="71" name="Rectangle: Rounded Corners 20">
            <a:extLst>
              <a:ext uri="{FF2B5EF4-FFF2-40B4-BE49-F238E27FC236}">
                <a16:creationId xmlns:a16="http://schemas.microsoft.com/office/drawing/2014/main" id="{9CA1E0AA-4786-21D6-53DB-191DB5816299}"/>
              </a:ext>
            </a:extLst>
          </p:cNvPr>
          <p:cNvSpPr/>
          <p:nvPr/>
        </p:nvSpPr>
        <p:spPr>
          <a:xfrm>
            <a:off x="2481146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150.52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BE2E2D8-2D93-32DF-9677-0EA3FF2591E6}"/>
                  </a:ext>
                </a:extLst>
              </p:cNvPr>
              <p:cNvSpPr txBox="1"/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BE2E2D8-2D93-32DF-9677-0EA3FF259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45B6BABC-61F5-2914-FEE7-8AA8D0577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75151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DB92575-30BA-A469-3EA6-AA6A25F821A2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0BFC8A7-9970-DC11-690E-98950B970D19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9DF5A83A-097A-39ED-2451-C039C387C494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99D939E0-9030-44CD-326D-8E6D77CEE50B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A5DA7F2-5154-68AA-AB9D-BE9B0B4675F1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CB5EB914-1733-47D3-A927-A59EF36DF3FB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D2E8239B-0762-91D4-E148-45D234D58DE3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D4686AA-C961-C3CF-F612-2DBDC4736DB9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0A7502AA-D0EB-309C-2405-233BDC2E9D6D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328E8F5-B20F-B867-6D5E-CB4C11B1EACB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A2B9735D-5FDC-41D2-3569-79207AB7AFC1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367239B5-3EC6-59BC-26B1-2647EB984F95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4E670C5E-DC0A-6940-7347-D8961E588C70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F6EC02CA-E56E-AF0C-CA0E-7C24FBCE8734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BA3BD6E0-807B-FA80-F95C-928C9E207B30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55BD18FD-EBD6-6D7E-37AC-5A6F3381AF7F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BA89A0C7-6B79-8C8D-8985-436548EB815C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C541458-2D6C-330C-ECEB-3FB9AA6EB723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1B2309BB-4E6A-78EC-B888-E7BC913A9DC9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B7E062C-A31A-6527-778D-49EDAAB68D4A}"/>
              </a:ext>
            </a:extLst>
          </p:cNvPr>
          <p:cNvCxnSpPr>
            <a:cxnSpLocks/>
            <a:stCxn id="143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7782BC8D-4911-7DCE-545F-63CF00F237E3}"/>
              </a:ext>
            </a:extLst>
          </p:cNvPr>
          <p:cNvCxnSpPr>
            <a:cxnSpLocks/>
            <a:endCxn id="145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39AD4ED9-E201-D5DE-F85A-A07360564631}"/>
              </a:ext>
            </a:extLst>
          </p:cNvPr>
          <p:cNvCxnSpPr>
            <a:cxnSpLocks/>
            <a:endCxn id="146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8E13367-6EEE-D13E-8AD1-A1ADD3FAC8AB}"/>
              </a:ext>
            </a:extLst>
          </p:cNvPr>
          <p:cNvCxnSpPr>
            <a:cxnSpLocks/>
            <a:stCxn id="144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CBAB7398-33C3-148A-6379-4E4BDD8D5235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044EF6E-476D-07E2-8C0A-DBD9E8D0FE7B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4504FBD-0B70-3345-A80E-51AD7B236FF6}"/>
              </a:ext>
            </a:extLst>
          </p:cNvPr>
          <p:cNvCxnSpPr>
            <a:cxnSpLocks/>
          </p:cNvCxnSpPr>
          <p:nvPr/>
        </p:nvCxnSpPr>
        <p:spPr>
          <a:xfrm flipV="1">
            <a:off x="9807792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185DDC60-AA4F-96E2-5A69-ACE231269F3C}"/>
              </a:ext>
            </a:extLst>
          </p:cNvPr>
          <p:cNvSpPr txBox="1"/>
          <p:nvPr/>
        </p:nvSpPr>
        <p:spPr>
          <a:xfrm>
            <a:off x="9572487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980964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F067D-D9E5-09C9-E0D2-0D920AE69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4FDFFFB-A5F8-3ED0-6BDD-1727B05F4A7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E218DA4-FEC7-5091-44C3-FF983C807E72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B2F2037-4153-8A71-BEEA-31536F6C46BB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05FCC-7679-4853-B06E-7E1A2523AE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20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D86BF2-B390-517E-A6CC-E6F03D80FC6E}"/>
              </a:ext>
            </a:extLst>
          </p:cNvPr>
          <p:cNvSpPr txBox="1"/>
          <p:nvPr/>
        </p:nvSpPr>
        <p:spPr>
          <a:xfrm>
            <a:off x="477889" y="1741129"/>
            <a:ext cx="73877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Choose split (midpoint of adjacent samples) and compute left/right node Similarity Scores.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87CBCD8-D004-D2A7-9A02-3B6BE6390F96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EA4946-65C0-99C4-A9A7-F7953738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496B3966-B71A-EBCC-B1AD-6B5387E6DDB2}"/>
              </a:ext>
            </a:extLst>
          </p:cNvPr>
          <p:cNvSpPr/>
          <p:nvPr/>
        </p:nvSpPr>
        <p:spPr>
          <a:xfrm>
            <a:off x="5419660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13" name="Rectangle: Rounded Corners 20">
            <a:extLst>
              <a:ext uri="{FF2B5EF4-FFF2-40B4-BE49-F238E27FC236}">
                <a16:creationId xmlns:a16="http://schemas.microsoft.com/office/drawing/2014/main" id="{C0251D64-A6E3-B9C1-F4DA-AF4C3408B2F1}"/>
              </a:ext>
            </a:extLst>
          </p:cNvPr>
          <p:cNvSpPr/>
          <p:nvPr/>
        </p:nvSpPr>
        <p:spPr>
          <a:xfrm>
            <a:off x="6466869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A6568EB-16BD-4ECE-73A5-2F82ADAD04FC}"/>
              </a:ext>
            </a:extLst>
          </p:cNvPr>
          <p:cNvCxnSpPr/>
          <p:nvPr/>
        </p:nvCxnSpPr>
        <p:spPr>
          <a:xfrm>
            <a:off x="5876860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6AEA5C11-3325-E9C0-0201-32D80CA8A888}"/>
              </a:ext>
            </a:extLst>
          </p:cNvPr>
          <p:cNvSpPr/>
          <p:nvPr/>
        </p:nvSpPr>
        <p:spPr>
          <a:xfrm>
            <a:off x="4202844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-21.25, -1.25</a:t>
            </a:r>
          </a:p>
        </p:txBody>
      </p:sp>
      <p:sp>
        <p:nvSpPr>
          <p:cNvPr id="41" name="Rectangle: Rounded Corners 39">
            <a:extLst>
              <a:ext uri="{FF2B5EF4-FFF2-40B4-BE49-F238E27FC236}">
                <a16:creationId xmlns:a16="http://schemas.microsoft.com/office/drawing/2014/main" id="{452D4E83-5C70-C6CC-A495-DF245997936B}"/>
              </a:ext>
            </a:extLst>
          </p:cNvPr>
          <p:cNvSpPr/>
          <p:nvPr/>
        </p:nvSpPr>
        <p:spPr>
          <a:xfrm>
            <a:off x="6206101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8.75, 13.75</a:t>
            </a:r>
          </a:p>
        </p:txBody>
      </p:sp>
      <p:cxnSp>
        <p:nvCxnSpPr>
          <p:cNvPr id="54" name="Connector: Elbow 48">
            <a:extLst>
              <a:ext uri="{FF2B5EF4-FFF2-40B4-BE49-F238E27FC236}">
                <a16:creationId xmlns:a16="http://schemas.microsoft.com/office/drawing/2014/main" id="{2BB85B53-4378-EC63-6E0A-4D6608605605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4811253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49">
            <a:extLst>
              <a:ext uri="{FF2B5EF4-FFF2-40B4-BE49-F238E27FC236}">
                <a16:creationId xmlns:a16="http://schemas.microsoft.com/office/drawing/2014/main" id="{DF4F39D0-469C-9058-84D3-79BAAB9F228E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876860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20">
            <a:extLst>
              <a:ext uri="{FF2B5EF4-FFF2-40B4-BE49-F238E27FC236}">
                <a16:creationId xmlns:a16="http://schemas.microsoft.com/office/drawing/2014/main" id="{AA645656-84DA-187E-C21E-B18F977A83AD}"/>
              </a:ext>
            </a:extLst>
          </p:cNvPr>
          <p:cNvSpPr/>
          <p:nvPr/>
        </p:nvSpPr>
        <p:spPr>
          <a:xfrm>
            <a:off x="4202843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60" name="Rectangle: Rounded Corners 20">
            <a:extLst>
              <a:ext uri="{FF2B5EF4-FFF2-40B4-BE49-F238E27FC236}">
                <a16:creationId xmlns:a16="http://schemas.microsoft.com/office/drawing/2014/main" id="{90902E5D-EE19-E32F-DA4D-337EFBD985B5}"/>
              </a:ext>
            </a:extLst>
          </p:cNvPr>
          <p:cNvSpPr/>
          <p:nvPr/>
        </p:nvSpPr>
        <p:spPr>
          <a:xfrm>
            <a:off x="6206101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62" name="Rounded Rectangle 8">
            <a:extLst>
              <a:ext uri="{FF2B5EF4-FFF2-40B4-BE49-F238E27FC236}">
                <a16:creationId xmlns:a16="http://schemas.microsoft.com/office/drawing/2014/main" id="{71B2CF88-089A-EE7B-4E66-7CDE645B6C7C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Rectangle: Rounded Corners 12">
            <a:extLst>
              <a:ext uri="{FF2B5EF4-FFF2-40B4-BE49-F238E27FC236}">
                <a16:creationId xmlns:a16="http://schemas.microsoft.com/office/drawing/2014/main" id="{C7126C6E-9F39-6A4B-F9D7-2E8B896886D3}"/>
              </a:ext>
            </a:extLst>
          </p:cNvPr>
          <p:cNvSpPr/>
          <p:nvPr/>
        </p:nvSpPr>
        <p:spPr>
          <a:xfrm>
            <a:off x="1694705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64" name="Rectangle: Rounded Corners 20">
            <a:extLst>
              <a:ext uri="{FF2B5EF4-FFF2-40B4-BE49-F238E27FC236}">
                <a16:creationId xmlns:a16="http://schemas.microsoft.com/office/drawing/2014/main" id="{DC8DEFCC-F0F7-AC68-942F-51DBE94294E5}"/>
              </a:ext>
            </a:extLst>
          </p:cNvPr>
          <p:cNvSpPr/>
          <p:nvPr/>
        </p:nvSpPr>
        <p:spPr>
          <a:xfrm>
            <a:off x="2741914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76750BB-3E79-77B0-D2E2-2018D48198BD}"/>
              </a:ext>
            </a:extLst>
          </p:cNvPr>
          <p:cNvCxnSpPr/>
          <p:nvPr/>
        </p:nvCxnSpPr>
        <p:spPr>
          <a:xfrm>
            <a:off x="2151905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Rectangle: Rounded Corners 30">
            <a:extLst>
              <a:ext uri="{FF2B5EF4-FFF2-40B4-BE49-F238E27FC236}">
                <a16:creationId xmlns:a16="http://schemas.microsoft.com/office/drawing/2014/main" id="{7D34BB0E-44E5-83BC-F4EE-FD2E11B98236}"/>
              </a:ext>
            </a:extLst>
          </p:cNvPr>
          <p:cNvSpPr/>
          <p:nvPr/>
        </p:nvSpPr>
        <p:spPr>
          <a:xfrm>
            <a:off x="477889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67" name="Rectangle: Rounded Corners 39">
            <a:extLst>
              <a:ext uri="{FF2B5EF4-FFF2-40B4-BE49-F238E27FC236}">
                <a16:creationId xmlns:a16="http://schemas.microsoft.com/office/drawing/2014/main" id="{B569F2B1-5B11-9421-249F-2C951C763466}"/>
              </a:ext>
            </a:extLst>
          </p:cNvPr>
          <p:cNvSpPr/>
          <p:nvPr/>
        </p:nvSpPr>
        <p:spPr>
          <a:xfrm>
            <a:off x="2481146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68" name="Connector: Elbow 48">
            <a:extLst>
              <a:ext uri="{FF2B5EF4-FFF2-40B4-BE49-F238E27FC236}">
                <a16:creationId xmlns:a16="http://schemas.microsoft.com/office/drawing/2014/main" id="{BD269192-9304-7590-5C7C-AD4558718CB0}"/>
              </a:ext>
            </a:extLst>
          </p:cNvPr>
          <p:cNvCxnSpPr>
            <a:cxnSpLocks/>
            <a:endCxn id="66" idx="0"/>
          </p:cNvCxnSpPr>
          <p:nvPr/>
        </p:nvCxnSpPr>
        <p:spPr>
          <a:xfrm rot="10800000" flipV="1">
            <a:off x="1086298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49">
            <a:extLst>
              <a:ext uri="{FF2B5EF4-FFF2-40B4-BE49-F238E27FC236}">
                <a16:creationId xmlns:a16="http://schemas.microsoft.com/office/drawing/2014/main" id="{29265B2B-4AFA-976D-A074-A6DC27917CE2}"/>
              </a:ext>
            </a:extLst>
          </p:cNvPr>
          <p:cNvCxnSpPr>
            <a:cxnSpLocks/>
            <a:endCxn id="67" idx="0"/>
          </p:cNvCxnSpPr>
          <p:nvPr/>
        </p:nvCxnSpPr>
        <p:spPr>
          <a:xfrm>
            <a:off x="2151905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Rectangle: Rounded Corners 20">
            <a:extLst>
              <a:ext uri="{FF2B5EF4-FFF2-40B4-BE49-F238E27FC236}">
                <a16:creationId xmlns:a16="http://schemas.microsoft.com/office/drawing/2014/main" id="{CC80882E-D841-4569-AE3F-3FF8898AD4B5}"/>
              </a:ext>
            </a:extLst>
          </p:cNvPr>
          <p:cNvSpPr/>
          <p:nvPr/>
        </p:nvSpPr>
        <p:spPr>
          <a:xfrm>
            <a:off x="477888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451.56</a:t>
            </a:r>
          </a:p>
        </p:txBody>
      </p:sp>
      <p:sp>
        <p:nvSpPr>
          <p:cNvPr id="71" name="Rectangle: Rounded Corners 20">
            <a:extLst>
              <a:ext uri="{FF2B5EF4-FFF2-40B4-BE49-F238E27FC236}">
                <a16:creationId xmlns:a16="http://schemas.microsoft.com/office/drawing/2014/main" id="{21FDCE23-BC97-0E64-265A-1004F9BD93BF}"/>
              </a:ext>
            </a:extLst>
          </p:cNvPr>
          <p:cNvSpPr/>
          <p:nvPr/>
        </p:nvSpPr>
        <p:spPr>
          <a:xfrm>
            <a:off x="2481146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150.52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9BAB07C-8B4D-21C4-A051-074168940DC7}"/>
                  </a:ext>
                </a:extLst>
              </p:cNvPr>
              <p:cNvSpPr txBox="1"/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𝑆𝑖𝑚𝑖𝑙𝑎𝑟𝑖𝑡𝑦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 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subHide m:val="on"/>
                                      <m:supHide m:val="on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/>
                                    <m:sup/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𝑅𝑒𝑠𝑖𝑑𝑢𝑎</m:t>
                                      </m:r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9BAB07C-8B4D-21C4-A051-074168940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239" y="5950770"/>
                <a:ext cx="9215339" cy="7834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3FE89092-75AD-E673-F8D7-C046729AEF7D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C109E6DE-59DD-E1A9-E958-6F0501F25B52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6A2DCD89-C389-93D1-51E1-6A1FEFEBA411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F2AEA6E-8846-5F6F-CB66-BEECAB2E01E2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5E712B2-FFB2-F9CC-D5B9-CF33FE956E15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30DE370-8406-06EC-2ACB-760C90C1366E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CF2CB932-33CF-74F6-F3EB-82D8519B14BF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B5DF699-B447-BF99-0E02-C31290056CF7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33E905E0-1EB1-F335-C04A-42AD757BC7A0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A552602C-AE61-6B4D-847E-40F0E7D93604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5DB311D9-6DDD-2740-CB64-B7203B8DA1B6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16CF4973-58B7-7646-2489-7463DF0F93C6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B783455D-1E1A-A378-2C0A-257110AC8582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0D2B8B8-FB80-96BE-D3EF-212B354B27DE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2352074D-9B7C-0EAA-1333-070B8F3AE2D9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C936424F-FC85-4A2B-4DB7-927660FB2970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C1A77800-52D7-402C-8D1F-B3789997C7E4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464E393C-E075-BA6D-D84E-1AE66F8660B7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BC02C8D-5AFB-B2A7-3DFF-FF67C0ED3256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39A02369-01F1-9941-93D8-73B221129194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A9AB26EF-4F55-3C4B-1E74-AF9DA6A8C4CB}"/>
              </a:ext>
            </a:extLst>
          </p:cNvPr>
          <p:cNvCxnSpPr>
            <a:cxnSpLocks/>
            <a:stCxn id="143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34FBF17B-A201-FDE5-5C06-6056AB739A58}"/>
              </a:ext>
            </a:extLst>
          </p:cNvPr>
          <p:cNvCxnSpPr>
            <a:cxnSpLocks/>
            <a:endCxn id="145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535F28B8-31DE-FE92-0018-952DF8DFD0FC}"/>
              </a:ext>
            </a:extLst>
          </p:cNvPr>
          <p:cNvCxnSpPr>
            <a:cxnSpLocks/>
            <a:endCxn id="146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73E80FF9-9D08-3B7B-8922-AE5753D49E74}"/>
              </a:ext>
            </a:extLst>
          </p:cNvPr>
          <p:cNvCxnSpPr>
            <a:cxnSpLocks/>
            <a:stCxn id="144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1DA96FD7-257C-6DD0-80BC-4F6DE60D3EDF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31B8839-0CC7-D11F-0B71-9CC1CCA6D7E9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sp>
        <p:nvSpPr>
          <p:cNvPr id="2" name="Rectangle: Rounded Corners 12">
            <a:extLst>
              <a:ext uri="{FF2B5EF4-FFF2-40B4-BE49-F238E27FC236}">
                <a16:creationId xmlns:a16="http://schemas.microsoft.com/office/drawing/2014/main" id="{EFFDA696-09D5-7DF6-034D-C13E9F5D8038}"/>
              </a:ext>
            </a:extLst>
          </p:cNvPr>
          <p:cNvSpPr/>
          <p:nvPr/>
        </p:nvSpPr>
        <p:spPr>
          <a:xfrm>
            <a:off x="1694705" y="4376159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26.5</a:t>
            </a:r>
          </a:p>
        </p:txBody>
      </p:sp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D3030425-D4E8-3CDD-B843-2CC68675A811}"/>
              </a:ext>
            </a:extLst>
          </p:cNvPr>
          <p:cNvSpPr/>
          <p:nvPr/>
        </p:nvSpPr>
        <p:spPr>
          <a:xfrm>
            <a:off x="2741914" y="4375610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705BB7-6593-DECA-5695-74AF99215292}"/>
              </a:ext>
            </a:extLst>
          </p:cNvPr>
          <p:cNvCxnSpPr/>
          <p:nvPr/>
        </p:nvCxnSpPr>
        <p:spPr>
          <a:xfrm>
            <a:off x="2151905" y="4712314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: Rounded Corners 30">
            <a:extLst>
              <a:ext uri="{FF2B5EF4-FFF2-40B4-BE49-F238E27FC236}">
                <a16:creationId xmlns:a16="http://schemas.microsoft.com/office/drawing/2014/main" id="{90AA5E37-D132-A236-A753-60E559A01FB3}"/>
              </a:ext>
            </a:extLst>
          </p:cNvPr>
          <p:cNvSpPr/>
          <p:nvPr/>
        </p:nvSpPr>
        <p:spPr>
          <a:xfrm>
            <a:off x="477889" y="5184166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-21.25, -1.25, 8.75</a:t>
            </a:r>
          </a:p>
        </p:txBody>
      </p:sp>
      <p:sp>
        <p:nvSpPr>
          <p:cNvPr id="11" name="Rectangle: Rounded Corners 39">
            <a:extLst>
              <a:ext uri="{FF2B5EF4-FFF2-40B4-BE49-F238E27FC236}">
                <a16:creationId xmlns:a16="http://schemas.microsoft.com/office/drawing/2014/main" id="{3CA178D8-F92A-9BDC-2776-A44ED71A09BB}"/>
              </a:ext>
            </a:extLst>
          </p:cNvPr>
          <p:cNvSpPr/>
          <p:nvPr/>
        </p:nvSpPr>
        <p:spPr>
          <a:xfrm>
            <a:off x="2481146" y="5184166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13.75</a:t>
            </a:r>
          </a:p>
        </p:txBody>
      </p:sp>
      <p:cxnSp>
        <p:nvCxnSpPr>
          <p:cNvPr id="12" name="Connector: Elbow 48">
            <a:extLst>
              <a:ext uri="{FF2B5EF4-FFF2-40B4-BE49-F238E27FC236}">
                <a16:creationId xmlns:a16="http://schemas.microsoft.com/office/drawing/2014/main" id="{E5A49434-25A7-B19F-C722-6D6C8D959B6B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 flipV="1">
            <a:off x="1086298" y="4884842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nector: Elbow 49">
            <a:extLst>
              <a:ext uri="{FF2B5EF4-FFF2-40B4-BE49-F238E27FC236}">
                <a16:creationId xmlns:a16="http://schemas.microsoft.com/office/drawing/2014/main" id="{9A56837F-3786-9DD1-6694-4B0CB566AB5B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2151905" y="4884842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20">
            <a:extLst>
              <a:ext uri="{FF2B5EF4-FFF2-40B4-BE49-F238E27FC236}">
                <a16:creationId xmlns:a16="http://schemas.microsoft.com/office/drawing/2014/main" id="{165AB6CB-F79C-6A2A-A420-6682D08F90D4}"/>
              </a:ext>
            </a:extLst>
          </p:cNvPr>
          <p:cNvSpPr/>
          <p:nvPr/>
        </p:nvSpPr>
        <p:spPr>
          <a:xfrm>
            <a:off x="477888" y="562162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63.02</a:t>
            </a:r>
          </a:p>
        </p:txBody>
      </p:sp>
      <p:sp>
        <p:nvSpPr>
          <p:cNvPr id="16" name="Rectangle: Rounded Corners 20">
            <a:extLst>
              <a:ext uri="{FF2B5EF4-FFF2-40B4-BE49-F238E27FC236}">
                <a16:creationId xmlns:a16="http://schemas.microsoft.com/office/drawing/2014/main" id="{65CF432D-51C1-2EA3-8D68-C90A077BF215}"/>
              </a:ext>
            </a:extLst>
          </p:cNvPr>
          <p:cNvSpPr/>
          <p:nvPr/>
        </p:nvSpPr>
        <p:spPr>
          <a:xfrm>
            <a:off x="2481146" y="562162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189.06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DEC38E-179D-F4E0-7B03-987E860DAA05}"/>
              </a:ext>
            </a:extLst>
          </p:cNvPr>
          <p:cNvCxnSpPr>
            <a:cxnSpLocks/>
          </p:cNvCxnSpPr>
          <p:nvPr/>
        </p:nvCxnSpPr>
        <p:spPr>
          <a:xfrm flipV="1">
            <a:off x="1037806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ABDED62-EEE6-5987-019B-71033A434A57}"/>
              </a:ext>
            </a:extLst>
          </p:cNvPr>
          <p:cNvSpPr txBox="1"/>
          <p:nvPr/>
        </p:nvSpPr>
        <p:spPr>
          <a:xfrm>
            <a:off x="1014275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</a:t>
            </a:r>
          </a:p>
        </p:txBody>
      </p:sp>
    </p:spTree>
    <p:extLst>
      <p:ext uri="{BB962C8B-B14F-4D97-AF65-F5344CB8AC3E}">
        <p14:creationId xmlns:p14="http://schemas.microsoft.com/office/powerpoint/2010/main" val="14222375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9421-C15A-C18B-1846-A36FC407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9E17D7-7C4F-D507-B8D8-E213907BCB8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5F92FF6-A96D-364A-C4A1-9CE4F32E818E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5AC0E33-91AE-A14F-DB61-2EF1496696F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56FAA-221A-4501-71C4-EEF889C8BE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21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180A57-EE8A-11F9-5A31-28B636D2AFEC}"/>
              </a:ext>
            </a:extLst>
          </p:cNvPr>
          <p:cNvSpPr txBox="1"/>
          <p:nvPr/>
        </p:nvSpPr>
        <p:spPr>
          <a:xfrm>
            <a:off x="477889" y="1741129"/>
            <a:ext cx="738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Calculate the Gain. Select the Gain with the highest value.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772A64-6452-6781-CF05-833C899F0E99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772A64-6452-6781-CF05-833C899F0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ounded Rectangle 8">
            <a:extLst>
              <a:ext uri="{FF2B5EF4-FFF2-40B4-BE49-F238E27FC236}">
                <a16:creationId xmlns:a16="http://schemas.microsoft.com/office/drawing/2014/main" id="{264D5E16-47A7-FD30-6013-478A8F6AAE47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: Rounded Corners 12">
            <a:extLst>
              <a:ext uri="{FF2B5EF4-FFF2-40B4-BE49-F238E27FC236}">
                <a16:creationId xmlns:a16="http://schemas.microsoft.com/office/drawing/2014/main" id="{6627E823-B089-AC20-CBAC-464A00B3A20C}"/>
              </a:ext>
            </a:extLst>
          </p:cNvPr>
          <p:cNvSpPr/>
          <p:nvPr/>
        </p:nvSpPr>
        <p:spPr>
          <a:xfrm>
            <a:off x="5419660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77" name="Rectangle: Rounded Corners 20">
            <a:extLst>
              <a:ext uri="{FF2B5EF4-FFF2-40B4-BE49-F238E27FC236}">
                <a16:creationId xmlns:a16="http://schemas.microsoft.com/office/drawing/2014/main" id="{1EA37EBD-4F4C-3418-3FBC-6C6D374914DD}"/>
              </a:ext>
            </a:extLst>
          </p:cNvPr>
          <p:cNvSpPr/>
          <p:nvPr/>
        </p:nvSpPr>
        <p:spPr>
          <a:xfrm>
            <a:off x="6466869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8366180-D544-808D-088B-9D760944EBFA}"/>
              </a:ext>
            </a:extLst>
          </p:cNvPr>
          <p:cNvCxnSpPr/>
          <p:nvPr/>
        </p:nvCxnSpPr>
        <p:spPr>
          <a:xfrm>
            <a:off x="5876860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Rectangle: Rounded Corners 30">
            <a:extLst>
              <a:ext uri="{FF2B5EF4-FFF2-40B4-BE49-F238E27FC236}">
                <a16:creationId xmlns:a16="http://schemas.microsoft.com/office/drawing/2014/main" id="{A19A687A-D991-3ED9-57DE-86CDAA35E6C2}"/>
              </a:ext>
            </a:extLst>
          </p:cNvPr>
          <p:cNvSpPr/>
          <p:nvPr/>
        </p:nvSpPr>
        <p:spPr>
          <a:xfrm>
            <a:off x="4202844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-21.25, -1.25</a:t>
            </a:r>
          </a:p>
        </p:txBody>
      </p:sp>
      <p:sp>
        <p:nvSpPr>
          <p:cNvPr id="80" name="Rectangle: Rounded Corners 39">
            <a:extLst>
              <a:ext uri="{FF2B5EF4-FFF2-40B4-BE49-F238E27FC236}">
                <a16:creationId xmlns:a16="http://schemas.microsoft.com/office/drawing/2014/main" id="{1CECC56A-8175-5F68-4B25-E77AB96572A8}"/>
              </a:ext>
            </a:extLst>
          </p:cNvPr>
          <p:cNvSpPr/>
          <p:nvPr/>
        </p:nvSpPr>
        <p:spPr>
          <a:xfrm>
            <a:off x="6206101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8.75, 13.75</a:t>
            </a:r>
          </a:p>
        </p:txBody>
      </p:sp>
      <p:cxnSp>
        <p:nvCxnSpPr>
          <p:cNvPr id="81" name="Connector: Elbow 48">
            <a:extLst>
              <a:ext uri="{FF2B5EF4-FFF2-40B4-BE49-F238E27FC236}">
                <a16:creationId xmlns:a16="http://schemas.microsoft.com/office/drawing/2014/main" id="{5925DA9A-4B57-70A6-4F00-1307EF92F264}"/>
              </a:ext>
            </a:extLst>
          </p:cNvPr>
          <p:cNvCxnSpPr>
            <a:cxnSpLocks/>
            <a:endCxn id="79" idx="0"/>
          </p:cNvCxnSpPr>
          <p:nvPr/>
        </p:nvCxnSpPr>
        <p:spPr>
          <a:xfrm rot="10800000" flipV="1">
            <a:off x="4811253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49">
            <a:extLst>
              <a:ext uri="{FF2B5EF4-FFF2-40B4-BE49-F238E27FC236}">
                <a16:creationId xmlns:a16="http://schemas.microsoft.com/office/drawing/2014/main" id="{550206E8-45DB-A629-4D86-C56538BA347F}"/>
              </a:ext>
            </a:extLst>
          </p:cNvPr>
          <p:cNvCxnSpPr>
            <a:cxnSpLocks/>
            <a:endCxn id="80" idx="0"/>
          </p:cNvCxnSpPr>
          <p:nvPr/>
        </p:nvCxnSpPr>
        <p:spPr>
          <a:xfrm>
            <a:off x="5876860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: Rounded Corners 20">
            <a:extLst>
              <a:ext uri="{FF2B5EF4-FFF2-40B4-BE49-F238E27FC236}">
                <a16:creationId xmlns:a16="http://schemas.microsoft.com/office/drawing/2014/main" id="{F2C5BB95-9285-C7FB-0148-A548E9BF9040}"/>
              </a:ext>
            </a:extLst>
          </p:cNvPr>
          <p:cNvSpPr/>
          <p:nvPr/>
        </p:nvSpPr>
        <p:spPr>
          <a:xfrm>
            <a:off x="4202843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84" name="Rectangle: Rounded Corners 20">
            <a:extLst>
              <a:ext uri="{FF2B5EF4-FFF2-40B4-BE49-F238E27FC236}">
                <a16:creationId xmlns:a16="http://schemas.microsoft.com/office/drawing/2014/main" id="{F51BADA4-F2B7-60E9-44E3-F36A951ED079}"/>
              </a:ext>
            </a:extLst>
          </p:cNvPr>
          <p:cNvSpPr/>
          <p:nvPr/>
        </p:nvSpPr>
        <p:spPr>
          <a:xfrm>
            <a:off x="6206101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85" name="Rectangle: Rounded Corners 12">
            <a:extLst>
              <a:ext uri="{FF2B5EF4-FFF2-40B4-BE49-F238E27FC236}">
                <a16:creationId xmlns:a16="http://schemas.microsoft.com/office/drawing/2014/main" id="{7C7AC52A-C225-539B-C26E-7C184EDF67C2}"/>
              </a:ext>
            </a:extLst>
          </p:cNvPr>
          <p:cNvSpPr/>
          <p:nvPr/>
        </p:nvSpPr>
        <p:spPr>
          <a:xfrm>
            <a:off x="1694705" y="2619553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86" name="Rectangle: Rounded Corners 20">
            <a:extLst>
              <a:ext uri="{FF2B5EF4-FFF2-40B4-BE49-F238E27FC236}">
                <a16:creationId xmlns:a16="http://schemas.microsoft.com/office/drawing/2014/main" id="{063B9EB7-17ED-9C85-9693-033DF04BD928}"/>
              </a:ext>
            </a:extLst>
          </p:cNvPr>
          <p:cNvSpPr/>
          <p:nvPr/>
        </p:nvSpPr>
        <p:spPr>
          <a:xfrm>
            <a:off x="2741914" y="2619004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2310DF6-D0BC-C0B9-E952-ADDF20A330DA}"/>
              </a:ext>
            </a:extLst>
          </p:cNvPr>
          <p:cNvCxnSpPr/>
          <p:nvPr/>
        </p:nvCxnSpPr>
        <p:spPr>
          <a:xfrm>
            <a:off x="2151905" y="2955708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Rectangle: Rounded Corners 30">
            <a:extLst>
              <a:ext uri="{FF2B5EF4-FFF2-40B4-BE49-F238E27FC236}">
                <a16:creationId xmlns:a16="http://schemas.microsoft.com/office/drawing/2014/main" id="{D28075D5-77B2-4BBB-03C0-1FDACBD23EA0}"/>
              </a:ext>
            </a:extLst>
          </p:cNvPr>
          <p:cNvSpPr/>
          <p:nvPr/>
        </p:nvSpPr>
        <p:spPr>
          <a:xfrm>
            <a:off x="477889" y="3427560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89" name="Rectangle: Rounded Corners 39">
            <a:extLst>
              <a:ext uri="{FF2B5EF4-FFF2-40B4-BE49-F238E27FC236}">
                <a16:creationId xmlns:a16="http://schemas.microsoft.com/office/drawing/2014/main" id="{89DC23AA-0D04-D652-2D6D-78C9BF4E5D8A}"/>
              </a:ext>
            </a:extLst>
          </p:cNvPr>
          <p:cNvSpPr/>
          <p:nvPr/>
        </p:nvSpPr>
        <p:spPr>
          <a:xfrm>
            <a:off x="2481146" y="3427560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90" name="Connector: Elbow 48">
            <a:extLst>
              <a:ext uri="{FF2B5EF4-FFF2-40B4-BE49-F238E27FC236}">
                <a16:creationId xmlns:a16="http://schemas.microsoft.com/office/drawing/2014/main" id="{AC65DAF8-A351-C10D-C4DD-A64116623393}"/>
              </a:ext>
            </a:extLst>
          </p:cNvPr>
          <p:cNvCxnSpPr>
            <a:cxnSpLocks/>
            <a:endCxn id="88" idx="0"/>
          </p:cNvCxnSpPr>
          <p:nvPr/>
        </p:nvCxnSpPr>
        <p:spPr>
          <a:xfrm rot="10800000" flipV="1">
            <a:off x="1086298" y="3128236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Connector: Elbow 49">
            <a:extLst>
              <a:ext uri="{FF2B5EF4-FFF2-40B4-BE49-F238E27FC236}">
                <a16:creationId xmlns:a16="http://schemas.microsoft.com/office/drawing/2014/main" id="{2ED0E188-3040-A474-C712-1224997A01C6}"/>
              </a:ext>
            </a:extLst>
          </p:cNvPr>
          <p:cNvCxnSpPr>
            <a:cxnSpLocks/>
            <a:endCxn id="89" idx="0"/>
          </p:cNvCxnSpPr>
          <p:nvPr/>
        </p:nvCxnSpPr>
        <p:spPr>
          <a:xfrm>
            <a:off x="2151905" y="3128236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: Rounded Corners 20">
            <a:extLst>
              <a:ext uri="{FF2B5EF4-FFF2-40B4-BE49-F238E27FC236}">
                <a16:creationId xmlns:a16="http://schemas.microsoft.com/office/drawing/2014/main" id="{995F6078-5CC2-847D-E979-D264DB9F9C6F}"/>
              </a:ext>
            </a:extLst>
          </p:cNvPr>
          <p:cNvSpPr/>
          <p:nvPr/>
        </p:nvSpPr>
        <p:spPr>
          <a:xfrm>
            <a:off x="477888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451.56</a:t>
            </a:r>
          </a:p>
        </p:txBody>
      </p:sp>
      <p:sp>
        <p:nvSpPr>
          <p:cNvPr id="93" name="Rectangle: Rounded Corners 20">
            <a:extLst>
              <a:ext uri="{FF2B5EF4-FFF2-40B4-BE49-F238E27FC236}">
                <a16:creationId xmlns:a16="http://schemas.microsoft.com/office/drawing/2014/main" id="{15B7C8EF-C357-3E90-003C-C83A1E676872}"/>
              </a:ext>
            </a:extLst>
          </p:cNvPr>
          <p:cNvSpPr/>
          <p:nvPr/>
        </p:nvSpPr>
        <p:spPr>
          <a:xfrm>
            <a:off x="2481146" y="3865016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150.52</a:t>
            </a:r>
          </a:p>
        </p:txBody>
      </p:sp>
      <p:sp>
        <p:nvSpPr>
          <p:cNvPr id="94" name="Rectangle: Rounded Corners 12">
            <a:extLst>
              <a:ext uri="{FF2B5EF4-FFF2-40B4-BE49-F238E27FC236}">
                <a16:creationId xmlns:a16="http://schemas.microsoft.com/office/drawing/2014/main" id="{493B6B92-626D-D859-EE50-293FFECFFEAF}"/>
              </a:ext>
            </a:extLst>
          </p:cNvPr>
          <p:cNvSpPr/>
          <p:nvPr/>
        </p:nvSpPr>
        <p:spPr>
          <a:xfrm>
            <a:off x="1694705" y="4376159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26.5</a:t>
            </a:r>
          </a:p>
        </p:txBody>
      </p:sp>
      <p:sp>
        <p:nvSpPr>
          <p:cNvPr id="95" name="Rectangle: Rounded Corners 20">
            <a:extLst>
              <a:ext uri="{FF2B5EF4-FFF2-40B4-BE49-F238E27FC236}">
                <a16:creationId xmlns:a16="http://schemas.microsoft.com/office/drawing/2014/main" id="{2EFD2EF6-413D-0254-9E3B-2E2822921AD9}"/>
              </a:ext>
            </a:extLst>
          </p:cNvPr>
          <p:cNvSpPr/>
          <p:nvPr/>
        </p:nvSpPr>
        <p:spPr>
          <a:xfrm>
            <a:off x="2741914" y="4375610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365C79C-A107-E9B5-34CF-1C1E0738E74C}"/>
              </a:ext>
            </a:extLst>
          </p:cNvPr>
          <p:cNvCxnSpPr/>
          <p:nvPr/>
        </p:nvCxnSpPr>
        <p:spPr>
          <a:xfrm>
            <a:off x="2151905" y="4712314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Rectangle: Rounded Corners 30">
            <a:extLst>
              <a:ext uri="{FF2B5EF4-FFF2-40B4-BE49-F238E27FC236}">
                <a16:creationId xmlns:a16="http://schemas.microsoft.com/office/drawing/2014/main" id="{0138A7F9-17DB-55C5-D477-04E25A647D5B}"/>
              </a:ext>
            </a:extLst>
          </p:cNvPr>
          <p:cNvSpPr/>
          <p:nvPr/>
        </p:nvSpPr>
        <p:spPr>
          <a:xfrm>
            <a:off x="477889" y="5184166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-21.25, -1.25, 8.75</a:t>
            </a:r>
          </a:p>
        </p:txBody>
      </p:sp>
      <p:sp>
        <p:nvSpPr>
          <p:cNvPr id="98" name="Rectangle: Rounded Corners 39">
            <a:extLst>
              <a:ext uri="{FF2B5EF4-FFF2-40B4-BE49-F238E27FC236}">
                <a16:creationId xmlns:a16="http://schemas.microsoft.com/office/drawing/2014/main" id="{2C7F80EF-4B06-C0EC-B5BF-CC6E6B2A7887}"/>
              </a:ext>
            </a:extLst>
          </p:cNvPr>
          <p:cNvSpPr/>
          <p:nvPr/>
        </p:nvSpPr>
        <p:spPr>
          <a:xfrm>
            <a:off x="2481146" y="5184166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13.75</a:t>
            </a:r>
          </a:p>
        </p:txBody>
      </p:sp>
      <p:cxnSp>
        <p:nvCxnSpPr>
          <p:cNvPr id="99" name="Connector: Elbow 48">
            <a:extLst>
              <a:ext uri="{FF2B5EF4-FFF2-40B4-BE49-F238E27FC236}">
                <a16:creationId xmlns:a16="http://schemas.microsoft.com/office/drawing/2014/main" id="{B1542078-AE02-528F-09E7-D1D8D5D1C6E4}"/>
              </a:ext>
            </a:extLst>
          </p:cNvPr>
          <p:cNvCxnSpPr>
            <a:cxnSpLocks/>
            <a:endCxn id="97" idx="0"/>
          </p:cNvCxnSpPr>
          <p:nvPr/>
        </p:nvCxnSpPr>
        <p:spPr>
          <a:xfrm rot="10800000" flipV="1">
            <a:off x="1086298" y="4884842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nector: Elbow 49">
            <a:extLst>
              <a:ext uri="{FF2B5EF4-FFF2-40B4-BE49-F238E27FC236}">
                <a16:creationId xmlns:a16="http://schemas.microsoft.com/office/drawing/2014/main" id="{6830F6A1-8CC0-3BF5-5547-1392302EBFB2}"/>
              </a:ext>
            </a:extLst>
          </p:cNvPr>
          <p:cNvCxnSpPr>
            <a:cxnSpLocks/>
            <a:endCxn id="98" idx="0"/>
          </p:cNvCxnSpPr>
          <p:nvPr/>
        </p:nvCxnSpPr>
        <p:spPr>
          <a:xfrm>
            <a:off x="2151905" y="4884842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Rectangle: Rounded Corners 20">
            <a:extLst>
              <a:ext uri="{FF2B5EF4-FFF2-40B4-BE49-F238E27FC236}">
                <a16:creationId xmlns:a16="http://schemas.microsoft.com/office/drawing/2014/main" id="{28CE09C0-4014-7ECD-8917-0B49C58DFD4A}"/>
              </a:ext>
            </a:extLst>
          </p:cNvPr>
          <p:cNvSpPr/>
          <p:nvPr/>
        </p:nvSpPr>
        <p:spPr>
          <a:xfrm>
            <a:off x="477888" y="562162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63.02</a:t>
            </a:r>
          </a:p>
        </p:txBody>
      </p:sp>
      <p:sp>
        <p:nvSpPr>
          <p:cNvPr id="102" name="Rectangle: Rounded Corners 20">
            <a:extLst>
              <a:ext uri="{FF2B5EF4-FFF2-40B4-BE49-F238E27FC236}">
                <a16:creationId xmlns:a16="http://schemas.microsoft.com/office/drawing/2014/main" id="{5BEDBC08-6FFE-EAE5-FDA0-947CFD76F079}"/>
              </a:ext>
            </a:extLst>
          </p:cNvPr>
          <p:cNvSpPr/>
          <p:nvPr/>
        </p:nvSpPr>
        <p:spPr>
          <a:xfrm>
            <a:off x="2481146" y="562162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189.06</a:t>
            </a:r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F354228B-D575-53DF-BC19-C49D3C179FB0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9703505C-0B90-B4D7-CEC3-F6BE82116560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FB09FF42-DCE1-E841-3093-EBBD6AC7AA00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4C90CFE-5D2F-EB11-C0B2-A15E6F6F5F74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EA0B718-E282-43B1-D9EC-4BF1A27EEDC5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4ED2CD63-6373-441E-945D-E521B4A41C23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D562B3B-CA93-12B4-5BF0-2D88AC703E0D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473817B-9C47-3CEA-63E9-672B9B260FA5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FB4300C0-EE2C-E509-2552-B5E34F39BC06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5652B8D4-C19D-4AA1-2A38-F537BF40C37A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0CB5A37-B388-B6C8-9BB3-C0396B4033A7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3A2C482-F9E0-04EB-19EA-36E641FCA43D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2224E32E-5C99-6A7E-22BF-079C47315F85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877F5857-1BF7-BBFA-5B6F-57A084160314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3CB69EE0-CE1C-A1A3-855E-2B352FFDD0B7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F7641F88-0341-A5EC-13BF-795CC5E93283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0FAB308-46C2-7C97-0E17-1C0E8F4D1E73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>
            <a:extLst>
              <a:ext uri="{FF2B5EF4-FFF2-40B4-BE49-F238E27FC236}">
                <a16:creationId xmlns:a16="http://schemas.microsoft.com/office/drawing/2014/main" id="{463B90A3-AC76-C61A-98E0-DDF2785BB0CD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04F7293-15D8-A27C-985B-119236C827CD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5A4A526E-CCC7-33E5-355B-70D3F9F71A2B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59056BAA-D8AA-69D0-1112-78ECE0754C7F}"/>
              </a:ext>
            </a:extLst>
          </p:cNvPr>
          <p:cNvCxnSpPr>
            <a:cxnSpLocks/>
            <a:stCxn id="143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48D45A48-7B1C-B288-FCA0-86DEDE9CD3D7}"/>
              </a:ext>
            </a:extLst>
          </p:cNvPr>
          <p:cNvCxnSpPr>
            <a:cxnSpLocks/>
            <a:endCxn id="145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FD8287A3-8FFE-DCB9-17FC-8BF7A8A20D86}"/>
              </a:ext>
            </a:extLst>
          </p:cNvPr>
          <p:cNvCxnSpPr>
            <a:cxnSpLocks/>
            <a:endCxn id="146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93C2BC00-EDF4-AABB-B221-311FAB3D6E18}"/>
              </a:ext>
            </a:extLst>
          </p:cNvPr>
          <p:cNvCxnSpPr>
            <a:cxnSpLocks/>
            <a:stCxn id="144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01717872-95D1-1035-7501-5CF19AF231A4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12C74E2E-41DD-58CE-159E-BDE89FDF452C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3383B13-68B6-28A9-CD9F-BD59158B40E8}"/>
              </a:ext>
            </a:extLst>
          </p:cNvPr>
          <p:cNvCxnSpPr>
            <a:cxnSpLocks/>
          </p:cNvCxnSpPr>
          <p:nvPr/>
        </p:nvCxnSpPr>
        <p:spPr>
          <a:xfrm flipV="1">
            <a:off x="1037806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7A61D109-F7B6-240A-74CD-FFFE67D55BB0}"/>
              </a:ext>
            </a:extLst>
          </p:cNvPr>
          <p:cNvSpPr txBox="1"/>
          <p:nvPr/>
        </p:nvSpPr>
        <p:spPr>
          <a:xfrm>
            <a:off x="1014275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</a:t>
            </a:r>
          </a:p>
        </p:txBody>
      </p:sp>
    </p:spTree>
    <p:extLst>
      <p:ext uri="{BB962C8B-B14F-4D97-AF65-F5344CB8AC3E}">
        <p14:creationId xmlns:p14="http://schemas.microsoft.com/office/powerpoint/2010/main" val="2233385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BEC3E-73B2-EEDF-C520-AC230A54A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209A5C-88E1-8A1E-BBB0-FE3D74DED89C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4463506-CF62-C8DA-25D8-92CFA50E6C34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1481F7A-DF54-BFD1-64B2-9C4121583012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C3552-9D14-6702-EE5A-F625EC73C9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22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073F4C-E3A0-F5B8-3E08-6E4BAB2D7088}"/>
              </a:ext>
            </a:extLst>
          </p:cNvPr>
          <p:cNvSpPr txBox="1"/>
          <p:nvPr/>
        </p:nvSpPr>
        <p:spPr>
          <a:xfrm>
            <a:off x="477889" y="1741129"/>
            <a:ext cx="738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Tx/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Calculate the Gain. Select the Gain with the highest value.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01A201-DC1D-E5B2-5049-E0406C4A5932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772A64-6452-6781-CF05-833C899F0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D2F71FEE-10DC-D362-4DCA-1A7D889DE984}"/>
              </a:ext>
            </a:extLst>
          </p:cNvPr>
          <p:cNvSpPr/>
          <p:nvPr/>
        </p:nvSpPr>
        <p:spPr>
          <a:xfrm>
            <a:off x="1694705" y="2324586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43" name="Rectangle: Rounded Corners 20">
            <a:extLst>
              <a:ext uri="{FF2B5EF4-FFF2-40B4-BE49-F238E27FC236}">
                <a16:creationId xmlns:a16="http://schemas.microsoft.com/office/drawing/2014/main" id="{155311A4-7942-EE34-1283-6EEAE285B7EF}"/>
              </a:ext>
            </a:extLst>
          </p:cNvPr>
          <p:cNvSpPr/>
          <p:nvPr/>
        </p:nvSpPr>
        <p:spPr>
          <a:xfrm>
            <a:off x="2741914" y="2324037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2085F39-356D-26AC-97BB-C5359102F8AE}"/>
              </a:ext>
            </a:extLst>
          </p:cNvPr>
          <p:cNvCxnSpPr/>
          <p:nvPr/>
        </p:nvCxnSpPr>
        <p:spPr>
          <a:xfrm>
            <a:off x="2151905" y="2660741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Rectangle: Rounded Corners 30">
            <a:extLst>
              <a:ext uri="{FF2B5EF4-FFF2-40B4-BE49-F238E27FC236}">
                <a16:creationId xmlns:a16="http://schemas.microsoft.com/office/drawing/2014/main" id="{A2B8F76D-04CB-E831-AF4C-F0AB0123D5FD}"/>
              </a:ext>
            </a:extLst>
          </p:cNvPr>
          <p:cNvSpPr/>
          <p:nvPr/>
        </p:nvSpPr>
        <p:spPr>
          <a:xfrm>
            <a:off x="477889" y="3132593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51" name="Rectangle: Rounded Corners 39">
            <a:extLst>
              <a:ext uri="{FF2B5EF4-FFF2-40B4-BE49-F238E27FC236}">
                <a16:creationId xmlns:a16="http://schemas.microsoft.com/office/drawing/2014/main" id="{47681C4F-F03F-0D38-E63E-21ED4A660DEC}"/>
              </a:ext>
            </a:extLst>
          </p:cNvPr>
          <p:cNvSpPr/>
          <p:nvPr/>
        </p:nvSpPr>
        <p:spPr>
          <a:xfrm>
            <a:off x="2481146" y="3132593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52" name="Connector: Elbow 48">
            <a:extLst>
              <a:ext uri="{FF2B5EF4-FFF2-40B4-BE49-F238E27FC236}">
                <a16:creationId xmlns:a16="http://schemas.microsoft.com/office/drawing/2014/main" id="{C0118E0D-0D55-23F9-C22F-5547F57BA7FA}"/>
              </a:ext>
            </a:extLst>
          </p:cNvPr>
          <p:cNvCxnSpPr>
            <a:cxnSpLocks/>
            <a:endCxn id="50" idx="0"/>
          </p:cNvCxnSpPr>
          <p:nvPr/>
        </p:nvCxnSpPr>
        <p:spPr>
          <a:xfrm rot="10800000" flipV="1">
            <a:off x="1086298" y="2833269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Connector: Elbow 49">
            <a:extLst>
              <a:ext uri="{FF2B5EF4-FFF2-40B4-BE49-F238E27FC236}">
                <a16:creationId xmlns:a16="http://schemas.microsoft.com/office/drawing/2014/main" id="{C38AD358-8396-9870-B50A-79A299CE2206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151905" y="2833269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: Rounded Corners 20">
            <a:extLst>
              <a:ext uri="{FF2B5EF4-FFF2-40B4-BE49-F238E27FC236}">
                <a16:creationId xmlns:a16="http://schemas.microsoft.com/office/drawing/2014/main" id="{B5016542-3C5A-D424-BD3A-FE750EA0D268}"/>
              </a:ext>
            </a:extLst>
          </p:cNvPr>
          <p:cNvSpPr/>
          <p:nvPr/>
        </p:nvSpPr>
        <p:spPr>
          <a:xfrm>
            <a:off x="477888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451.56</a:t>
            </a:r>
          </a:p>
        </p:txBody>
      </p:sp>
      <p:sp>
        <p:nvSpPr>
          <p:cNvPr id="4" name="Rectangle: Rounded Corners 20">
            <a:extLst>
              <a:ext uri="{FF2B5EF4-FFF2-40B4-BE49-F238E27FC236}">
                <a16:creationId xmlns:a16="http://schemas.microsoft.com/office/drawing/2014/main" id="{8260A8C6-41AE-E2BE-9AE4-45AE0A41BFAB}"/>
              </a:ext>
            </a:extLst>
          </p:cNvPr>
          <p:cNvSpPr/>
          <p:nvPr/>
        </p:nvSpPr>
        <p:spPr>
          <a:xfrm>
            <a:off x="2481146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150.52</a:t>
            </a: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A589EFDF-BF84-2CE0-D1A4-61BC2B910FB0}"/>
              </a:ext>
            </a:extLst>
          </p:cNvPr>
          <p:cNvSpPr/>
          <p:nvPr/>
        </p:nvSpPr>
        <p:spPr>
          <a:xfrm>
            <a:off x="5419660" y="2324586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25</a:t>
            </a:r>
          </a:p>
        </p:txBody>
      </p:sp>
      <p:sp>
        <p:nvSpPr>
          <p:cNvPr id="13" name="Rectangle: Rounded Corners 20">
            <a:extLst>
              <a:ext uri="{FF2B5EF4-FFF2-40B4-BE49-F238E27FC236}">
                <a16:creationId xmlns:a16="http://schemas.microsoft.com/office/drawing/2014/main" id="{2AC59A56-B54C-2D08-0F44-E3488F89B3D3}"/>
              </a:ext>
            </a:extLst>
          </p:cNvPr>
          <p:cNvSpPr/>
          <p:nvPr/>
        </p:nvSpPr>
        <p:spPr>
          <a:xfrm>
            <a:off x="6466869" y="2324037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8D7D41D-7488-6872-4376-823EC9F02EE4}"/>
              </a:ext>
            </a:extLst>
          </p:cNvPr>
          <p:cNvCxnSpPr/>
          <p:nvPr/>
        </p:nvCxnSpPr>
        <p:spPr>
          <a:xfrm>
            <a:off x="5876860" y="2660741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DAC67764-C1F5-B8E7-185C-EDA78C1AA334}"/>
              </a:ext>
            </a:extLst>
          </p:cNvPr>
          <p:cNvSpPr/>
          <p:nvPr/>
        </p:nvSpPr>
        <p:spPr>
          <a:xfrm>
            <a:off x="4202844" y="3132593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-21.25, -1.25</a:t>
            </a:r>
          </a:p>
        </p:txBody>
      </p:sp>
      <p:sp>
        <p:nvSpPr>
          <p:cNvPr id="41" name="Rectangle: Rounded Corners 39">
            <a:extLst>
              <a:ext uri="{FF2B5EF4-FFF2-40B4-BE49-F238E27FC236}">
                <a16:creationId xmlns:a16="http://schemas.microsoft.com/office/drawing/2014/main" id="{E66611D0-AF73-E46C-F225-584FE47DD5C5}"/>
              </a:ext>
            </a:extLst>
          </p:cNvPr>
          <p:cNvSpPr/>
          <p:nvPr/>
        </p:nvSpPr>
        <p:spPr>
          <a:xfrm>
            <a:off x="6206101" y="3132593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8.75, 13.75</a:t>
            </a:r>
          </a:p>
        </p:txBody>
      </p:sp>
      <p:cxnSp>
        <p:nvCxnSpPr>
          <p:cNvPr id="54" name="Connector: Elbow 48">
            <a:extLst>
              <a:ext uri="{FF2B5EF4-FFF2-40B4-BE49-F238E27FC236}">
                <a16:creationId xmlns:a16="http://schemas.microsoft.com/office/drawing/2014/main" id="{0694DEB3-F47C-A334-4E10-98D3344BA887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4811253" y="2833269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nector: Elbow 49">
            <a:extLst>
              <a:ext uri="{FF2B5EF4-FFF2-40B4-BE49-F238E27FC236}">
                <a16:creationId xmlns:a16="http://schemas.microsoft.com/office/drawing/2014/main" id="{09CD9B2C-6E02-5606-BD9D-F9E1513375E7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5876860" y="2833269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20">
            <a:extLst>
              <a:ext uri="{FF2B5EF4-FFF2-40B4-BE49-F238E27FC236}">
                <a16:creationId xmlns:a16="http://schemas.microsoft.com/office/drawing/2014/main" id="{6BAEE8A1-E44E-29A6-ED92-4F63A87A1AA6}"/>
              </a:ext>
            </a:extLst>
          </p:cNvPr>
          <p:cNvSpPr/>
          <p:nvPr/>
        </p:nvSpPr>
        <p:spPr>
          <a:xfrm>
            <a:off x="4202843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60" name="Rectangle: Rounded Corners 20">
            <a:extLst>
              <a:ext uri="{FF2B5EF4-FFF2-40B4-BE49-F238E27FC236}">
                <a16:creationId xmlns:a16="http://schemas.microsoft.com/office/drawing/2014/main" id="{08620D97-587C-4322-5A1C-CE39C5BBF53E}"/>
              </a:ext>
            </a:extLst>
          </p:cNvPr>
          <p:cNvSpPr/>
          <p:nvPr/>
        </p:nvSpPr>
        <p:spPr>
          <a:xfrm>
            <a:off x="6206101" y="357004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253.12</a:t>
            </a:r>
          </a:p>
        </p:txBody>
      </p:sp>
      <p:sp>
        <p:nvSpPr>
          <p:cNvPr id="61" name="Rectangle: Rounded Corners 12">
            <a:extLst>
              <a:ext uri="{FF2B5EF4-FFF2-40B4-BE49-F238E27FC236}">
                <a16:creationId xmlns:a16="http://schemas.microsoft.com/office/drawing/2014/main" id="{BA640422-0CD5-E9B4-4490-6864DB3B3356}"/>
              </a:ext>
            </a:extLst>
          </p:cNvPr>
          <p:cNvSpPr/>
          <p:nvPr/>
        </p:nvSpPr>
        <p:spPr>
          <a:xfrm>
            <a:off x="1694705" y="4803306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26.5</a:t>
            </a:r>
          </a:p>
        </p:txBody>
      </p:sp>
      <p:sp>
        <p:nvSpPr>
          <p:cNvPr id="62" name="Rectangle: Rounded Corners 20">
            <a:extLst>
              <a:ext uri="{FF2B5EF4-FFF2-40B4-BE49-F238E27FC236}">
                <a16:creationId xmlns:a16="http://schemas.microsoft.com/office/drawing/2014/main" id="{7A84E0C0-96BD-57EC-7DAD-DB2E0C435CB4}"/>
              </a:ext>
            </a:extLst>
          </p:cNvPr>
          <p:cNvSpPr/>
          <p:nvPr/>
        </p:nvSpPr>
        <p:spPr>
          <a:xfrm>
            <a:off x="2741914" y="4802757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72C4F65E-96D3-5ADB-C5E5-7363BA6F6A9B}"/>
              </a:ext>
            </a:extLst>
          </p:cNvPr>
          <p:cNvCxnSpPr/>
          <p:nvPr/>
        </p:nvCxnSpPr>
        <p:spPr>
          <a:xfrm>
            <a:off x="2151905" y="5139461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Rectangle: Rounded Corners 30">
            <a:extLst>
              <a:ext uri="{FF2B5EF4-FFF2-40B4-BE49-F238E27FC236}">
                <a16:creationId xmlns:a16="http://schemas.microsoft.com/office/drawing/2014/main" id="{4F4BC35F-6221-7FB8-92DE-2F999C5C7398}"/>
              </a:ext>
            </a:extLst>
          </p:cNvPr>
          <p:cNvSpPr/>
          <p:nvPr/>
        </p:nvSpPr>
        <p:spPr>
          <a:xfrm>
            <a:off x="477889" y="5611313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-21.25, -1.25, 8.75</a:t>
            </a:r>
          </a:p>
        </p:txBody>
      </p:sp>
      <p:sp>
        <p:nvSpPr>
          <p:cNvPr id="65" name="Rectangle: Rounded Corners 39">
            <a:extLst>
              <a:ext uri="{FF2B5EF4-FFF2-40B4-BE49-F238E27FC236}">
                <a16:creationId xmlns:a16="http://schemas.microsoft.com/office/drawing/2014/main" id="{AA5D0C17-CD0F-9D82-48FE-B15304953E3A}"/>
              </a:ext>
            </a:extLst>
          </p:cNvPr>
          <p:cNvSpPr/>
          <p:nvPr/>
        </p:nvSpPr>
        <p:spPr>
          <a:xfrm>
            <a:off x="2481146" y="5611313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13.75</a:t>
            </a:r>
          </a:p>
        </p:txBody>
      </p:sp>
      <p:cxnSp>
        <p:nvCxnSpPr>
          <p:cNvPr id="66" name="Connector: Elbow 48">
            <a:extLst>
              <a:ext uri="{FF2B5EF4-FFF2-40B4-BE49-F238E27FC236}">
                <a16:creationId xmlns:a16="http://schemas.microsoft.com/office/drawing/2014/main" id="{C47AE34F-DACA-EEAD-F78D-DF9A8031B6B6}"/>
              </a:ext>
            </a:extLst>
          </p:cNvPr>
          <p:cNvCxnSpPr>
            <a:cxnSpLocks/>
            <a:endCxn id="64" idx="0"/>
          </p:cNvCxnSpPr>
          <p:nvPr/>
        </p:nvCxnSpPr>
        <p:spPr>
          <a:xfrm rot="10800000" flipV="1">
            <a:off x="1086298" y="5311989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49">
            <a:extLst>
              <a:ext uri="{FF2B5EF4-FFF2-40B4-BE49-F238E27FC236}">
                <a16:creationId xmlns:a16="http://schemas.microsoft.com/office/drawing/2014/main" id="{6A65D8CD-D85F-B1BA-1154-0BBE3B253AA7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2151905" y="5311989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8" name="Rectangle: Rounded Corners 20">
            <a:extLst>
              <a:ext uri="{FF2B5EF4-FFF2-40B4-BE49-F238E27FC236}">
                <a16:creationId xmlns:a16="http://schemas.microsoft.com/office/drawing/2014/main" id="{89511ADE-3354-4279-8CBA-2A10F958E234}"/>
              </a:ext>
            </a:extLst>
          </p:cNvPr>
          <p:cNvSpPr/>
          <p:nvPr/>
        </p:nvSpPr>
        <p:spPr>
          <a:xfrm>
            <a:off x="477888" y="604876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63.02</a:t>
            </a:r>
          </a:p>
        </p:txBody>
      </p:sp>
      <p:sp>
        <p:nvSpPr>
          <p:cNvPr id="69" name="Rectangle: Rounded Corners 20">
            <a:extLst>
              <a:ext uri="{FF2B5EF4-FFF2-40B4-BE49-F238E27FC236}">
                <a16:creationId xmlns:a16="http://schemas.microsoft.com/office/drawing/2014/main" id="{B9C6873A-5D95-0E37-9D29-286B3D536A6F}"/>
              </a:ext>
            </a:extLst>
          </p:cNvPr>
          <p:cNvSpPr/>
          <p:nvPr/>
        </p:nvSpPr>
        <p:spPr>
          <a:xfrm>
            <a:off x="2481146" y="6048769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189.06</a:t>
            </a:r>
          </a:p>
        </p:txBody>
      </p:sp>
      <p:sp>
        <p:nvSpPr>
          <p:cNvPr id="70" name="Rectangle: Rounded Corners 67">
            <a:extLst>
              <a:ext uri="{FF2B5EF4-FFF2-40B4-BE49-F238E27FC236}">
                <a16:creationId xmlns:a16="http://schemas.microsoft.com/office/drawing/2014/main" id="{3E724DAC-DEBD-A013-9BEC-DB9868DAE0F2}"/>
              </a:ext>
            </a:extLst>
          </p:cNvPr>
          <p:cNvSpPr/>
          <p:nvPr/>
        </p:nvSpPr>
        <p:spPr>
          <a:xfrm>
            <a:off x="477888" y="4009229"/>
            <a:ext cx="3213832" cy="264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451.56 + 150.52 − 0 = 602.08</a:t>
            </a:r>
          </a:p>
        </p:txBody>
      </p:sp>
      <p:sp>
        <p:nvSpPr>
          <p:cNvPr id="71" name="Rectangle: Rounded Corners 67">
            <a:extLst>
              <a:ext uri="{FF2B5EF4-FFF2-40B4-BE49-F238E27FC236}">
                <a16:creationId xmlns:a16="http://schemas.microsoft.com/office/drawing/2014/main" id="{2AB0C510-00F8-7459-FECB-7287F55E94B6}"/>
              </a:ext>
            </a:extLst>
          </p:cNvPr>
          <p:cNvSpPr/>
          <p:nvPr/>
        </p:nvSpPr>
        <p:spPr>
          <a:xfrm>
            <a:off x="4171746" y="4009229"/>
            <a:ext cx="3213832" cy="264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253.12 + 253.12 – 0 = 506.24</a:t>
            </a:r>
          </a:p>
        </p:txBody>
      </p:sp>
      <p:sp>
        <p:nvSpPr>
          <p:cNvPr id="72" name="Rectangle: Rounded Corners 67">
            <a:extLst>
              <a:ext uri="{FF2B5EF4-FFF2-40B4-BE49-F238E27FC236}">
                <a16:creationId xmlns:a16="http://schemas.microsoft.com/office/drawing/2014/main" id="{A834E198-B2ED-BCE3-0AC8-FEC178928B90}"/>
              </a:ext>
            </a:extLst>
          </p:cNvPr>
          <p:cNvSpPr/>
          <p:nvPr/>
        </p:nvSpPr>
        <p:spPr>
          <a:xfrm>
            <a:off x="477888" y="6468486"/>
            <a:ext cx="3213832" cy="26441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 = 63.02 + 189.06 – 0.0 = 252.08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5414B70B-2BA7-0E01-F6B9-1847430E97D6}"/>
              </a:ext>
            </a:extLst>
          </p:cNvPr>
          <p:cNvSpPr/>
          <p:nvPr/>
        </p:nvSpPr>
        <p:spPr>
          <a:xfrm>
            <a:off x="627668" y="3885611"/>
            <a:ext cx="2955879" cy="534553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1D6B36-5FE6-23A6-E210-8EAF81D5F9DE}"/>
              </a:ext>
            </a:extLst>
          </p:cNvPr>
          <p:cNvSpPr txBox="1"/>
          <p:nvPr/>
        </p:nvSpPr>
        <p:spPr>
          <a:xfrm>
            <a:off x="415535" y="4378208"/>
            <a:ext cx="34727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Gain with the highest value.</a:t>
            </a:r>
          </a:p>
        </p:txBody>
      </p:sp>
      <p:sp>
        <p:nvSpPr>
          <p:cNvPr id="75" name="Rounded Rectangle 8">
            <a:extLst>
              <a:ext uri="{FF2B5EF4-FFF2-40B4-BE49-F238E27FC236}">
                <a16:creationId xmlns:a16="http://schemas.microsoft.com/office/drawing/2014/main" id="{EFCCA6EC-5D92-90D1-E6B9-9A711BAD7AF2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F16D218-09C4-E498-3488-672ECC928D78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0826AD7-1C6E-9920-1A46-D075D71474D9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5914DF2-CBF4-FD4A-A5AF-1588811372AE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77F1966-02C1-40CF-7D27-B08482F92D39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CC3B64F4-C08D-DE1C-3CC3-3093640D770C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2EC58D6-9CB0-FB52-4DB2-7A460D209C38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F8F1494F-EF8C-58EE-23EA-4C3CEB6B9612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E5DEAF0-D8DE-7824-4D20-98B3E4E7AD76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558BD44D-12E1-E5B7-4D00-7D440045C00F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C4AD0C5-2FBD-6BFC-8934-7C9966CC15F2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259E5F1-1943-0DA8-207E-04186EF5EFD9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47E39B4-F3C4-E627-2751-E048F3AEE674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67FA2674-10DC-5BF7-0CCC-14F71CCCC846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E6D15CBF-7490-D0D9-504E-FC98D2AAAEF4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AA2EAC9-3FE7-1BD2-692E-470C1EE01D2F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97D6CC48-F43B-0E84-4772-19C950F54812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AEB8DDE-C45F-1F24-869D-255B4E94CAFC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7A86F9E5-82B7-6CD9-8A85-8409F7AEA75D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80EF3B1F-5DB3-ABF3-6A1F-90E8964A9B79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E0F63653-0FB2-8A53-631E-532162779F6E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ED082CA-BCA8-7AD2-A94B-8A20053A898D}"/>
              </a:ext>
            </a:extLst>
          </p:cNvPr>
          <p:cNvCxnSpPr>
            <a:cxnSpLocks/>
            <a:stCxn id="86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56F79C5-5CC8-A8FF-22BF-9855B4777417}"/>
              </a:ext>
            </a:extLst>
          </p:cNvPr>
          <p:cNvCxnSpPr>
            <a:cxnSpLocks/>
            <a:endCxn id="88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8FE6B3F8-C5DF-DBEA-242F-407CDED084CB}"/>
              </a:ext>
            </a:extLst>
          </p:cNvPr>
          <p:cNvCxnSpPr>
            <a:cxnSpLocks/>
            <a:endCxn id="89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9F606D1-A856-5AA0-FD23-FE7F4F33A392}"/>
              </a:ext>
            </a:extLst>
          </p:cNvPr>
          <p:cNvCxnSpPr>
            <a:cxnSpLocks/>
            <a:stCxn id="87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A53BF7E5-FE21-6072-D75F-C3E99DE48D98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93B6DD8-EDC5-C1D5-6EE6-A0A4A4B33F23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341B36AC-20A1-0CA9-9105-EBCC88A0E4A5}"/>
              </a:ext>
            </a:extLst>
          </p:cNvPr>
          <p:cNvCxnSpPr>
            <a:cxnSpLocks/>
          </p:cNvCxnSpPr>
          <p:nvPr/>
        </p:nvCxnSpPr>
        <p:spPr>
          <a:xfrm flipV="1">
            <a:off x="1037806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CF5D2FC3-5C7E-7FE2-D21F-C6942A44E83B}"/>
              </a:ext>
            </a:extLst>
          </p:cNvPr>
          <p:cNvSpPr txBox="1"/>
          <p:nvPr/>
        </p:nvSpPr>
        <p:spPr>
          <a:xfrm>
            <a:off x="1014275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26.5</a:t>
            </a:r>
          </a:p>
        </p:txBody>
      </p:sp>
    </p:spTree>
    <p:extLst>
      <p:ext uri="{BB962C8B-B14F-4D97-AF65-F5344CB8AC3E}">
        <p14:creationId xmlns:p14="http://schemas.microsoft.com/office/powerpoint/2010/main" val="3045957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3D15-656D-99FC-DD12-42C321EBA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753526-673B-3693-89C5-B19376AEA80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48CE124-7F3E-26AC-A0EC-EFB45599231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404B572-D132-7CCC-5E50-DDDE13042295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3A0CA-4824-34FC-3BD7-A7CD80A1A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23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B33B62-BBA6-1934-8477-115CCC8C8014}"/>
              </a:ext>
            </a:extLst>
          </p:cNvPr>
          <p:cNvSpPr txBox="1"/>
          <p:nvPr/>
        </p:nvSpPr>
        <p:spPr>
          <a:xfrm>
            <a:off x="477888" y="1741129"/>
            <a:ext cx="7845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After selecting the split with the maximum Gain, compute the Output value for each left and right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ACBE2C-743E-B395-D083-323CB28726AC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ACBE2C-743E-B395-D083-323CB2872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: Rounded Corners 12">
            <a:extLst>
              <a:ext uri="{FF2B5EF4-FFF2-40B4-BE49-F238E27FC236}">
                <a16:creationId xmlns:a16="http://schemas.microsoft.com/office/drawing/2014/main" id="{3965D6AF-DCB6-FA08-23D1-701CDA63F0B0}"/>
              </a:ext>
            </a:extLst>
          </p:cNvPr>
          <p:cNvSpPr/>
          <p:nvPr/>
        </p:nvSpPr>
        <p:spPr>
          <a:xfrm>
            <a:off x="3722017" y="2560369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75" name="Rectangle: Rounded Corners 20">
            <a:extLst>
              <a:ext uri="{FF2B5EF4-FFF2-40B4-BE49-F238E27FC236}">
                <a16:creationId xmlns:a16="http://schemas.microsoft.com/office/drawing/2014/main" id="{E37DD2AF-D18C-234C-1792-0E3A7209FEC7}"/>
              </a:ext>
            </a:extLst>
          </p:cNvPr>
          <p:cNvSpPr/>
          <p:nvPr/>
        </p:nvSpPr>
        <p:spPr>
          <a:xfrm>
            <a:off x="4769226" y="2559820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EBA8B2-412B-F26D-E7A7-DEBADE6DFB5D}"/>
              </a:ext>
            </a:extLst>
          </p:cNvPr>
          <p:cNvCxnSpPr/>
          <p:nvPr/>
        </p:nvCxnSpPr>
        <p:spPr>
          <a:xfrm>
            <a:off x="4179217" y="2896524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Rectangle: Rounded Corners 30">
            <a:extLst>
              <a:ext uri="{FF2B5EF4-FFF2-40B4-BE49-F238E27FC236}">
                <a16:creationId xmlns:a16="http://schemas.microsoft.com/office/drawing/2014/main" id="{EBDAFE57-7E84-5FB7-A5CC-F85714BDA274}"/>
              </a:ext>
            </a:extLst>
          </p:cNvPr>
          <p:cNvSpPr/>
          <p:nvPr/>
        </p:nvSpPr>
        <p:spPr>
          <a:xfrm>
            <a:off x="2505201" y="3368376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78" name="Rectangle: Rounded Corners 39">
            <a:extLst>
              <a:ext uri="{FF2B5EF4-FFF2-40B4-BE49-F238E27FC236}">
                <a16:creationId xmlns:a16="http://schemas.microsoft.com/office/drawing/2014/main" id="{BCB518A8-A319-388F-8BF4-2F62C3218634}"/>
              </a:ext>
            </a:extLst>
          </p:cNvPr>
          <p:cNvSpPr/>
          <p:nvPr/>
        </p:nvSpPr>
        <p:spPr>
          <a:xfrm>
            <a:off x="4508458" y="3368376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79" name="Connector: Elbow 48">
            <a:extLst>
              <a:ext uri="{FF2B5EF4-FFF2-40B4-BE49-F238E27FC236}">
                <a16:creationId xmlns:a16="http://schemas.microsoft.com/office/drawing/2014/main" id="{517D350D-89E8-8A72-33C4-8AA8F1B97058}"/>
              </a:ext>
            </a:extLst>
          </p:cNvPr>
          <p:cNvCxnSpPr>
            <a:cxnSpLocks/>
            <a:endCxn id="77" idx="0"/>
          </p:cNvCxnSpPr>
          <p:nvPr/>
        </p:nvCxnSpPr>
        <p:spPr>
          <a:xfrm rot="10800000" flipV="1">
            <a:off x="3113610" y="3069052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Connector: Elbow 49">
            <a:extLst>
              <a:ext uri="{FF2B5EF4-FFF2-40B4-BE49-F238E27FC236}">
                <a16:creationId xmlns:a16="http://schemas.microsoft.com/office/drawing/2014/main" id="{23AA10FD-271E-F414-31C4-F96D42422722}"/>
              </a:ext>
            </a:extLst>
          </p:cNvPr>
          <p:cNvCxnSpPr>
            <a:cxnSpLocks/>
            <a:endCxn id="78" idx="0"/>
          </p:cNvCxnSpPr>
          <p:nvPr/>
        </p:nvCxnSpPr>
        <p:spPr>
          <a:xfrm>
            <a:off x="4179217" y="3069052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Rectangle: Rounded Corners 20">
            <a:extLst>
              <a:ext uri="{FF2B5EF4-FFF2-40B4-BE49-F238E27FC236}">
                <a16:creationId xmlns:a16="http://schemas.microsoft.com/office/drawing/2014/main" id="{12F6299A-2168-A76A-2937-757D8E056B0C}"/>
              </a:ext>
            </a:extLst>
          </p:cNvPr>
          <p:cNvSpPr/>
          <p:nvPr/>
        </p:nvSpPr>
        <p:spPr>
          <a:xfrm>
            <a:off x="2505200" y="380583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?</a:t>
            </a:r>
          </a:p>
        </p:txBody>
      </p:sp>
      <p:sp>
        <p:nvSpPr>
          <p:cNvPr id="82" name="Rectangle: Rounded Corners 20">
            <a:extLst>
              <a:ext uri="{FF2B5EF4-FFF2-40B4-BE49-F238E27FC236}">
                <a16:creationId xmlns:a16="http://schemas.microsoft.com/office/drawing/2014/main" id="{264D4CF9-35E1-65C9-2A97-C60C0434CA06}"/>
              </a:ext>
            </a:extLst>
          </p:cNvPr>
          <p:cNvSpPr/>
          <p:nvPr/>
        </p:nvSpPr>
        <p:spPr>
          <a:xfrm>
            <a:off x="4508458" y="380583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60BFC57-DFE6-507A-CE20-55E0B5D03323}"/>
                  </a:ext>
                </a:extLst>
              </p:cNvPr>
              <p:cNvSpPr txBox="1"/>
              <p:nvPr/>
            </p:nvSpPr>
            <p:spPr>
              <a:xfrm>
                <a:off x="486729" y="5273348"/>
                <a:ext cx="2851550" cy="76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𝑅𝑒𝑠𝑖𝑑𝑢𝑎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960BFC57-DFE6-507A-CE20-55E0B5D03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29" y="5273348"/>
                <a:ext cx="2851550" cy="7654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B1F7BB5-7958-E958-EF9F-A738D59E89D7}"/>
                  </a:ext>
                </a:extLst>
              </p:cNvPr>
              <p:cNvSpPr txBox="1"/>
              <p:nvPr/>
            </p:nvSpPr>
            <p:spPr>
              <a:xfrm>
                <a:off x="477888" y="4926130"/>
                <a:ext cx="180164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𝑅𝑒𝑠𝑖𝑑𝑢𝑎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n-NO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8B1F7BB5-7958-E958-EF9F-A738D59E8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8" y="4926130"/>
                <a:ext cx="1801647" cy="246221"/>
              </a:xfrm>
              <a:prstGeom prst="rect">
                <a:avLst/>
              </a:prstGeom>
              <a:blipFill>
                <a:blip r:embed="rId4"/>
                <a:stretch>
                  <a:fillRect l="-2098" t="-9524" b="-2381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95F2EBF8-5754-E67B-2021-834B421E98A5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4FD6EDC-6D8E-4E99-CC55-349635E404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37060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728CCB-4F2E-FBDC-3425-8FF285835261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EDFFAD7-7859-7D67-1F48-66B7340EF410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C805175-83BA-E899-744A-518EEF9DFC44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1AE0980-81B8-1F19-93CC-0D66E63D245A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76BB544-D9B8-C824-05AA-25F4D6D66341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8CD8763-9CB6-664F-0E25-D89A30A370AA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C6549A-2C3F-DFB8-47A8-8F300C404347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5F0589E-B463-A76D-E174-A5631859075F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5D24929-3C3C-948D-5551-11D798F6CEB9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4F5E61D-5BA4-D774-5F98-3E2BD852FA19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87E9FEF-D07C-861A-7C5C-47C751179901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B14D3543-E11C-D6D4-0BCC-43F9A8256557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13FA6ADB-0A4C-9E4F-E199-89CEA92C3006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BBE9EF6-75B1-5402-DEC4-5661116DB8D7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C192D657-78B2-AFB2-FA24-3F81605E6DBB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6854A2F-44C0-77E7-2DB8-2A2926D29416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3516C74-FC1D-F1DA-C3AC-14723D23BCE0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7A41F3F-A159-C0AE-EC52-475D507AF834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77C4317-6B28-BBCB-ECCE-A26CB273B58F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45CBCEB3-0287-4B62-4520-571BFDCC9AA8}"/>
              </a:ext>
            </a:extLst>
          </p:cNvPr>
          <p:cNvCxnSpPr>
            <a:cxnSpLocks/>
            <a:stCxn id="54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95AD369-C56D-DB41-8660-24DABBD6788E}"/>
              </a:ext>
            </a:extLst>
          </p:cNvPr>
          <p:cNvCxnSpPr>
            <a:cxnSpLocks/>
            <a:endCxn id="59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E4068C2-A9AC-CFC3-4B19-A5568D194915}"/>
              </a:ext>
            </a:extLst>
          </p:cNvPr>
          <p:cNvCxnSpPr>
            <a:cxnSpLocks/>
            <a:endCxn id="60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E0D0258D-F079-3A2E-58F4-5E83BC2B9D16}"/>
              </a:ext>
            </a:extLst>
          </p:cNvPr>
          <p:cNvCxnSpPr>
            <a:cxnSpLocks/>
            <a:stCxn id="55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8EC51623-47B8-926F-2545-689890E1192A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F0328D-85DD-45F1-7CDC-ED1CBFF0DE8B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87B6DE0-F4B4-D53C-3AB4-F750BCC3E780}"/>
              </a:ext>
            </a:extLst>
          </p:cNvPr>
          <p:cNvCxnSpPr/>
          <p:nvPr/>
        </p:nvCxnSpPr>
        <p:spPr>
          <a:xfrm flipV="1">
            <a:off x="923752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1FD94EE-CDEA-4BDE-75ED-427400CA012A}"/>
              </a:ext>
            </a:extLst>
          </p:cNvPr>
          <p:cNvSpPr txBox="1"/>
          <p:nvPr/>
        </p:nvSpPr>
        <p:spPr>
          <a:xfrm>
            <a:off x="900221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23.5</a:t>
            </a:r>
          </a:p>
        </p:txBody>
      </p:sp>
    </p:spTree>
    <p:extLst>
      <p:ext uri="{BB962C8B-B14F-4D97-AF65-F5344CB8AC3E}">
        <p14:creationId xmlns:p14="http://schemas.microsoft.com/office/powerpoint/2010/main" val="2510953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9A1AB-FD60-3930-6F30-BA71025A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F75C6C6-680A-B5F3-0D22-79E12B12D658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9E859ED-0F04-7D96-154B-709CBA12360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F1C1CFF-B825-2461-F684-AFD55236306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257C5-A907-2CB8-6DA5-9B287A11BD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24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D73099-F9E6-1EAF-C673-224496D8A221}"/>
              </a:ext>
            </a:extLst>
          </p:cNvPr>
          <p:cNvSpPr txBox="1"/>
          <p:nvPr/>
        </p:nvSpPr>
        <p:spPr>
          <a:xfrm>
            <a:off x="477888" y="1741129"/>
            <a:ext cx="78454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After selecting the split with the maximum Gain, compute the Output value for each left and right node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C3E520-F9A2-E602-5EC8-A041A43D758C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C3E520-F9A2-E602-5EC8-A041A43D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47365AA-D4E5-8C93-1CCA-ED7EDD8AA671}"/>
                  </a:ext>
                </a:extLst>
              </p:cNvPr>
              <p:cNvSpPr txBox="1"/>
              <p:nvPr/>
            </p:nvSpPr>
            <p:spPr>
              <a:xfrm>
                <a:off x="477888" y="4926130"/>
                <a:ext cx="180164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600" i="1" smtClean="0">
                          <a:latin typeface="Cambria Math" panose="02040503050406030204" pitchFamily="18" charset="0"/>
                        </a:rPr>
                        <m:t>𝑅𝑒𝑠𝑖𝑑𝑢𝑎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n-NO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nn-NO" sz="1600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nn-NO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nn-NO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nn-NO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B47365AA-D4E5-8C93-1CCA-ED7EDD8AA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88" y="4926130"/>
                <a:ext cx="1801647" cy="246221"/>
              </a:xfrm>
              <a:prstGeom prst="rect">
                <a:avLst/>
              </a:prstGeom>
              <a:blipFill>
                <a:blip r:embed="rId4"/>
                <a:stretch>
                  <a:fillRect l="-2098" t="-9524" b="-2381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ADCE7703-6A24-25C3-2C53-92A60A6AD315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695A973F-218C-62AA-6974-80885B569AAF}"/>
              </a:ext>
            </a:extLst>
          </p:cNvPr>
          <p:cNvSpPr/>
          <p:nvPr/>
        </p:nvSpPr>
        <p:spPr>
          <a:xfrm>
            <a:off x="3722017" y="2560369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13" name="Rectangle: Rounded Corners 20">
            <a:extLst>
              <a:ext uri="{FF2B5EF4-FFF2-40B4-BE49-F238E27FC236}">
                <a16:creationId xmlns:a16="http://schemas.microsoft.com/office/drawing/2014/main" id="{38F21546-0911-4E0F-2FA3-38203761BC8F}"/>
              </a:ext>
            </a:extLst>
          </p:cNvPr>
          <p:cNvSpPr/>
          <p:nvPr/>
        </p:nvSpPr>
        <p:spPr>
          <a:xfrm>
            <a:off x="4769226" y="2559820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B340260-6B10-0BED-6BCD-0B29DEE895AF}"/>
              </a:ext>
            </a:extLst>
          </p:cNvPr>
          <p:cNvCxnSpPr/>
          <p:nvPr/>
        </p:nvCxnSpPr>
        <p:spPr>
          <a:xfrm>
            <a:off x="4179217" y="2896524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58C29397-42E5-DE29-C04E-30DB4B462BCB}"/>
              </a:ext>
            </a:extLst>
          </p:cNvPr>
          <p:cNvSpPr/>
          <p:nvPr/>
        </p:nvSpPr>
        <p:spPr>
          <a:xfrm>
            <a:off x="2505201" y="3368376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41" name="Rectangle: Rounded Corners 39">
            <a:extLst>
              <a:ext uri="{FF2B5EF4-FFF2-40B4-BE49-F238E27FC236}">
                <a16:creationId xmlns:a16="http://schemas.microsoft.com/office/drawing/2014/main" id="{64EE1D72-0F2A-C183-551C-F4BAE2C8CC42}"/>
              </a:ext>
            </a:extLst>
          </p:cNvPr>
          <p:cNvSpPr/>
          <p:nvPr/>
        </p:nvSpPr>
        <p:spPr>
          <a:xfrm>
            <a:off x="4508458" y="3368376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42" name="Connector: Elbow 48">
            <a:extLst>
              <a:ext uri="{FF2B5EF4-FFF2-40B4-BE49-F238E27FC236}">
                <a16:creationId xmlns:a16="http://schemas.microsoft.com/office/drawing/2014/main" id="{5ECB53E6-A716-9584-D70C-6426FBF6493A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3113610" y="3069052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9">
            <a:extLst>
              <a:ext uri="{FF2B5EF4-FFF2-40B4-BE49-F238E27FC236}">
                <a16:creationId xmlns:a16="http://schemas.microsoft.com/office/drawing/2014/main" id="{5642353B-AF84-40F9-DB6B-3A358A69E398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4179217" y="3069052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20">
            <a:extLst>
              <a:ext uri="{FF2B5EF4-FFF2-40B4-BE49-F238E27FC236}">
                <a16:creationId xmlns:a16="http://schemas.microsoft.com/office/drawing/2014/main" id="{CB1707F2-A14B-24CC-50C3-6DDC9F7B6F8D}"/>
              </a:ext>
            </a:extLst>
          </p:cNvPr>
          <p:cNvSpPr/>
          <p:nvPr/>
        </p:nvSpPr>
        <p:spPr>
          <a:xfrm>
            <a:off x="2505200" y="380583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50" name="Rectangle: Rounded Corners 20">
            <a:extLst>
              <a:ext uri="{FF2B5EF4-FFF2-40B4-BE49-F238E27FC236}">
                <a16:creationId xmlns:a16="http://schemas.microsoft.com/office/drawing/2014/main" id="{D6603584-505D-ADFE-0088-0772BFA429B1}"/>
              </a:ext>
            </a:extLst>
          </p:cNvPr>
          <p:cNvSpPr/>
          <p:nvPr/>
        </p:nvSpPr>
        <p:spPr>
          <a:xfrm>
            <a:off x="4508458" y="3805832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7.08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13B45B0-5E8B-4248-A03E-8D5576F55EFE}"/>
                  </a:ext>
                </a:extLst>
              </p:cNvPr>
              <p:cNvSpPr txBox="1"/>
              <p:nvPr/>
            </p:nvSpPr>
            <p:spPr>
              <a:xfrm>
                <a:off x="486729" y="5273348"/>
                <a:ext cx="2851550" cy="7654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𝑅𝑒𝑠𝑖𝑑𝑢𝑎</m:t>
                              </m:r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𝑅𝑒𝑠𝑖𝑑𝑢𝑎𝑙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13B45B0-5E8B-4248-A03E-8D5576F55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29" y="5273348"/>
                <a:ext cx="2851550" cy="7654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EC7CDEFE-4F69-5DD7-2773-A03B1560C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989718"/>
              </p:ext>
            </p:extLst>
          </p:nvPr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24E09AF-D3FD-9C81-ADD4-EF06D36D1CB0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BC6489C-364E-0DE4-DCA4-74E8A33BF3F7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5F97667-604E-72F6-BC4E-F9A5C913D4D2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913AC1D-5CE7-DEE2-E621-B4B10629E0D3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95122D7-0D02-981B-6F29-7BF1FABCE360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F186C338-C476-0DCB-B234-2E805775B60D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EB318A-3F25-CBFD-2E02-CD1B5EDF9D76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FAAD44B3-0595-EFDA-E41E-5E32778C8A2B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434E237-01C5-C8A9-91D1-864D67AEDFDC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51ECF4D-5728-0CF8-FF1D-3364A53215A0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BBF1F13-C53D-573A-8E5D-70885BF4634D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23CD8DDE-27CA-B465-4BCF-465831A69E6B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BE0D11B-6AD0-4A17-1349-CA1497621AC5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5126B13-E2FE-A8B2-FEB6-14286DC6857B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147839D-0365-547F-1A09-3D712A43EDC6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99CB6A88-4DE7-D5AE-E7C2-0D08C471132E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1590662-CAE9-53C7-D21E-67BD9D903646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C9E8335-38B8-D3C3-C1A8-484E28CC3DA7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A91164F-6FA3-F74A-D5E3-B79163B0CE73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A3A7D629-4366-10E0-FBFF-B31481FFF6A3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3AF8CCC-C772-BB8A-5B81-C2360CB7A2A8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1EC9BD7-8167-A5BA-F770-D637B030DB34}"/>
              </a:ext>
            </a:extLst>
          </p:cNvPr>
          <p:cNvCxnSpPr>
            <a:cxnSpLocks/>
            <a:endCxn id="70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B470A46-A27F-C081-70E4-736600742249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37159469-5C52-0CE6-9DD2-12496479B4DE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4683C25-AC51-4638-E5A0-D2CF675C71F7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7D5D044-9E2D-71A9-AC24-950B2E56FA56}"/>
              </a:ext>
            </a:extLst>
          </p:cNvPr>
          <p:cNvCxnSpPr/>
          <p:nvPr/>
        </p:nvCxnSpPr>
        <p:spPr>
          <a:xfrm flipV="1">
            <a:off x="923752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AAB4F8E-44CC-0FB7-CC46-CC933DAB1231}"/>
              </a:ext>
            </a:extLst>
          </p:cNvPr>
          <p:cNvSpPr txBox="1"/>
          <p:nvPr/>
        </p:nvSpPr>
        <p:spPr>
          <a:xfrm>
            <a:off x="900221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23.5</a:t>
            </a:r>
          </a:p>
        </p:txBody>
      </p:sp>
    </p:spTree>
    <p:extLst>
      <p:ext uri="{BB962C8B-B14F-4D97-AF65-F5344CB8AC3E}">
        <p14:creationId xmlns:p14="http://schemas.microsoft.com/office/powerpoint/2010/main" val="18055941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BBA7-D6BA-AA1E-FEE4-FA5B05E09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97F047-06B1-5575-B8EF-48E8C8DB2B4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C4E091-6911-875A-BF29-64ABCD372FFB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65667BD-E589-C0C5-DF7F-83EC0C67B99C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35619-061E-024F-4787-247AEF4B4B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5B0C63-E242-3E7A-D447-5CB89F0FDFAC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0,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1,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0.3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C3E520-F9A2-E602-5EC8-A041A43D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91CDFA13-EF9E-7577-3FC2-9CF1381AFD75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12">
            <a:extLst>
              <a:ext uri="{FF2B5EF4-FFF2-40B4-BE49-F238E27FC236}">
                <a16:creationId xmlns:a16="http://schemas.microsoft.com/office/drawing/2014/main" id="{9EE24575-F606-6E23-0C78-8B7A59B8FC67}"/>
              </a:ext>
            </a:extLst>
          </p:cNvPr>
          <p:cNvSpPr/>
          <p:nvPr/>
        </p:nvSpPr>
        <p:spPr>
          <a:xfrm>
            <a:off x="3671798" y="2962148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13" name="Rectangle: Rounded Corners 20">
            <a:extLst>
              <a:ext uri="{FF2B5EF4-FFF2-40B4-BE49-F238E27FC236}">
                <a16:creationId xmlns:a16="http://schemas.microsoft.com/office/drawing/2014/main" id="{A1064F7A-6276-E84E-B13F-5C3A8711315B}"/>
              </a:ext>
            </a:extLst>
          </p:cNvPr>
          <p:cNvSpPr/>
          <p:nvPr/>
        </p:nvSpPr>
        <p:spPr>
          <a:xfrm>
            <a:off x="4719007" y="2961599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EC9FE6-5E94-2E1D-9567-150697B1F12B}"/>
              </a:ext>
            </a:extLst>
          </p:cNvPr>
          <p:cNvCxnSpPr/>
          <p:nvPr/>
        </p:nvCxnSpPr>
        <p:spPr>
          <a:xfrm>
            <a:off x="4128998" y="3298303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Rectangle: Rounded Corners 30">
            <a:extLst>
              <a:ext uri="{FF2B5EF4-FFF2-40B4-BE49-F238E27FC236}">
                <a16:creationId xmlns:a16="http://schemas.microsoft.com/office/drawing/2014/main" id="{4FFE45FE-E64E-5D08-6388-3DC4E7763547}"/>
              </a:ext>
            </a:extLst>
          </p:cNvPr>
          <p:cNvSpPr/>
          <p:nvPr/>
        </p:nvSpPr>
        <p:spPr>
          <a:xfrm>
            <a:off x="2454982" y="3770155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41" name="Rectangle: Rounded Corners 39">
            <a:extLst>
              <a:ext uri="{FF2B5EF4-FFF2-40B4-BE49-F238E27FC236}">
                <a16:creationId xmlns:a16="http://schemas.microsoft.com/office/drawing/2014/main" id="{D9B5AD3A-799F-B973-2B92-EECCE4290DB0}"/>
              </a:ext>
            </a:extLst>
          </p:cNvPr>
          <p:cNvSpPr/>
          <p:nvPr/>
        </p:nvSpPr>
        <p:spPr>
          <a:xfrm>
            <a:off x="4458239" y="3770155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42" name="Connector: Elbow 48">
            <a:extLst>
              <a:ext uri="{FF2B5EF4-FFF2-40B4-BE49-F238E27FC236}">
                <a16:creationId xmlns:a16="http://schemas.microsoft.com/office/drawing/2014/main" id="{8F352D6F-7F19-E0CB-9A8A-2CB44000F5F9}"/>
              </a:ext>
            </a:extLst>
          </p:cNvPr>
          <p:cNvCxnSpPr>
            <a:cxnSpLocks/>
            <a:endCxn id="40" idx="0"/>
          </p:cNvCxnSpPr>
          <p:nvPr/>
        </p:nvCxnSpPr>
        <p:spPr>
          <a:xfrm rot="10800000" flipV="1">
            <a:off x="3063391" y="3470831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9">
            <a:extLst>
              <a:ext uri="{FF2B5EF4-FFF2-40B4-BE49-F238E27FC236}">
                <a16:creationId xmlns:a16="http://schemas.microsoft.com/office/drawing/2014/main" id="{1D5D0A4A-4FE8-3E04-5234-0C7D2594851D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4128998" y="3470831"/>
            <a:ext cx="934528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Rectangle: Rounded Corners 20">
            <a:extLst>
              <a:ext uri="{FF2B5EF4-FFF2-40B4-BE49-F238E27FC236}">
                <a16:creationId xmlns:a16="http://schemas.microsoft.com/office/drawing/2014/main" id="{3CDFCCE5-CE62-941C-6698-92AFCD5B83CF}"/>
              </a:ext>
            </a:extLst>
          </p:cNvPr>
          <p:cNvSpPr/>
          <p:nvPr/>
        </p:nvSpPr>
        <p:spPr>
          <a:xfrm>
            <a:off x="2454981" y="4207611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50" name="Rectangle: Rounded Corners 20">
            <a:extLst>
              <a:ext uri="{FF2B5EF4-FFF2-40B4-BE49-F238E27FC236}">
                <a16:creationId xmlns:a16="http://schemas.microsoft.com/office/drawing/2014/main" id="{91FC5222-1146-6524-F049-30FF91070B32}"/>
              </a:ext>
            </a:extLst>
          </p:cNvPr>
          <p:cNvSpPr/>
          <p:nvPr/>
        </p:nvSpPr>
        <p:spPr>
          <a:xfrm>
            <a:off x="4458239" y="4207611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7.08</a:t>
            </a: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F081BBD5-8684-9696-3736-A13626FED3CA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9F090A1-5766-8F29-7E57-E467D1C15C29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2814CE1-C48C-1852-F55B-10EAAC86E7E3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AE1794-0600-3708-B7EA-35596633157C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CF1BDDD1-6ABA-6DC6-B0C3-064CEE35F31F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BE421E1-0486-F531-3B63-B4074F960894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FB6A860-60DE-DD83-0FE8-ECC1E55443AA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6068B7-D70B-283C-2BA0-60CC52EC6996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FBFF4E-B9C7-82A4-042E-7DC8B1F4AFFA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DD0A83C-1204-F757-55E4-4B97114003D5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D0AB885-003C-2F72-1AAB-EE96836EEAFB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51F6BF0-FD47-D50B-D4B5-57DE37D6F1D5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D54FACCF-BB76-2637-4B0A-77C57A6EDE4E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718E8B6-B5B4-5FB8-ACC1-FDF1CE8BB830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A674918-AC41-D241-50B4-E75D2DC77A79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1E3585-A3F7-B3E0-290D-70CB820402CF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FE20B6A-E734-4BC5-C99D-0E008254E053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3B539BC-1F89-324B-98E0-19E168FF2E87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DB502A1-A07B-C1D0-9D1E-5C1F585E92C2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76B8086-055C-B89D-B9C2-3A3C7D85752D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32E5CE8-86A1-998D-D468-33A6124D028F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1396800-FEA7-2E85-1719-54851C6C0A9D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A788C55D-6A96-3A56-DC96-8B1A3765A6E2}"/>
              </a:ext>
            </a:extLst>
          </p:cNvPr>
          <p:cNvCxnSpPr>
            <a:cxnSpLocks/>
            <a:endCxn id="70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52BB02D0-8C67-D53C-8FD7-772600E95861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E8A0C3A-CE7A-69AA-A19D-B3EF0B35640F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E73AB79-4ABD-6BCC-FE3F-FD1BFF53ABB1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991973-21ED-3F61-6998-2FD668E9689A}"/>
              </a:ext>
            </a:extLst>
          </p:cNvPr>
          <p:cNvCxnSpPr/>
          <p:nvPr/>
        </p:nvCxnSpPr>
        <p:spPr>
          <a:xfrm flipV="1">
            <a:off x="923752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952B4123-6A1D-18F1-1C58-4B2CB32F9D04}"/>
              </a:ext>
            </a:extLst>
          </p:cNvPr>
          <p:cNvSpPr txBox="1"/>
          <p:nvPr/>
        </p:nvSpPr>
        <p:spPr>
          <a:xfrm>
            <a:off x="900221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622F0-79E7-0A16-ABE1-22306B2FB7FB}"/>
              </a:ext>
            </a:extLst>
          </p:cNvPr>
          <p:cNvSpPr txBox="1"/>
          <p:nvPr/>
        </p:nvSpPr>
        <p:spPr>
          <a:xfrm>
            <a:off x="477888" y="1741129"/>
            <a:ext cx="784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For prediction at X = 25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Select the appropriate branch based on the value of X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Compute the Y Prediction</a:t>
            </a:r>
          </a:p>
        </p:txBody>
      </p:sp>
    </p:spTree>
    <p:extLst>
      <p:ext uri="{BB962C8B-B14F-4D97-AF65-F5344CB8AC3E}">
        <p14:creationId xmlns:p14="http://schemas.microsoft.com/office/powerpoint/2010/main" val="2602609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7C8FB-F54F-812E-D5A5-E077BD8E2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5094B00-FCA1-F72E-3FB0-EFF8EA37FEE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D86446-9661-DF4B-A304-592CB07919BB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2FD769-6820-FE7D-EA0F-200020CE3889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1AA5C-9E13-C659-705A-AB5E2DE8EA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DA962EF-5433-32BC-4907-F575E670929A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C3E520-F9A2-E602-5EC8-A041A43D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B67B15FC-9CD5-7472-889B-4CCD911D7FA1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571FF736-3797-3CB6-73DC-328B2577C722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1519083-2BBF-59A0-0833-9EA212D5AD33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3183969-AB02-2C42-5436-7345BF2D6A16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F6B0052-5D68-3FC5-B063-7BD9E80C5068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3ACE47F-6D3A-52E7-A992-A05DDEFC662F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CA788EF-0C63-8A56-320A-411F507C3BDA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E63649D-EF01-16FC-8F10-A7BA98D637F5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4630EA-9268-E6FB-B1AF-8A3C8BF50552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B88C697-E6BC-6A3B-DF63-4A00F32EF1B4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52FE6F7-9152-79B9-D926-6B2B7FD20195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3215FBCD-EE94-BE25-9907-F1DA148A3B4E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45BAD34-2BA3-FD82-3C50-6B9D354E46AE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5CA0AC07-6F1A-2CA1-5641-C7A11B35490E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F813DB2-938B-7866-5FA2-56E61DC9B44F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EAB78C5-8B10-6340-E11D-4CE7CA7FFED7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E601B6C4-D2E5-F588-206B-7B3FE7FA92D2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9A494B6-0477-9073-A6ED-D72E56F3BF46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C126DA4-7A40-7A40-584C-282020ED2C9C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BD97075-BAC0-9E4C-B4E9-3ABEC9DEAF72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C984AC74-5568-7FBF-9D57-34774053299B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3BE9861-BE34-71DD-D05B-0809E16B5BBD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1FCEC10-7796-C641-A961-626059390121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1FA5587-FAC5-CF1B-6CD1-43FFA92D730E}"/>
              </a:ext>
            </a:extLst>
          </p:cNvPr>
          <p:cNvCxnSpPr>
            <a:cxnSpLocks/>
            <a:endCxn id="70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F549107-6658-EA44-E588-38B98593AF2D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9C72A3B-A468-7373-D6BA-9F645DE5CBE9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CC3E85-2440-7555-F617-E0A8620A5E79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21B0C72-128B-15E8-82F5-06DF05F1415F}"/>
              </a:ext>
            </a:extLst>
          </p:cNvPr>
          <p:cNvCxnSpPr/>
          <p:nvPr/>
        </p:nvCxnSpPr>
        <p:spPr>
          <a:xfrm flipV="1">
            <a:off x="923752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CCB33BD3-C926-7850-5732-92C8625DD371}"/>
              </a:ext>
            </a:extLst>
          </p:cNvPr>
          <p:cNvSpPr txBox="1"/>
          <p:nvPr/>
        </p:nvSpPr>
        <p:spPr>
          <a:xfrm>
            <a:off x="900221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FED8FF-D585-49AB-2797-6FAF6167B228}"/>
                  </a:ext>
                </a:extLst>
              </p:cNvPr>
              <p:cNvSpPr txBox="1"/>
              <p:nvPr/>
            </p:nvSpPr>
            <p:spPr>
              <a:xfrm>
                <a:off x="934757" y="5189608"/>
                <a:ext cx="2685094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𝑃𝑟𝑒𝑑𝑖𝑐𝑡𝑖𝑜𝑛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𝑙𝑟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𝑂𝑢𝑡𝑝𝑢𝑡</m:t>
                      </m:r>
                    </m:oMath>
                  </m:oMathPara>
                </a14:m>
                <a:endParaRPr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AFED8FF-D585-49AB-2797-6FAF6167B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57" y="5189608"/>
                <a:ext cx="2685094" cy="246221"/>
              </a:xfrm>
              <a:prstGeom prst="rect">
                <a:avLst/>
              </a:prstGeom>
              <a:blipFill>
                <a:blip r:embed="rId3"/>
                <a:stretch>
                  <a:fillRect l="-1134" r="-1361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2E1EBC7-D708-1432-589D-301A9796C39A}"/>
              </a:ext>
            </a:extLst>
          </p:cNvPr>
          <p:cNvSpPr txBox="1"/>
          <p:nvPr/>
        </p:nvSpPr>
        <p:spPr>
          <a:xfrm>
            <a:off x="477888" y="1741129"/>
            <a:ext cx="784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For prediction at X = 25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Select the appropriate branch based on the value of X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Compute the Y Prediction</a:t>
            </a:r>
          </a:p>
        </p:txBody>
      </p:sp>
      <p:sp>
        <p:nvSpPr>
          <p:cNvPr id="11" name="Rectangle: Rounded Corners 12">
            <a:extLst>
              <a:ext uri="{FF2B5EF4-FFF2-40B4-BE49-F238E27FC236}">
                <a16:creationId xmlns:a16="http://schemas.microsoft.com/office/drawing/2014/main" id="{4FBF50A4-8C72-639C-6E2B-44517CA152F0}"/>
              </a:ext>
            </a:extLst>
          </p:cNvPr>
          <p:cNvSpPr/>
          <p:nvPr/>
        </p:nvSpPr>
        <p:spPr>
          <a:xfrm>
            <a:off x="3671798" y="2962148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12" name="Rectangle: Rounded Corners 20">
            <a:extLst>
              <a:ext uri="{FF2B5EF4-FFF2-40B4-BE49-F238E27FC236}">
                <a16:creationId xmlns:a16="http://schemas.microsoft.com/office/drawing/2014/main" id="{FA46EA7C-4AEB-8DF5-7A92-84200E5E3BA7}"/>
              </a:ext>
            </a:extLst>
          </p:cNvPr>
          <p:cNvSpPr/>
          <p:nvPr/>
        </p:nvSpPr>
        <p:spPr>
          <a:xfrm>
            <a:off x="4719007" y="2961599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A73B02-1BB0-E1A9-E177-F634AA92BA21}"/>
              </a:ext>
            </a:extLst>
          </p:cNvPr>
          <p:cNvCxnSpPr/>
          <p:nvPr/>
        </p:nvCxnSpPr>
        <p:spPr>
          <a:xfrm>
            <a:off x="4128998" y="3298303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30">
            <a:extLst>
              <a:ext uri="{FF2B5EF4-FFF2-40B4-BE49-F238E27FC236}">
                <a16:creationId xmlns:a16="http://schemas.microsoft.com/office/drawing/2014/main" id="{661E5BFE-0601-84EF-E85C-027B09477941}"/>
              </a:ext>
            </a:extLst>
          </p:cNvPr>
          <p:cNvSpPr/>
          <p:nvPr/>
        </p:nvSpPr>
        <p:spPr>
          <a:xfrm>
            <a:off x="2454982" y="3770155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16" name="Rectangle: Rounded Corners 39">
            <a:extLst>
              <a:ext uri="{FF2B5EF4-FFF2-40B4-BE49-F238E27FC236}">
                <a16:creationId xmlns:a16="http://schemas.microsoft.com/office/drawing/2014/main" id="{E4E0BC00-61FF-0E55-99DA-2DD9C6D0DACE}"/>
              </a:ext>
            </a:extLst>
          </p:cNvPr>
          <p:cNvSpPr/>
          <p:nvPr/>
        </p:nvSpPr>
        <p:spPr>
          <a:xfrm>
            <a:off x="4458239" y="3770155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17" name="Connector: Elbow 48">
            <a:extLst>
              <a:ext uri="{FF2B5EF4-FFF2-40B4-BE49-F238E27FC236}">
                <a16:creationId xmlns:a16="http://schemas.microsoft.com/office/drawing/2014/main" id="{E6AF3D36-C9D7-67B2-7B21-DB98FE997470}"/>
              </a:ext>
            </a:extLst>
          </p:cNvPr>
          <p:cNvCxnSpPr>
            <a:cxnSpLocks/>
            <a:endCxn id="15" idx="0"/>
          </p:cNvCxnSpPr>
          <p:nvPr/>
        </p:nvCxnSpPr>
        <p:spPr>
          <a:xfrm rot="10800000" flipV="1">
            <a:off x="3063391" y="3470831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49">
            <a:extLst>
              <a:ext uri="{FF2B5EF4-FFF2-40B4-BE49-F238E27FC236}">
                <a16:creationId xmlns:a16="http://schemas.microsoft.com/office/drawing/2014/main" id="{FB95ACD9-1212-D9E5-D8A4-96A92CD5DC52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128998" y="3470831"/>
            <a:ext cx="934528" cy="29932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20">
            <a:extLst>
              <a:ext uri="{FF2B5EF4-FFF2-40B4-BE49-F238E27FC236}">
                <a16:creationId xmlns:a16="http://schemas.microsoft.com/office/drawing/2014/main" id="{4EE44C85-4504-9FA9-A89E-45EE5981A59C}"/>
              </a:ext>
            </a:extLst>
          </p:cNvPr>
          <p:cNvSpPr/>
          <p:nvPr/>
        </p:nvSpPr>
        <p:spPr>
          <a:xfrm>
            <a:off x="2454981" y="4207611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20" name="Rectangle: Rounded Corners 20">
            <a:extLst>
              <a:ext uri="{FF2B5EF4-FFF2-40B4-BE49-F238E27FC236}">
                <a16:creationId xmlns:a16="http://schemas.microsoft.com/office/drawing/2014/main" id="{EE7DA2F3-A490-C73A-97AC-8DC2411CCDE6}"/>
              </a:ext>
            </a:extLst>
          </p:cNvPr>
          <p:cNvSpPr/>
          <p:nvPr/>
        </p:nvSpPr>
        <p:spPr>
          <a:xfrm>
            <a:off x="4458239" y="4207611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7.08</a:t>
            </a:r>
          </a:p>
        </p:txBody>
      </p:sp>
    </p:spTree>
    <p:extLst>
      <p:ext uri="{BB962C8B-B14F-4D97-AF65-F5344CB8AC3E}">
        <p14:creationId xmlns:p14="http://schemas.microsoft.com/office/powerpoint/2010/main" val="3094834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61A73-2D52-9B5A-E892-D6AE66429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9DE2DB-63A6-5B52-744F-0BDC170ADB70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583C8EA-40A0-8991-9A3C-883F2382D423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D6AC50-F18E-79E2-23D0-46EABD6CC22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248DD-8243-8BF1-D4F5-0B19E5494D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D367AC-67C4-F544-7E24-89FF218FD348}"/>
                  </a:ext>
                </a:extLst>
              </p:cNvPr>
              <p:cNvSpPr txBox="1"/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𝜆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𝑑𝑒𝑝𝑡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 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𝑙𝑟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 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pt-BR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</m:oMath>
                </a14:m>
                <a:endParaRPr lang="pt-BR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CC3E520-F9A2-E602-5EC8-A041A43D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746" y="3159849"/>
                <a:ext cx="4819129" cy="403124"/>
              </a:xfrm>
              <a:prstGeom prst="rect">
                <a:avLst/>
              </a:prstGeom>
              <a:blipFill>
                <a:blip r:embed="rId2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045E5E8B-9891-9D0A-1778-6F34D8746CA0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71B114B8-FB80-2966-DE39-8B847E1FD198}"/>
              </a:ext>
            </a:extLst>
          </p:cNvPr>
          <p:cNvGraphicFramePr>
            <a:graphicFrameLocks noGrp="1"/>
          </p:cNvGraphicFramePr>
          <p:nvPr/>
        </p:nvGraphicFramePr>
        <p:xfrm>
          <a:off x="8323341" y="1356063"/>
          <a:ext cx="32815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40750">
                  <a:extLst>
                    <a:ext uri="{9D8B030D-6E8A-4147-A177-3AD203B41FA5}">
                      <a16:colId xmlns:a16="http://schemas.microsoft.com/office/drawing/2014/main" val="1714093638"/>
                    </a:ext>
                  </a:extLst>
                </a:gridCol>
                <a:gridCol w="1640750">
                  <a:extLst>
                    <a:ext uri="{9D8B030D-6E8A-4147-A177-3AD203B41FA5}">
                      <a16:colId xmlns:a16="http://schemas.microsoft.com/office/drawing/2014/main" val="3824159704"/>
                    </a:ext>
                  </a:extLst>
                </a:gridCol>
              </a:tblGrid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3738727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02279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322266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48470"/>
                  </a:ext>
                </a:extLst>
              </a:tr>
              <a:tr h="302751">
                <a:tc>
                  <a:txBody>
                    <a:bodyPr/>
                    <a:lstStyle/>
                    <a:p>
                      <a:pPr algn="ctr"/>
                      <a:r>
                        <a:rPr lang="en-V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V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895750"/>
                  </a:ext>
                </a:extLst>
              </a:tr>
            </a:tbl>
          </a:graphicData>
        </a:graphic>
      </p:graphicFrame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E660480-03F6-60E6-CDAD-35AFA65410FA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E871530-98E3-E515-6FD4-4EEC61D2B7A1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1E7DD2C-23DA-CA2C-471F-D87D41C8DFF1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C4B4CCB-4DE8-EBB4-7787-70EF277D8997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BD91C5C-1062-FFEC-2C0F-036623485556}"/>
              </a:ext>
            </a:extLst>
          </p:cNvPr>
          <p:cNvCxnSpPr/>
          <p:nvPr/>
        </p:nvCxnSpPr>
        <p:spPr>
          <a:xfrm>
            <a:off x="8192982" y="4802006"/>
            <a:ext cx="3030030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0366EC4-17D7-685F-E7D9-CAEEA0B9F184}"/>
              </a:ext>
            </a:extLst>
          </p:cNvPr>
          <p:cNvSpPr txBox="1"/>
          <p:nvPr/>
        </p:nvSpPr>
        <p:spPr>
          <a:xfrm>
            <a:off x="11236042" y="4667781"/>
            <a:ext cx="633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71.25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B16B1E-22D4-D64F-E86B-D016E8AF58CC}"/>
              </a:ext>
            </a:extLst>
          </p:cNvPr>
          <p:cNvSpPr txBox="1"/>
          <p:nvPr/>
        </p:nvSpPr>
        <p:spPr>
          <a:xfrm>
            <a:off x="10988753" y="4419001"/>
            <a:ext cx="967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value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50ABFD2-B2A9-7991-D9FB-6F3CCADCA5C0}"/>
              </a:ext>
            </a:extLst>
          </p:cNvPr>
          <p:cNvCxnSpPr>
            <a:cxnSpLocks/>
          </p:cNvCxnSpPr>
          <p:nvPr/>
        </p:nvCxnSpPr>
        <p:spPr>
          <a:xfrm>
            <a:off x="8192982" y="6411522"/>
            <a:ext cx="3114136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C4F83D02-D9DD-A5FC-301A-0D5535E87CEF}"/>
              </a:ext>
            </a:extLst>
          </p:cNvPr>
          <p:cNvCxnSpPr>
            <a:cxnSpLocks/>
          </p:cNvCxnSpPr>
          <p:nvPr/>
        </p:nvCxnSpPr>
        <p:spPr>
          <a:xfrm flipV="1">
            <a:off x="8192982" y="3622171"/>
            <a:ext cx="0" cy="2789351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58E2855-1AA0-8F0D-EC8C-FD4B70A657DB}"/>
              </a:ext>
            </a:extLst>
          </p:cNvPr>
          <p:cNvCxnSpPr>
            <a:cxnSpLocks/>
          </p:cNvCxnSpPr>
          <p:nvPr/>
        </p:nvCxnSpPr>
        <p:spPr>
          <a:xfrm>
            <a:off x="8607046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56C55CA-8E95-5434-C56B-2C00C3C1EF2E}"/>
              </a:ext>
            </a:extLst>
          </p:cNvPr>
          <p:cNvCxnSpPr>
            <a:cxnSpLocks/>
          </p:cNvCxnSpPr>
          <p:nvPr/>
        </p:nvCxnSpPr>
        <p:spPr>
          <a:xfrm>
            <a:off x="10976437" y="6342512"/>
            <a:ext cx="0" cy="1380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0413326E-873F-9908-BC5F-3169E10F3898}"/>
              </a:ext>
            </a:extLst>
          </p:cNvPr>
          <p:cNvSpPr/>
          <p:nvPr/>
        </p:nvSpPr>
        <p:spPr>
          <a:xfrm>
            <a:off x="8982348" y="5671037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FF5A36A9-2472-BD6A-3A0C-12CF5D179F04}"/>
              </a:ext>
            </a:extLst>
          </p:cNvPr>
          <p:cNvSpPr/>
          <p:nvPr/>
        </p:nvSpPr>
        <p:spPr>
          <a:xfrm>
            <a:off x="9319392" y="4851401"/>
            <a:ext cx="174464" cy="146649"/>
          </a:xfrm>
          <a:prstGeom prst="ellipse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077410D-66E1-7191-805C-94216D5E7930}"/>
              </a:ext>
            </a:extLst>
          </p:cNvPr>
          <p:cNvSpPr/>
          <p:nvPr/>
        </p:nvSpPr>
        <p:spPr>
          <a:xfrm>
            <a:off x="10137950" y="4375688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AD35A03-72FB-6DAF-C316-445CB31FEE93}"/>
              </a:ext>
            </a:extLst>
          </p:cNvPr>
          <p:cNvSpPr/>
          <p:nvPr/>
        </p:nvSpPr>
        <p:spPr>
          <a:xfrm>
            <a:off x="10448389" y="4160030"/>
            <a:ext cx="174464" cy="146649"/>
          </a:xfrm>
          <a:prstGeom prst="ellipse">
            <a:avLst/>
          </a:prstGeom>
          <a:solidFill>
            <a:srgbClr val="E39ABC"/>
          </a:solidFill>
          <a:ln>
            <a:solidFill>
              <a:srgbClr val="E39A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2ADF66F-D0AE-76E1-76BB-26740C7C2153}"/>
              </a:ext>
            </a:extLst>
          </p:cNvPr>
          <p:cNvCxnSpPr>
            <a:cxnSpLocks/>
          </p:cNvCxnSpPr>
          <p:nvPr/>
        </p:nvCxnSpPr>
        <p:spPr>
          <a:xfrm flipH="1">
            <a:off x="8125493" y="5997111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0B86C5A8-5698-9C46-A2A9-D306B59BBBE7}"/>
              </a:ext>
            </a:extLst>
          </p:cNvPr>
          <p:cNvSpPr txBox="1"/>
          <p:nvPr/>
        </p:nvSpPr>
        <p:spPr>
          <a:xfrm>
            <a:off x="7788661" y="5843222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1C6EE7F-94B5-FC0B-45CE-F7297B4BAF28}"/>
              </a:ext>
            </a:extLst>
          </p:cNvPr>
          <p:cNvCxnSpPr>
            <a:cxnSpLocks/>
          </p:cNvCxnSpPr>
          <p:nvPr/>
        </p:nvCxnSpPr>
        <p:spPr>
          <a:xfrm flipH="1">
            <a:off x="8125493" y="3975654"/>
            <a:ext cx="127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0789B24A-6248-DEBC-4810-449415AE5199}"/>
              </a:ext>
            </a:extLst>
          </p:cNvPr>
          <p:cNvSpPr txBox="1"/>
          <p:nvPr/>
        </p:nvSpPr>
        <p:spPr>
          <a:xfrm>
            <a:off x="7778919" y="3821765"/>
            <a:ext cx="4043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12BB2B58-5DB4-DBA4-6788-9DE7FFC3AE5B}"/>
              </a:ext>
            </a:extLst>
          </p:cNvPr>
          <p:cNvCxnSpPr>
            <a:cxnSpLocks/>
            <a:stCxn id="67" idx="0"/>
          </p:cNvCxnSpPr>
          <p:nvPr/>
        </p:nvCxnSpPr>
        <p:spPr>
          <a:xfrm flipV="1">
            <a:off x="9069580" y="4802006"/>
            <a:ext cx="0" cy="86903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B6C07C0-433A-519A-662F-E370AD3B3D53}"/>
              </a:ext>
            </a:extLst>
          </p:cNvPr>
          <p:cNvCxnSpPr>
            <a:cxnSpLocks/>
            <a:endCxn id="69" idx="4"/>
          </p:cNvCxnSpPr>
          <p:nvPr/>
        </p:nvCxnSpPr>
        <p:spPr>
          <a:xfrm flipV="1">
            <a:off x="10225182" y="4522337"/>
            <a:ext cx="0" cy="27966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3F8440F-C0D0-F9DE-E4A4-A70792E4D2E5}"/>
              </a:ext>
            </a:extLst>
          </p:cNvPr>
          <p:cNvCxnSpPr>
            <a:cxnSpLocks/>
            <a:endCxn id="70" idx="4"/>
          </p:cNvCxnSpPr>
          <p:nvPr/>
        </p:nvCxnSpPr>
        <p:spPr>
          <a:xfrm flipV="1">
            <a:off x="10535621" y="4306679"/>
            <a:ext cx="0" cy="487699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ADD6866A-8D8A-D6B8-C999-0154EBBEA527}"/>
              </a:ext>
            </a:extLst>
          </p:cNvPr>
          <p:cNvCxnSpPr>
            <a:cxnSpLocks/>
            <a:stCxn id="68" idx="0"/>
          </p:cNvCxnSpPr>
          <p:nvPr/>
        </p:nvCxnSpPr>
        <p:spPr>
          <a:xfrm flipH="1" flipV="1">
            <a:off x="9404999" y="4786130"/>
            <a:ext cx="1625" cy="6527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CF8F026-3443-8F3A-42BC-C8CD09F6C1EB}"/>
              </a:ext>
            </a:extLst>
          </p:cNvPr>
          <p:cNvSpPr txBox="1"/>
          <p:nvPr/>
        </p:nvSpPr>
        <p:spPr>
          <a:xfrm>
            <a:off x="8429225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D6C362E-8312-BA7B-AB99-F3ED159A8410}"/>
              </a:ext>
            </a:extLst>
          </p:cNvPr>
          <p:cNvSpPr txBox="1"/>
          <p:nvPr/>
        </p:nvSpPr>
        <p:spPr>
          <a:xfrm>
            <a:off x="10798869" y="6421534"/>
            <a:ext cx="4241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E5DEEFD-2AD4-689E-9E6A-6AD8BE7DF406}"/>
              </a:ext>
            </a:extLst>
          </p:cNvPr>
          <p:cNvCxnSpPr/>
          <p:nvPr/>
        </p:nvCxnSpPr>
        <p:spPr>
          <a:xfrm flipV="1">
            <a:off x="9237524" y="3709570"/>
            <a:ext cx="0" cy="2695745"/>
          </a:xfrm>
          <a:prstGeom prst="line">
            <a:avLst/>
          </a:prstGeom>
          <a:ln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B4EBAD22-C10C-FF91-294D-06FF47F55DEC}"/>
              </a:ext>
            </a:extLst>
          </p:cNvPr>
          <p:cNvSpPr txBox="1"/>
          <p:nvPr/>
        </p:nvSpPr>
        <p:spPr>
          <a:xfrm>
            <a:off x="9002219" y="6417206"/>
            <a:ext cx="509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23.5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4FC0A9-FBFC-EE9C-CC69-8181E5E587FF}"/>
                  </a:ext>
                </a:extLst>
              </p:cNvPr>
              <p:cNvSpPr txBox="1"/>
              <p:nvPr/>
            </p:nvSpPr>
            <p:spPr>
              <a:xfrm>
                <a:off x="934757" y="5189608"/>
                <a:ext cx="539416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𝑃𝑟𝑒𝑑𝑖𝑐𝑡𝑖𝑜𝑛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𝑙𝑟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𝑂𝑢𝑡𝑝𝑢𝑡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71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25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08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73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24FC0A9-FBFC-EE9C-CC69-8181E5E58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757" y="5189608"/>
                <a:ext cx="5394169" cy="246221"/>
              </a:xfrm>
              <a:prstGeom prst="rect">
                <a:avLst/>
              </a:prstGeom>
              <a:blipFill>
                <a:blip r:embed="rId3"/>
                <a:stretch>
                  <a:fillRect l="-339" r="-339" b="-34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3AB7EA2-F580-0D12-CCB1-D42B1034638D}"/>
              </a:ext>
            </a:extLst>
          </p:cNvPr>
          <p:cNvSpPr txBox="1"/>
          <p:nvPr/>
        </p:nvSpPr>
        <p:spPr>
          <a:xfrm>
            <a:off x="477888" y="1741129"/>
            <a:ext cx="7845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For prediction at X = 25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Select the appropriate branch based on the value of X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Compute the Y Prediction</a:t>
            </a:r>
          </a:p>
        </p:txBody>
      </p:sp>
      <p:sp>
        <p:nvSpPr>
          <p:cNvPr id="11" name="Rectangle: Rounded Corners 12">
            <a:extLst>
              <a:ext uri="{FF2B5EF4-FFF2-40B4-BE49-F238E27FC236}">
                <a16:creationId xmlns:a16="http://schemas.microsoft.com/office/drawing/2014/main" id="{BA4B186A-206E-9234-FEDF-BE651F0A142E}"/>
              </a:ext>
            </a:extLst>
          </p:cNvPr>
          <p:cNvSpPr/>
          <p:nvPr/>
        </p:nvSpPr>
        <p:spPr>
          <a:xfrm>
            <a:off x="3671798" y="2962148"/>
            <a:ext cx="914400" cy="336155"/>
          </a:xfrm>
          <a:prstGeom prst="roundRect">
            <a:avLst/>
          </a:prstGeom>
          <a:solidFill>
            <a:srgbClr val="95C2E7"/>
          </a:solidFill>
          <a:ln>
            <a:solidFill>
              <a:srgbClr val="95C2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 23.5</a:t>
            </a:r>
          </a:p>
        </p:txBody>
      </p:sp>
      <p:sp>
        <p:nvSpPr>
          <p:cNvPr id="12" name="Rectangle: Rounded Corners 20">
            <a:extLst>
              <a:ext uri="{FF2B5EF4-FFF2-40B4-BE49-F238E27FC236}">
                <a16:creationId xmlns:a16="http://schemas.microsoft.com/office/drawing/2014/main" id="{BAC1DC7D-E91C-E74F-C795-912A5DB0C372}"/>
              </a:ext>
            </a:extLst>
          </p:cNvPr>
          <p:cNvSpPr/>
          <p:nvPr/>
        </p:nvSpPr>
        <p:spPr>
          <a:xfrm>
            <a:off x="4719007" y="2961599"/>
            <a:ext cx="649857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 = 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40C453-64B0-6959-37CF-E18500F7655A}"/>
              </a:ext>
            </a:extLst>
          </p:cNvPr>
          <p:cNvCxnSpPr/>
          <p:nvPr/>
        </p:nvCxnSpPr>
        <p:spPr>
          <a:xfrm>
            <a:off x="4128998" y="3298303"/>
            <a:ext cx="0" cy="1725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30">
            <a:extLst>
              <a:ext uri="{FF2B5EF4-FFF2-40B4-BE49-F238E27FC236}">
                <a16:creationId xmlns:a16="http://schemas.microsoft.com/office/drawing/2014/main" id="{B1E7FC3D-2FC4-BD52-7120-F24EB707D315}"/>
              </a:ext>
            </a:extLst>
          </p:cNvPr>
          <p:cNvSpPr/>
          <p:nvPr/>
        </p:nvSpPr>
        <p:spPr>
          <a:xfrm>
            <a:off x="2454982" y="3770155"/>
            <a:ext cx="1216816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16" name="Rectangle: Rounded Corners 39">
            <a:extLst>
              <a:ext uri="{FF2B5EF4-FFF2-40B4-BE49-F238E27FC236}">
                <a16:creationId xmlns:a16="http://schemas.microsoft.com/office/drawing/2014/main" id="{FF56A76C-C771-E929-E0F7-8B802F7CEB95}"/>
              </a:ext>
            </a:extLst>
          </p:cNvPr>
          <p:cNvSpPr/>
          <p:nvPr/>
        </p:nvSpPr>
        <p:spPr>
          <a:xfrm>
            <a:off x="4458239" y="3770155"/>
            <a:ext cx="1210574" cy="33615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- 1.25, 8.75, 13.75</a:t>
            </a:r>
          </a:p>
        </p:txBody>
      </p:sp>
      <p:cxnSp>
        <p:nvCxnSpPr>
          <p:cNvPr id="17" name="Connector: Elbow 48">
            <a:extLst>
              <a:ext uri="{FF2B5EF4-FFF2-40B4-BE49-F238E27FC236}">
                <a16:creationId xmlns:a16="http://schemas.microsoft.com/office/drawing/2014/main" id="{5FCF6133-08FF-AD49-3949-C9F6F508C466}"/>
              </a:ext>
            </a:extLst>
          </p:cNvPr>
          <p:cNvCxnSpPr>
            <a:cxnSpLocks/>
            <a:endCxn id="15" idx="0"/>
          </p:cNvCxnSpPr>
          <p:nvPr/>
        </p:nvCxnSpPr>
        <p:spPr>
          <a:xfrm rot="10800000" flipV="1">
            <a:off x="3063391" y="3470831"/>
            <a:ext cx="1065615" cy="2993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49">
            <a:extLst>
              <a:ext uri="{FF2B5EF4-FFF2-40B4-BE49-F238E27FC236}">
                <a16:creationId xmlns:a16="http://schemas.microsoft.com/office/drawing/2014/main" id="{79A9722F-5471-B952-7159-7552922EB053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4128998" y="3470831"/>
            <a:ext cx="934528" cy="299324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: Rounded Corners 20">
            <a:extLst>
              <a:ext uri="{FF2B5EF4-FFF2-40B4-BE49-F238E27FC236}">
                <a16:creationId xmlns:a16="http://schemas.microsoft.com/office/drawing/2014/main" id="{E5C6EFAD-9992-27D4-20AF-030265B82A9D}"/>
              </a:ext>
            </a:extLst>
          </p:cNvPr>
          <p:cNvSpPr/>
          <p:nvPr/>
        </p:nvSpPr>
        <p:spPr>
          <a:xfrm>
            <a:off x="2454981" y="4207611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-21.25</a:t>
            </a:r>
          </a:p>
        </p:txBody>
      </p:sp>
      <p:sp>
        <p:nvSpPr>
          <p:cNvPr id="20" name="Rectangle: Rounded Corners 20">
            <a:extLst>
              <a:ext uri="{FF2B5EF4-FFF2-40B4-BE49-F238E27FC236}">
                <a16:creationId xmlns:a16="http://schemas.microsoft.com/office/drawing/2014/main" id="{8154CF88-643B-5C88-A347-70A8289E39F7}"/>
              </a:ext>
            </a:extLst>
          </p:cNvPr>
          <p:cNvSpPr/>
          <p:nvPr/>
        </p:nvSpPr>
        <p:spPr>
          <a:xfrm>
            <a:off x="4458239" y="4207611"/>
            <a:ext cx="1216815" cy="33615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= 7.08</a:t>
            </a:r>
          </a:p>
        </p:txBody>
      </p:sp>
    </p:spTree>
    <p:extLst>
      <p:ext uri="{BB962C8B-B14F-4D97-AF65-F5344CB8AC3E}">
        <p14:creationId xmlns:p14="http://schemas.microsoft.com/office/powerpoint/2010/main" val="4083803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DC459-96CE-861E-DEED-01224214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E9CD7A-6EA4-8EFC-066F-1EDBCC339B5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A53B5F3-0EC9-D045-F799-8F598DCB2A37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12BFD9-17C5-582F-3FC3-6670F4FCC71F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Airbnb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939053B-3FCF-5880-A0D6-DBEF22EFD3EF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pic>
        <p:nvPicPr>
          <p:cNvPr id="48" name="Graphic 47" descr="Database with solid fill">
            <a:extLst>
              <a:ext uri="{FF2B5EF4-FFF2-40B4-BE49-F238E27FC236}">
                <a16:creationId xmlns:a16="http://schemas.microsoft.com/office/drawing/2014/main" id="{68A70B3F-A1A8-85AD-4CF0-030C4E505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2091" y="4083374"/>
            <a:ext cx="1080000" cy="1080000"/>
          </a:xfrm>
          <a:prstGeom prst="rect">
            <a:avLst/>
          </a:prstGeom>
        </p:spPr>
      </p:pic>
      <p:pic>
        <p:nvPicPr>
          <p:cNvPr id="49" name="Graphic 48" descr="Table with solid fill">
            <a:extLst>
              <a:ext uri="{FF2B5EF4-FFF2-40B4-BE49-F238E27FC236}">
                <a16:creationId xmlns:a16="http://schemas.microsoft.com/office/drawing/2014/main" id="{A5942AA5-A648-4DC7-8A60-3B261C699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12647" y="2498620"/>
            <a:ext cx="1798889" cy="1080000"/>
          </a:xfrm>
          <a:prstGeom prst="rect">
            <a:avLst/>
          </a:prstGeom>
        </p:spPr>
      </p:pic>
      <p:pic>
        <p:nvPicPr>
          <p:cNvPr id="50" name="Graphic 49" descr="Computer outline">
            <a:extLst>
              <a:ext uri="{FF2B5EF4-FFF2-40B4-BE49-F238E27FC236}">
                <a16:creationId xmlns:a16="http://schemas.microsoft.com/office/drawing/2014/main" id="{9E37C443-EC64-BE05-4157-398B2C3174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5170" y="2497404"/>
            <a:ext cx="1080000" cy="1080000"/>
          </a:xfrm>
          <a:prstGeom prst="rect">
            <a:avLst/>
          </a:prstGeom>
        </p:spPr>
      </p:pic>
      <p:pic>
        <p:nvPicPr>
          <p:cNvPr id="51" name="Graphic 50" descr="Single gear with solid fill">
            <a:extLst>
              <a:ext uri="{FF2B5EF4-FFF2-40B4-BE49-F238E27FC236}">
                <a16:creationId xmlns:a16="http://schemas.microsoft.com/office/drawing/2014/main" id="{FE5A5662-3DC4-DC98-D1D7-CC2F1A108B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32585" y="2576760"/>
            <a:ext cx="914400" cy="9144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16A0151-2FDB-AC04-DFBC-AFEDE050C9C9}"/>
              </a:ext>
            </a:extLst>
          </p:cNvPr>
          <p:cNvSpPr txBox="1"/>
          <p:nvPr/>
        </p:nvSpPr>
        <p:spPr>
          <a:xfrm>
            <a:off x="6116524" y="3421662"/>
            <a:ext cx="2242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Regressor</a:t>
            </a:r>
            <a:endParaRPr lang="en-V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EF13671-9E93-DF06-B105-5F9426C1AFED}"/>
              </a:ext>
            </a:extLst>
          </p:cNvPr>
          <p:cNvSpPr txBox="1"/>
          <p:nvPr/>
        </p:nvSpPr>
        <p:spPr>
          <a:xfrm>
            <a:off x="8798097" y="2203343"/>
            <a:ext cx="1236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FB0B879-1A31-C642-907C-390C103600F7}"/>
              </a:ext>
            </a:extLst>
          </p:cNvPr>
          <p:cNvSpPr txBox="1"/>
          <p:nvPr/>
        </p:nvSpPr>
        <p:spPr>
          <a:xfrm>
            <a:off x="1495246" y="3753537"/>
            <a:ext cx="14574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Set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210FC8-EEF7-1236-B997-5C2EA2C1160C}"/>
              </a:ext>
            </a:extLst>
          </p:cNvPr>
          <p:cNvSpPr txBox="1"/>
          <p:nvPr/>
        </p:nvSpPr>
        <p:spPr>
          <a:xfrm>
            <a:off x="3164794" y="2149844"/>
            <a:ext cx="2494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Normalization</a:t>
            </a:r>
          </a:p>
        </p:txBody>
      </p:sp>
      <p:pic>
        <p:nvPicPr>
          <p:cNvPr id="56" name="Graphic 55" descr="Database with solid fill">
            <a:extLst>
              <a:ext uri="{FF2B5EF4-FFF2-40B4-BE49-F238E27FC236}">
                <a16:creationId xmlns:a16="http://schemas.microsoft.com/office/drawing/2014/main" id="{72AEBE86-A3ED-466B-78BD-9321272DAC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683971" y="2515887"/>
            <a:ext cx="1080000" cy="10800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AE255197-4C0D-CB33-A30E-33BE25E7A281}"/>
              </a:ext>
            </a:extLst>
          </p:cNvPr>
          <p:cNvSpPr txBox="1"/>
          <p:nvPr/>
        </p:nvSpPr>
        <p:spPr>
          <a:xfrm>
            <a:off x="3903777" y="5122911"/>
            <a:ext cx="1016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Set</a:t>
            </a:r>
          </a:p>
        </p:txBody>
      </p:sp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FA7D91A8-FE11-5FA8-8B34-DC111A0DC3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83971" y="4833537"/>
            <a:ext cx="1080000" cy="1080000"/>
          </a:xfrm>
          <a:prstGeom prst="rect">
            <a:avLst/>
          </a:prstGeom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82E8E9-9B1B-A399-A279-88CEB1E09A9F}"/>
              </a:ext>
            </a:extLst>
          </p:cNvPr>
          <p:cNvCxnSpPr>
            <a:endCxn id="54" idx="2"/>
          </p:cNvCxnSpPr>
          <p:nvPr/>
        </p:nvCxnSpPr>
        <p:spPr>
          <a:xfrm flipV="1">
            <a:off x="2223971" y="4153647"/>
            <a:ext cx="0" cy="679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948B6699-358B-6F42-176B-0423223F1EEC}"/>
              </a:ext>
            </a:extLst>
          </p:cNvPr>
          <p:cNvCxnSpPr>
            <a:cxnSpLocks/>
          </p:cNvCxnSpPr>
          <p:nvPr/>
        </p:nvCxnSpPr>
        <p:spPr>
          <a:xfrm>
            <a:off x="2223971" y="4623374"/>
            <a:ext cx="1648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E508D51-3732-9A11-FAEC-C40DC24AC7DE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2763971" y="3038620"/>
            <a:ext cx="748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912E6D8B-1E2E-3C6A-9D16-911AA835B5FF}"/>
              </a:ext>
            </a:extLst>
          </p:cNvPr>
          <p:cNvCxnSpPr>
            <a:cxnSpLocks/>
            <a:stCxn id="49" idx="3"/>
            <a:endCxn id="50" idx="1"/>
          </p:cNvCxnSpPr>
          <p:nvPr/>
        </p:nvCxnSpPr>
        <p:spPr>
          <a:xfrm flipV="1">
            <a:off x="5311536" y="3037404"/>
            <a:ext cx="1373634" cy="1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F4CB69A-9527-22A0-E171-C9D0EAE29C7E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 flipV="1">
            <a:off x="7765170" y="3033960"/>
            <a:ext cx="1267415" cy="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2E56F0E-32B1-D691-7BFE-DF2F1C72BE82}"/>
              </a:ext>
            </a:extLst>
          </p:cNvPr>
          <p:cNvCxnSpPr>
            <a:cxnSpLocks/>
            <a:stCxn id="51" idx="3"/>
          </p:cNvCxnSpPr>
          <p:nvPr/>
        </p:nvCxnSpPr>
        <p:spPr>
          <a:xfrm>
            <a:off x="9946985" y="3033960"/>
            <a:ext cx="10258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4E5E737-86BF-7199-CAB6-833D0072D253}"/>
              </a:ext>
            </a:extLst>
          </p:cNvPr>
          <p:cNvSpPr txBox="1"/>
          <p:nvPr/>
        </p:nvSpPr>
        <p:spPr>
          <a:xfrm>
            <a:off x="10246688" y="3055887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91F64E8-F861-FD8D-DA0B-5F601EACF819}"/>
              </a:ext>
            </a:extLst>
          </p:cNvPr>
          <p:cNvCxnSpPr>
            <a:cxnSpLocks/>
            <a:endCxn id="51" idx="2"/>
          </p:cNvCxnSpPr>
          <p:nvPr/>
        </p:nvCxnSpPr>
        <p:spPr>
          <a:xfrm flipV="1">
            <a:off x="8168267" y="3491160"/>
            <a:ext cx="1321518" cy="1034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C4CEEE73-AE86-E5B8-4E57-81E03F55B7F0}"/>
              </a:ext>
            </a:extLst>
          </p:cNvPr>
          <p:cNvSpPr txBox="1"/>
          <p:nvPr/>
        </p:nvSpPr>
        <p:spPr>
          <a:xfrm>
            <a:off x="1237738" y="5876750"/>
            <a:ext cx="1742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Airbnb </a:t>
            </a:r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pic>
        <p:nvPicPr>
          <p:cNvPr id="68" name="Graphic 67" descr="Table with solid fill">
            <a:extLst>
              <a:ext uri="{FF2B5EF4-FFF2-40B4-BE49-F238E27FC236}">
                <a16:creationId xmlns:a16="http://schemas.microsoft.com/office/drawing/2014/main" id="{4DEDFFD3-F716-6F24-8C9D-6A61D049A40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21493" y="4073329"/>
            <a:ext cx="1798889" cy="1080000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9A819E3-EE13-E9F2-AE1B-4F5E79B5B1D3}"/>
              </a:ext>
            </a:extLst>
          </p:cNvPr>
          <p:cNvCxnSpPr>
            <a:cxnSpLocks/>
          </p:cNvCxnSpPr>
          <p:nvPr/>
        </p:nvCxnSpPr>
        <p:spPr>
          <a:xfrm flipV="1">
            <a:off x="4828409" y="4612113"/>
            <a:ext cx="1493084" cy="11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B840865-C55D-41E2-CDF7-A87A0C71CB9B}"/>
              </a:ext>
            </a:extLst>
          </p:cNvPr>
          <p:cNvCxnSpPr>
            <a:cxnSpLocks/>
            <a:endCxn id="68" idx="1"/>
          </p:cNvCxnSpPr>
          <p:nvPr/>
        </p:nvCxnSpPr>
        <p:spPr>
          <a:xfrm>
            <a:off x="4412089" y="3583285"/>
            <a:ext cx="1909404" cy="1030044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D6540BC-E742-E0DC-88A3-BEDAF7DF5B4E}"/>
              </a:ext>
            </a:extLst>
          </p:cNvPr>
          <p:cNvSpPr txBox="1"/>
          <p:nvPr/>
        </p:nvSpPr>
        <p:spPr>
          <a:xfrm>
            <a:off x="6024303" y="5018196"/>
            <a:ext cx="24945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Normalization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CD5515-B5AE-8189-7E86-880CCF2885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033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D9316-3FFA-9887-89AC-4C94C9EAF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E7403B8-6853-B939-1282-3E8F659EBE3F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C765F6C-6C5D-9C8F-21F8-6E40B25535FE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E4CF33-5460-80F8-F46E-563CFFAD2EC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72BF8C-0E2B-46BB-C70C-DD5EEBC3AC9A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AE2F76B-156F-B5F9-BB62-ECB9A65E3B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29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678AB8-FE25-F824-2A98-3516B9EFC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58" y="1630324"/>
            <a:ext cx="8105089" cy="50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24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A22F1-E711-A6E7-42C9-7A2A0753C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D98D81-4A54-0781-753C-4B581318381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FEF017-BD28-13B3-34A5-BCCCA1409C5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EB1892-2B8A-AF33-AD3D-5DECF68676D1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D1F0C9F-BE13-9305-B262-FCF4501EF76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946259-FEAA-E543-0A94-D48615BD8F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30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539594-3B83-50BE-2910-90411658E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84" y="1663217"/>
            <a:ext cx="2534004" cy="14384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282B0E-1DF7-7454-832C-7D32FE0D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2" y="1670942"/>
            <a:ext cx="3702567" cy="508041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9632091-D5FD-B708-A570-F25244C1A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124" y="1663217"/>
            <a:ext cx="4904142" cy="16035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10E21C0-1D78-22A4-05FD-E6D78A2DFF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095" y="1407906"/>
            <a:ext cx="2092893" cy="545009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CE4714D-79C3-02F9-6A17-B6181A6A55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8098"/>
          <a:stretch>
            <a:fillRect/>
          </a:stretch>
        </p:blipFill>
        <p:spPr>
          <a:xfrm>
            <a:off x="5025289" y="3266794"/>
            <a:ext cx="4281086" cy="74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768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8BB95-680B-F2AE-C602-9BE54FF7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6C02D12-2C37-ED8C-6C8E-34B2000DBE8C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88642DA-762E-DAAE-E12B-022CF5273B3E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26E08F9-10BB-F064-2FBD-3C801AD964C5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DEC49A-16BE-6347-5A4D-C259F2A94C6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09B758E-8576-FC0B-8AD3-7B62ACA701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2936B8-9435-3E82-910A-FE28051F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44" y="1701036"/>
            <a:ext cx="5759611" cy="29406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4617AC-8E6A-30F7-B73B-F073310CC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655" y="1457864"/>
            <a:ext cx="5609687" cy="515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516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747F2-4E99-044D-5CFE-C0ADC2324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EA4FB8C-F148-34E7-878F-2D1740AB89F3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8D87804-9CFB-F493-3DCF-06A0075764ED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D14AC2-A90C-FE3A-523B-5A26AEDCD00C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Test Split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12A46B-8F9B-9FEE-C885-AD76CDB8094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0E697F-1C53-C078-414A-044FDBEBB8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E00FEC-20CC-4D53-C4F8-1134A078B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48" y="1793817"/>
            <a:ext cx="6957837" cy="21000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8DBB27-1B78-6C05-62B7-4EDAEBF4C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962" y="3096004"/>
            <a:ext cx="5425415" cy="360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799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41B94-01C3-0A9A-D2FA-F09BC90A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2D6202-391B-E6A5-4774-04E00B2149A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E31DFE-47F6-0AF7-68AF-FB5BB812C116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F6EB803-D871-388D-4F39-5D26CB82DBD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BD659A2-D188-F5C9-2939-9AC51105091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BF2F570-350F-6D26-A5D3-07B9AA29ED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6C4D2-4322-FD82-B302-D4DC418D4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22" y="1793817"/>
            <a:ext cx="9616231" cy="460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933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F8AC6-878E-28DE-4D5C-E544D7A3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A11A18-8459-550C-2919-085BE68BC8C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9E67060-009D-C3B8-978D-7269458BD44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EB9F01-76C7-9A74-659F-FE5A8BE33B73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vi-VN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&amp;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24C069-F4A0-2812-603D-C6263BAA1D69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A098692-BBE4-775C-E88F-CD69523D5E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BC01B4-D4C3-B0DE-CAA0-F1A0C8355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46" y="1793817"/>
            <a:ext cx="5645896" cy="326126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C3A45B2-7BD9-D510-EC98-CF58A1BFE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488" y="1793817"/>
            <a:ext cx="5645895" cy="463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3848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F7ED5-9D7E-A271-F391-7BEE04B36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0D352C8-1859-B0FB-8969-BE2738DC786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56C28FF-9AA6-51BC-D2EA-F9A07CFFEC7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US" sz="5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E99D53-6B12-2179-8102-11F31ABF6852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1FCC78-CBAF-3BD0-25B9-371B0C87F6D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159A743-BA15-97E9-FBAB-BCD220530C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68526-EC22-31F1-D0D7-B3BC73FF7BB4}"/>
              </a:ext>
            </a:extLst>
          </p:cNvPr>
          <p:cNvSpPr txBox="1"/>
          <p:nvPr/>
        </p:nvSpPr>
        <p:spPr>
          <a:xfrm>
            <a:off x="481658" y="1834589"/>
            <a:ext cx="11149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GBDTs still exhibit inefficiency and poor scalability when processing large-scale or high-dimensional datasets.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Tx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major reason is that for each feature they need to scan all the data instances to estimate the information gain of all possible split points 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Time Consuming.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Free Icon | Bad face">
            <a:extLst>
              <a:ext uri="{FF2B5EF4-FFF2-40B4-BE49-F238E27FC236}">
                <a16:creationId xmlns:a16="http://schemas.microsoft.com/office/drawing/2014/main" id="{74FCDAFF-DD9B-8048-BCF3-8F3260A0F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992" y="2407482"/>
            <a:ext cx="356616" cy="356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37DE0E-A16F-3B10-C997-853B454991C0}"/>
              </a:ext>
            </a:extLst>
          </p:cNvPr>
          <p:cNvSpPr txBox="1"/>
          <p:nvPr/>
        </p:nvSpPr>
        <p:spPr>
          <a:xfrm>
            <a:off x="481658" y="3099816"/>
            <a:ext cx="108873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developed by Microsoft, address these problems by introduce 2 novel techniques: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Gradient-based One-Side Sampling (GOSS)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Exclusive Feature Bundling (EFB)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F7468225-7208-B9C6-04B3-49BCAEF2D8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 descr="A diagram of a diagram&#10;&#10;AI-generated content may be incorrect.">
            <a:extLst>
              <a:ext uri="{FF2B5EF4-FFF2-40B4-BE49-F238E27FC236}">
                <a16:creationId xmlns:a16="http://schemas.microsoft.com/office/drawing/2014/main" id="{AD2D5C5E-DE42-25B3-1D09-3F06ACE02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794" y="4010318"/>
            <a:ext cx="5045638" cy="2474156"/>
          </a:xfrm>
          <a:prstGeom prst="rect">
            <a:avLst/>
          </a:prstGeom>
        </p:spPr>
      </p:pic>
      <p:pic>
        <p:nvPicPr>
          <p:cNvPr id="21" name="Picture 20" descr="A drawing of a network&#10;&#10;AI-generated content may be incorrect.">
            <a:extLst>
              <a:ext uri="{FF2B5EF4-FFF2-40B4-BE49-F238E27FC236}">
                <a16:creationId xmlns:a16="http://schemas.microsoft.com/office/drawing/2014/main" id="{804F2F93-103F-834D-95DC-4B576EBE1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373" y="4010318"/>
            <a:ext cx="4004691" cy="23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887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80132-B1CC-55D1-F4F8-AB19FE96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4C4CF75-AA75-DE89-EFC0-CE5FBFD6149A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ACB462D-DB21-E043-D7A4-39C791C7CDF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BAA5E21-F8E0-2D97-2410-1DA6AF8C97F4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Reducing the number of data instances?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B4537-D43B-0AB2-1AFA-99D2ACC8B59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E5B7FD1-B7B5-3224-2641-3569C74A7A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8A59C6-0D2C-5718-E8A8-0870C818DDB1}"/>
              </a:ext>
            </a:extLst>
          </p:cNvPr>
          <p:cNvSpPr txBox="1"/>
          <p:nvPr/>
        </p:nvSpPr>
        <p:spPr>
          <a:xfrm>
            <a:off x="481658" y="1834589"/>
            <a:ext cx="115792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instances with larger gradients play a more important role in the computation of information gain</a:t>
            </a:r>
          </a:p>
          <a:p>
            <a:pPr marL="285750" indent="-285750">
              <a:buClrTx/>
              <a:buFont typeface="Wingdings" panose="05000000000000000000" pitchFamily="2" charset="2"/>
              <a:buChar char="à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We can have a way to obtain quite accurate estimation of the IG with a much smaller data size.</a:t>
            </a:r>
          </a:p>
          <a:p>
            <a:pPr marL="285750" indent="-285750">
              <a:buClrTx/>
              <a:buFont typeface="Wingdings" panose="05000000000000000000" pitchFamily="2" charset="2"/>
              <a:buChar char="à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 instance with a small gradient shows that the training error for this instance is small and it is already well-trained.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7E17D3A-93F4-D96F-A23C-FCCA8D13C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97632"/>
              </p:ext>
            </p:extLst>
          </p:nvPr>
        </p:nvGraphicFramePr>
        <p:xfrm>
          <a:off x="404368" y="3895360"/>
          <a:ext cx="5100320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20064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1020064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13" name="Right Brace 12">
            <a:extLst>
              <a:ext uri="{FF2B5EF4-FFF2-40B4-BE49-F238E27FC236}">
                <a16:creationId xmlns:a16="http://schemas.microsoft.com/office/drawing/2014/main" id="{5D99579E-ED41-5AE9-A766-D5C5C352A564}"/>
              </a:ext>
            </a:extLst>
          </p:cNvPr>
          <p:cNvSpPr/>
          <p:nvPr/>
        </p:nvSpPr>
        <p:spPr>
          <a:xfrm>
            <a:off x="5641848" y="5029200"/>
            <a:ext cx="301752" cy="109120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555367-D988-61C1-DB98-650A021C4DCE}"/>
              </a:ext>
            </a:extLst>
          </p:cNvPr>
          <p:cNvSpPr txBox="1"/>
          <p:nvPr/>
        </p:nvSpPr>
        <p:spPr>
          <a:xfrm>
            <a:off x="6013704" y="5390134"/>
            <a:ext cx="3155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Instances with small gradient.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2372A6-654E-2F37-44CA-C58E55153EDC}"/>
              </a:ext>
            </a:extLst>
          </p:cNvPr>
          <p:cNvSpPr txBox="1"/>
          <p:nvPr/>
        </p:nvSpPr>
        <p:spPr>
          <a:xfrm>
            <a:off x="3599688" y="3206154"/>
            <a:ext cx="8461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removing all of this data may cause shifts in the dataset's distribution.</a:t>
            </a:r>
          </a:p>
        </p:txBody>
      </p:sp>
      <p:pic>
        <p:nvPicPr>
          <p:cNvPr id="2052" name="Picture 4" descr="Warning sign icon transparent background 12042292 PNG">
            <a:extLst>
              <a:ext uri="{FF2B5EF4-FFF2-40B4-BE49-F238E27FC236}">
                <a16:creationId xmlns:a16="http://schemas.microsoft.com/office/drawing/2014/main" id="{7FB899CA-9A99-F9AD-8A1C-50C13DA67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5606" y="3181404"/>
            <a:ext cx="394082" cy="394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Multiplication Sign 26">
            <a:extLst>
              <a:ext uri="{FF2B5EF4-FFF2-40B4-BE49-F238E27FC236}">
                <a16:creationId xmlns:a16="http://schemas.microsoft.com/office/drawing/2014/main" id="{32E04325-94D5-DFED-3130-72937E6FB1A2}"/>
              </a:ext>
            </a:extLst>
          </p:cNvPr>
          <p:cNvSpPr/>
          <p:nvPr/>
        </p:nvSpPr>
        <p:spPr>
          <a:xfrm>
            <a:off x="-207265" y="4885959"/>
            <a:ext cx="6541010" cy="152745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194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03E65-59EA-A4DB-FB4B-52E8B983C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0CEF2F-9F6C-0ECC-D446-7EF2E8D9E29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F33D556-B714-E091-B2B8-A62FE665AE49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B526580-8076-6CD0-1F02-41C1863978AF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A14EC7-463B-BAA0-2697-F9017D018EA1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3E3ED8B-889B-E6D6-A733-9733349AA0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03FDB4-D770-A893-C29F-B821BFE02CB9}"/>
                  </a:ext>
                </a:extLst>
              </p:cNvPr>
              <p:cNvSpPr txBox="1"/>
              <p:nvPr/>
            </p:nvSpPr>
            <p:spPr>
              <a:xfrm>
                <a:off x="481658" y="1834589"/>
                <a:ext cx="11579278" cy="27317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ClrTx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Assume we have the dataset with 5 instances and their gradients after a training loop.</a:t>
                </a:r>
              </a:p>
              <a:p>
                <a:pPr>
                  <a:buClrTx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Implement GOSS with a = 0.4 and b = 0.2</a:t>
                </a:r>
              </a:p>
              <a:p>
                <a:pPr>
                  <a:buClrTx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ClrTx/>
                </a:pP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Steps: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the data instances according to the absolute value of their gradients.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top a * 100% instances.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Sampling b * 100% instances from the rest.</a:t>
                </a:r>
              </a:p>
              <a:p>
                <a:pPr marL="342900" indent="-342900">
                  <a:buClrTx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Amplify the sampled data with small gradients by a constant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calculating the IG.</a:t>
                </a:r>
              </a:p>
              <a:p>
                <a:pPr marL="342900" indent="-342900">
                  <a:buClrTx/>
                  <a:buFont typeface="+mj-lt"/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C03FDB4-D770-A893-C29F-B821BFE02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58" y="1834589"/>
                <a:ext cx="11579278" cy="2731710"/>
              </a:xfrm>
              <a:prstGeom prst="rect">
                <a:avLst/>
              </a:prstGeom>
              <a:blipFill>
                <a:blip r:embed="rId3"/>
                <a:stretch>
                  <a:fillRect l="-526" t="-13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54726C1-0E8D-3264-EB42-5D40F140D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378990"/>
              </p:ext>
            </p:extLst>
          </p:nvPr>
        </p:nvGraphicFramePr>
        <p:xfrm>
          <a:off x="1889834" y="4238292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9E8F87F-F3B9-1355-C49B-A7FC0C4E91FF}"/>
              </a:ext>
            </a:extLst>
          </p:cNvPr>
          <p:cNvSpPr txBox="1"/>
          <p:nvPr/>
        </p:nvSpPr>
        <p:spPr>
          <a:xfrm>
            <a:off x="5363089" y="4600048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25A1E-C4BE-CB85-7BFE-27ADC0251597}"/>
              </a:ext>
            </a:extLst>
          </p:cNvPr>
          <p:cNvSpPr txBox="1"/>
          <p:nvPr/>
        </p:nvSpPr>
        <p:spPr>
          <a:xfrm>
            <a:off x="5287993" y="5710439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284709-D5BD-E6D6-8AF4-6148700BA322}"/>
              </a:ext>
            </a:extLst>
          </p:cNvPr>
          <p:cNvSpPr txBox="1"/>
          <p:nvPr/>
        </p:nvSpPr>
        <p:spPr>
          <a:xfrm>
            <a:off x="5378057" y="607006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69DC7A-AEEE-1A17-FDDD-C4F23432A0D0}"/>
              </a:ext>
            </a:extLst>
          </p:cNvPr>
          <p:cNvSpPr txBox="1"/>
          <p:nvPr/>
        </p:nvSpPr>
        <p:spPr>
          <a:xfrm>
            <a:off x="5312664" y="49814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ABFF48-5049-0CA2-8442-4AA6A376849D}"/>
              </a:ext>
            </a:extLst>
          </p:cNvPr>
          <p:cNvSpPr txBox="1"/>
          <p:nvPr/>
        </p:nvSpPr>
        <p:spPr>
          <a:xfrm>
            <a:off x="5378057" y="5336275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</p:spTree>
    <p:extLst>
      <p:ext uri="{BB962C8B-B14F-4D97-AF65-F5344CB8AC3E}">
        <p14:creationId xmlns:p14="http://schemas.microsoft.com/office/powerpoint/2010/main" val="16223980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70E9A-24AB-CEEC-786E-900168E0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BAB26A-39D1-0E30-9DFC-5EF1E505F848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1A64DA0-1E9A-F127-F429-6FBE30AF9839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B8D06F-77C6-E2AD-7929-9062D82A622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E38DFC2-5DCB-2220-05B4-15B3C002058C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8D1584A-02E4-82BA-BBB5-BB424CCC06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EF9BF2-BBCD-9A50-71EF-6E9EB25D28E3}"/>
              </a:ext>
            </a:extLst>
          </p:cNvPr>
          <p:cNvSpPr txBox="1"/>
          <p:nvPr/>
        </p:nvSpPr>
        <p:spPr>
          <a:xfrm>
            <a:off x="481658" y="1834589"/>
            <a:ext cx="1157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GOSS firstly sorts the data instances according to the absolute value of their gradients.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F3D3246-E432-C502-64E1-DEC3BB6DF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891820"/>
              </p:ext>
            </p:extLst>
          </p:nvPr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79E49B1-2177-5F8B-8369-520CBEB16AEB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E3BBF-8D8A-82F0-3B30-B2303376D1F6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6432E2-C6F0-47F9-D580-8D5BA8D5EFE6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27A0C6-1F91-FB84-DDF7-5F169D371CE9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8A6B49-E4F2-9E62-21B8-80F13CF2EF4A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EF33A50-B1E4-AE06-4196-A6FD284EEBAE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6BFDDDC-FD3C-2957-BDCA-32E0877B4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438294"/>
              </p:ext>
            </p:extLst>
          </p:nvPr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1B35D8A-DBE8-B575-5DA1-1B759FB88EF7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D2DB6F-5644-CEF0-E70B-B6A252B66D87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5173B3-C8AF-B008-3995-E33B71695C14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A2B069-B819-D429-9356-3635CB056542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E65B72-C670-083F-57EC-A339ABCAB640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C4D0FA-4913-E71F-EF65-3AECBA97C35D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8D1FD8-08C6-E725-6CCA-477377C3AD36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A498BB0-202A-938D-86E2-1FA3881F5AC8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B4D33D-F08C-DC4F-B7D4-87DFDBD1D8C1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6849A1-32EA-0E02-E784-00CDF1EF65CF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5B55C3-DA2F-B775-64F6-B5995F9EAE0D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CEA79C-8F03-EE4D-236E-2CF21E7ABF3F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84B8BB-8699-3AE0-D252-B166AB8869D8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6801BF-C24F-ED4C-A227-7206467A452A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FEA39D-E705-1307-3ECD-98CBDCD90413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52043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37161-CA94-ADED-3057-930B5411E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A3ECA12-B138-E5EF-906A-C2F4EB0828BA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1F6502-31AA-0C29-E4B8-AC93EA3BADB8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CC8CA91-8F88-0E57-2C08-B99CBFF067E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161D7-7D30-E739-86C4-5D48AA0AE0C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330862D-DCB7-106E-EA94-D22A8B7E4A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A5253-953A-6F4E-60B6-72E8663616FE}"/>
              </a:ext>
            </a:extLst>
          </p:cNvPr>
          <p:cNvSpPr txBox="1"/>
          <p:nvPr/>
        </p:nvSpPr>
        <p:spPr>
          <a:xfrm>
            <a:off x="481658" y="1834589"/>
            <a:ext cx="1157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Select top a * 100% instances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Select 0.4 * 5 = 2 instances.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3B7D2B5-6221-4034-8BB1-277DAA2AD9B2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FABAAD8-F3F0-986D-5214-F8034BA89901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E59717-7424-8CF8-4EC8-592F7F512320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1AE12F-395E-9BB6-B74D-2EE910CAF5D0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0360B5-8126-B666-160F-12AB6FF1702E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CC872A-CC0D-36F1-C451-281DC31DDCEC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0E92D58-B43E-662E-67DC-7D46B0275CF8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2EE3D85-1459-969E-7545-B0239D87F285}"/>
              </a:ext>
            </a:extLst>
          </p:cNvPr>
          <p:cNvGraphicFramePr>
            <a:graphicFrameLocks noGrp="1"/>
          </p:cNvGraphicFramePr>
          <p:nvPr/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ADB5C76-121B-6A37-E364-C36CE8578C77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665719-A69D-0B1F-3004-E896D33475DE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8D3F220-610C-461E-E1E2-5D24956C2F8E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C41AA9-E4E1-3967-D47A-20E600CA88D4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E58190-FA8E-B962-EFDC-62FA87A401F7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30314-17F5-4E40-D698-859C9FEE8A35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B0807E-AED1-8C99-6C05-F738FE5E4354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22767C-145C-94AF-EEA4-B57B50E92E09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974008-845E-56D4-6144-DD7495047C6B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258B240-07B7-E21C-8015-3BED28671A24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0F57176-462A-A0DE-3B13-DB565A9C390E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4D3848-4E99-2696-FB6D-90A05A98D9DF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9AC9D7-624F-D23D-BD82-ADD7A33A8A87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3C1580-5C20-B86A-A720-D205197E086A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CCCE28-D51E-72B5-5D9A-ACB47CD7FA2A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81E7DA-EEFC-7A01-1392-82F96EFC4F33}"/>
                  </a:ext>
                </a:extLst>
              </p:cNvPr>
              <p:cNvSpPr txBox="1"/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 4}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C81E7DA-EEFC-7A01-1392-82F96EFC4F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blipFill>
                <a:blip r:embed="rId2"/>
                <a:stretch>
                  <a:fillRect l="-4790" t="-4444" r="-8982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56175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B1F6C-CB18-79DF-9504-1A28B2127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6ACCD5-8B0F-F162-1345-979733EA216F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3399BDA-B3F5-369D-0B69-C743DCA06056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A7E572-DF0A-5245-385A-34BD5B39CF72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040A1B-E5A1-EAB4-3DF1-5B735D2E2E8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B3A6239-29D9-F289-0852-880031717C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BD1C9-A54E-F2D8-B1B7-35C2794ED498}"/>
              </a:ext>
            </a:extLst>
          </p:cNvPr>
          <p:cNvSpPr txBox="1"/>
          <p:nvPr/>
        </p:nvSpPr>
        <p:spPr>
          <a:xfrm>
            <a:off x="481658" y="1834589"/>
            <a:ext cx="11579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Sampling b * 100% instances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Random 0.2 * 5 = 1 sample from the rest.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2CB6718-62D0-797C-4890-0054575E0E9F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F7A248C-C5BF-1A4B-C7DC-811B299056D8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66F08B-A60B-BA2F-FEBE-B010BF4D5301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599DA-1236-0D74-4CA2-C7434C086B2B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ED325-CF14-C029-5AD9-6C29D95DD4B8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7F2626-F002-AF80-30EE-087CC25B5285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851F701-3370-43C5-1053-9C79E5DE4400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0A9CE45-B6A1-4042-EC74-67B8630EE807}"/>
              </a:ext>
            </a:extLst>
          </p:cNvPr>
          <p:cNvGraphicFramePr>
            <a:graphicFrameLocks noGrp="1"/>
          </p:cNvGraphicFramePr>
          <p:nvPr/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292A0B31-92EF-A847-D7C2-C12F61DBFBCB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88A22F-3F63-8E51-D0ED-EFFFAE1092FA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A668B6A-2E8E-905F-6B66-46031933F637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C0520D-B1FD-97ED-F947-D3E82BDF2C8A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CBAF1F-6E0D-9A50-CD74-6CBE7AF3511C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C149DE9-8B06-E6F4-8B5C-746FA3F0CA56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EFE1FB-3471-6B82-F08D-B032AE695A2D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BC4EAD-B850-A212-090A-9ED93A706C23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C76F47-A81F-D10B-A673-BFF3051CE2EA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237596-0EC6-8DD7-8AD9-08D39A816C68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14047DD-0489-5B59-F8F5-B9B1A2268025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897871-6FC7-2398-C7BF-072DF1192E43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F84AD2-CAB5-2D0F-A356-60300F9F759F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13C364-71FA-908D-1CCF-B0F1AA46E89E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CA9068-C651-A9A9-F137-F3E780EAA099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B4795-1C12-4A2A-A501-D779ACABDEFE}"/>
                  </a:ext>
                </a:extLst>
              </p:cNvPr>
              <p:cNvSpPr txBox="1"/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 4}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0B4795-1C12-4A2A-A501-D779ACABD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225" y="5936725"/>
                <a:ext cx="1018549" cy="276999"/>
              </a:xfrm>
              <a:prstGeom prst="rect">
                <a:avLst/>
              </a:prstGeom>
              <a:blipFill>
                <a:blip r:embed="rId2"/>
                <a:stretch>
                  <a:fillRect l="-4790" t="-4444" r="-8982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DF4B57-A629-50ED-EFE9-F410DB930B22}"/>
                  </a:ext>
                </a:extLst>
              </p:cNvPr>
              <p:cNvSpPr txBox="1"/>
              <p:nvPr/>
            </p:nvSpPr>
            <p:spPr>
              <a:xfrm>
                <a:off x="1614497" y="6213724"/>
                <a:ext cx="60944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={2}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8DF4B57-A629-50ED-EFE9-F410DB93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97" y="6213724"/>
                <a:ext cx="6094476" cy="369332"/>
              </a:xfrm>
              <a:prstGeom prst="rect">
                <a:avLst/>
              </a:prstGeom>
              <a:blipFill>
                <a:blip r:embed="rId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89602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CC4C8-730E-8663-0FAA-8D4D16A9F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062C8B-253D-360F-A80D-39FCAA36D69B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E9FC6A2-44F3-4856-D802-46D88425EE6D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GOSS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06BAFF-C279-95E2-41EF-DD6BEDD9AE6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GOSS reduce the dataset?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C51C6F4-3B52-CF54-DEFB-0F0C525D92CE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824C1FC-7DD9-3CE3-E04F-D7D5BD353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BA0A3D-B974-5C7B-56B9-2385BDE563BF}"/>
                  </a:ext>
                </a:extLst>
              </p:cNvPr>
              <p:cNvSpPr txBox="1"/>
              <p:nvPr/>
            </p:nvSpPr>
            <p:spPr>
              <a:xfrm>
                <a:off x="481658" y="1834589"/>
                <a:ext cx="11579278" cy="1304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Amplify the sampled data with small gradients by a constant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1 −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calculating the IG.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0.4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0.2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=3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BBA0A3D-B974-5C7B-56B9-2385BDE56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58" y="1834589"/>
                <a:ext cx="11579278" cy="1304396"/>
              </a:xfrm>
              <a:prstGeom prst="rect">
                <a:avLst/>
              </a:prstGeom>
              <a:blipFill>
                <a:blip r:embed="rId2"/>
                <a:stretch>
                  <a:fillRect l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922C256-5304-7516-422C-D494BBD99A5B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8D67509-37BA-92F3-69D3-0A735277B8FC}"/>
              </a:ext>
            </a:extLst>
          </p:cNvPr>
          <p:cNvSpPr txBox="1"/>
          <p:nvPr/>
        </p:nvSpPr>
        <p:spPr>
          <a:xfrm>
            <a:off x="390448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49666-327D-3BD4-84E3-B9E82ADA735D}"/>
              </a:ext>
            </a:extLst>
          </p:cNvPr>
          <p:cNvSpPr txBox="1"/>
          <p:nvPr/>
        </p:nvSpPr>
        <p:spPr>
          <a:xfrm>
            <a:off x="3898751" y="468057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BF5C40-E1DD-58EE-0B25-60BE29E9DB0D}"/>
              </a:ext>
            </a:extLst>
          </p:cNvPr>
          <p:cNvSpPr txBox="1"/>
          <p:nvPr/>
        </p:nvSpPr>
        <p:spPr>
          <a:xfrm>
            <a:off x="3904488" y="503783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60FFB7-EE24-B707-991F-36967A6D6EE9}"/>
              </a:ext>
            </a:extLst>
          </p:cNvPr>
          <p:cNvSpPr txBox="1"/>
          <p:nvPr/>
        </p:nvSpPr>
        <p:spPr>
          <a:xfrm>
            <a:off x="3904488" y="39253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E5ECB5-7C62-3799-F1AB-1E1F1692CB2A}"/>
              </a:ext>
            </a:extLst>
          </p:cNvPr>
          <p:cNvSpPr txBox="1"/>
          <p:nvPr/>
        </p:nvSpPr>
        <p:spPr>
          <a:xfrm>
            <a:off x="3898751" y="42786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55633B3F-CC0B-4740-F10D-8F093F99762A}"/>
              </a:ext>
            </a:extLst>
          </p:cNvPr>
          <p:cNvSpPr/>
          <p:nvPr/>
        </p:nvSpPr>
        <p:spPr>
          <a:xfrm>
            <a:off x="5090696" y="4002254"/>
            <a:ext cx="1002792" cy="47040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B72710E-3CFF-B894-683F-33B6D67D3CC3}"/>
              </a:ext>
            </a:extLst>
          </p:cNvPr>
          <p:cNvGraphicFramePr>
            <a:graphicFrameLocks noGrp="1"/>
          </p:cNvGraphicFramePr>
          <p:nvPr/>
        </p:nvGraphicFramePr>
        <p:xfrm>
          <a:off x="6897698" y="3182128"/>
          <a:ext cx="3308095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1619">
                  <a:extLst>
                    <a:ext uri="{9D8B030D-6E8A-4147-A177-3AD203B41FA5}">
                      <a16:colId xmlns:a16="http://schemas.microsoft.com/office/drawing/2014/main" val="338745819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723790646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8057462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3951391042"/>
                    </a:ext>
                  </a:extLst>
                </a:gridCol>
                <a:gridCol w="661619">
                  <a:extLst>
                    <a:ext uri="{9D8B030D-6E8A-4147-A177-3AD203B41FA5}">
                      <a16:colId xmlns:a16="http://schemas.microsoft.com/office/drawing/2014/main" val="264081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550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1715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132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465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7125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27395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5DFBE1F-9D71-F6CA-36C1-372278BAF53C}"/>
              </a:ext>
            </a:extLst>
          </p:cNvPr>
          <p:cNvSpPr txBox="1"/>
          <p:nvPr/>
        </p:nvSpPr>
        <p:spPr>
          <a:xfrm>
            <a:off x="10320528" y="3529584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E2F23-7FBE-2F6D-2745-DCAC8DC0193F}"/>
              </a:ext>
            </a:extLst>
          </p:cNvPr>
          <p:cNvSpPr txBox="1"/>
          <p:nvPr/>
        </p:nvSpPr>
        <p:spPr>
          <a:xfrm>
            <a:off x="10338086" y="389891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-1.10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82A598-EDB7-0232-0BB4-310262C345CB}"/>
              </a:ext>
            </a:extLst>
          </p:cNvPr>
          <p:cNvSpPr txBox="1"/>
          <p:nvPr/>
        </p:nvSpPr>
        <p:spPr>
          <a:xfrm>
            <a:off x="10338085" y="4299172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47DAE1-037D-6B8C-5891-5EB2B6183C5A}"/>
              </a:ext>
            </a:extLst>
          </p:cNvPr>
          <p:cNvSpPr txBox="1"/>
          <p:nvPr/>
        </p:nvSpPr>
        <p:spPr>
          <a:xfrm>
            <a:off x="10330031" y="4637580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-0.45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A6F778-3CD7-A69F-D593-2FB0CEE28949}"/>
              </a:ext>
            </a:extLst>
          </p:cNvPr>
          <p:cNvSpPr txBox="1"/>
          <p:nvPr/>
        </p:nvSpPr>
        <p:spPr>
          <a:xfrm>
            <a:off x="10338085" y="5037836"/>
            <a:ext cx="689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803F04-4A75-A5E4-E554-0269C35E580A}"/>
              </a:ext>
            </a:extLst>
          </p:cNvPr>
          <p:cNvSpPr txBox="1"/>
          <p:nvPr/>
        </p:nvSpPr>
        <p:spPr>
          <a:xfrm>
            <a:off x="173246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B8142F-FDC0-91E5-F244-D2E658CEFA67}"/>
              </a:ext>
            </a:extLst>
          </p:cNvPr>
          <p:cNvSpPr txBox="1"/>
          <p:nvPr/>
        </p:nvSpPr>
        <p:spPr>
          <a:xfrm>
            <a:off x="164781" y="3948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429D2D7-9BCB-1A18-535F-D87C856C3252}"/>
              </a:ext>
            </a:extLst>
          </p:cNvPr>
          <p:cNvSpPr txBox="1"/>
          <p:nvPr/>
        </p:nvSpPr>
        <p:spPr>
          <a:xfrm>
            <a:off x="164781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427FD5-4E4A-097B-85C4-C3F1EEC649A8}"/>
              </a:ext>
            </a:extLst>
          </p:cNvPr>
          <p:cNvSpPr txBox="1"/>
          <p:nvPr/>
        </p:nvSpPr>
        <p:spPr>
          <a:xfrm>
            <a:off x="156002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F7978A-6656-19E7-2080-9CA87E582B38}"/>
              </a:ext>
            </a:extLst>
          </p:cNvPr>
          <p:cNvSpPr txBox="1"/>
          <p:nvPr/>
        </p:nvSpPr>
        <p:spPr>
          <a:xfrm>
            <a:off x="164781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8D7738-BC81-0519-90FD-81D8BC14C4DC}"/>
              </a:ext>
            </a:extLst>
          </p:cNvPr>
          <p:cNvSpPr txBox="1"/>
          <p:nvPr/>
        </p:nvSpPr>
        <p:spPr>
          <a:xfrm>
            <a:off x="6572199" y="356512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81215D-8A0F-D3BE-D91B-B4CE519F5410}"/>
              </a:ext>
            </a:extLst>
          </p:cNvPr>
          <p:cNvSpPr txBox="1"/>
          <p:nvPr/>
        </p:nvSpPr>
        <p:spPr>
          <a:xfrm>
            <a:off x="6563734" y="39481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4F5745-89D0-59D7-CCE3-8E8B67196B44}"/>
              </a:ext>
            </a:extLst>
          </p:cNvPr>
          <p:cNvSpPr txBox="1"/>
          <p:nvPr/>
        </p:nvSpPr>
        <p:spPr>
          <a:xfrm>
            <a:off x="6563734" y="434102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AB8B3A-0F38-0DAC-93AB-67C991277A04}"/>
              </a:ext>
            </a:extLst>
          </p:cNvPr>
          <p:cNvSpPr txBox="1"/>
          <p:nvPr/>
        </p:nvSpPr>
        <p:spPr>
          <a:xfrm>
            <a:off x="6554955" y="471035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C28ADF-CBDA-5732-F342-BF53956577F8}"/>
              </a:ext>
            </a:extLst>
          </p:cNvPr>
          <p:cNvSpPr txBox="1"/>
          <p:nvPr/>
        </p:nvSpPr>
        <p:spPr>
          <a:xfrm>
            <a:off x="6563734" y="50582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73C711-BADE-A9CD-AD43-E069FC3097D8}"/>
                  </a:ext>
                </a:extLst>
              </p:cNvPr>
              <p:cNvSpPr txBox="1"/>
              <p:nvPr/>
            </p:nvSpPr>
            <p:spPr>
              <a:xfrm>
                <a:off x="647103" y="5970344"/>
                <a:ext cx="10185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={1, 4}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A73C711-BADE-A9CD-AD43-E069FC309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03" y="5970344"/>
                <a:ext cx="1018549" cy="276999"/>
              </a:xfrm>
              <a:prstGeom prst="rect">
                <a:avLst/>
              </a:prstGeom>
              <a:blipFill>
                <a:blip r:embed="rId3"/>
                <a:stretch>
                  <a:fillRect l="-4790" t="-2174" r="-8982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9D429D-8193-E856-1F1B-A816370B3392}"/>
                  </a:ext>
                </a:extLst>
              </p:cNvPr>
              <p:cNvSpPr txBox="1"/>
              <p:nvPr/>
            </p:nvSpPr>
            <p:spPr>
              <a:xfrm>
                <a:off x="-2025580" y="6304534"/>
                <a:ext cx="60944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={2}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9D429D-8193-E856-1F1B-A816370B3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5580" y="6304534"/>
                <a:ext cx="6094476" cy="36933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E3A7D7-1526-A98F-D2E7-CE7ECC44503B}"/>
                  </a:ext>
                </a:extLst>
              </p:cNvPr>
              <p:cNvSpPr txBox="1"/>
              <p:nvPr/>
            </p:nvSpPr>
            <p:spPr>
              <a:xfrm>
                <a:off x="5090696" y="5843427"/>
                <a:ext cx="7104509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 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=1.20+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−1.10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 ×−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0.45=−1.25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E3A7D7-1526-A98F-D2E7-CE7ECC4450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696" y="5843427"/>
                <a:ext cx="7104509" cy="670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46093B-280B-4ED8-56F0-0389926881DE}"/>
                  </a:ext>
                </a:extLst>
              </p:cNvPr>
              <p:cNvSpPr txBox="1"/>
              <p:nvPr/>
            </p:nvSpPr>
            <p:spPr>
              <a:xfrm>
                <a:off x="1828891" y="6108843"/>
                <a:ext cx="249747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𝑛𝑒𝑤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𝑑𝑎𝑡𝑎𝑠𝑒𝑡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∪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F46093B-280B-4ED8-56F0-038992688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91" y="6108843"/>
                <a:ext cx="2497479" cy="276999"/>
              </a:xfrm>
              <a:prstGeom prst="rect">
                <a:avLst/>
              </a:prstGeom>
              <a:blipFill>
                <a:blip r:embed="rId6"/>
                <a:stretch>
                  <a:fillRect l="-732" r="-1707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9949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745BE-4352-FADF-D722-3A7C71D8D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3F6498B-B2F6-883C-BE09-EEB59997598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D39D488-A5D5-3446-9EAA-D8A996E77F81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59221DD-59D9-527F-5DB7-3BE3C4F384C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 the number of features?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04514D-366C-1C42-862C-F0A27F9BB5E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15AB68A-376F-E1E8-D00B-B235247B50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891C56-818D-9045-3C06-F0BFDA6DC14B}"/>
                  </a:ext>
                </a:extLst>
              </p:cNvPr>
              <p:cNvSpPr txBox="1"/>
              <p:nvPr/>
            </p:nvSpPr>
            <p:spPr>
              <a:xfrm>
                <a:off x="457736" y="1728216"/>
                <a:ext cx="1173175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High-dimensional date are usually very sparse. The sparsity of the feature space provides us a possibility of designing a nearly lossless approach to reduce the number of features.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sparse feature space, many features are mutually exclusive (they never take nonzero values simultaneously)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a carefully designed feature scanning algorithm, we can build the same feature histograms from the feature bundles as those from individual features.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The complexity of histogram building changes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(#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×#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𝑓𝑒𝑎𝑡𝑢𝑟𝑒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(#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×#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𝑏𝑢𝑛𝑑𝑙𝑒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891C56-818D-9045-3C06-F0BFDA6DC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36" y="1728216"/>
                <a:ext cx="11731752" cy="2308324"/>
              </a:xfrm>
              <a:prstGeom prst="rect">
                <a:avLst/>
              </a:prstGeom>
              <a:blipFill>
                <a:blip r:embed="rId2"/>
                <a:stretch>
                  <a:fillRect l="-416" t="-1587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50D12C4-CA22-0735-3C62-78BFD0327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215245"/>
              </p:ext>
            </p:extLst>
          </p:nvPr>
        </p:nvGraphicFramePr>
        <p:xfrm>
          <a:off x="1156378" y="4242816"/>
          <a:ext cx="2574375" cy="22311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58125">
                  <a:extLst>
                    <a:ext uri="{9D8B030D-6E8A-4147-A177-3AD203B41FA5}">
                      <a16:colId xmlns:a16="http://schemas.microsoft.com/office/drawing/2014/main" val="2587807000"/>
                    </a:ext>
                  </a:extLst>
                </a:gridCol>
                <a:gridCol w="858125">
                  <a:extLst>
                    <a:ext uri="{9D8B030D-6E8A-4147-A177-3AD203B41FA5}">
                      <a16:colId xmlns:a16="http://schemas.microsoft.com/office/drawing/2014/main" val="4066306015"/>
                    </a:ext>
                  </a:extLst>
                </a:gridCol>
                <a:gridCol w="858125">
                  <a:extLst>
                    <a:ext uri="{9D8B030D-6E8A-4147-A177-3AD203B41FA5}">
                      <a16:colId xmlns:a16="http://schemas.microsoft.com/office/drawing/2014/main" val="736344993"/>
                    </a:ext>
                  </a:extLst>
                </a:gridCol>
              </a:tblGrid>
              <a:tr h="39935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200149"/>
                  </a:ext>
                </a:extLst>
              </a:tr>
              <a:tr h="61059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7346560"/>
                  </a:ext>
                </a:extLst>
              </a:tr>
              <a:tr h="61059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673580"/>
                  </a:ext>
                </a:extLst>
              </a:tr>
              <a:tr h="610593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251814"/>
                  </a:ext>
                </a:extLst>
              </a:tr>
            </a:tbl>
          </a:graphicData>
        </a:graphic>
      </p:graphicFrame>
      <p:sp>
        <p:nvSpPr>
          <p:cNvPr id="22" name="Arrow: Right 21">
            <a:extLst>
              <a:ext uri="{FF2B5EF4-FFF2-40B4-BE49-F238E27FC236}">
                <a16:creationId xmlns:a16="http://schemas.microsoft.com/office/drawing/2014/main" id="{9B712A8E-F490-238A-A56E-9DC12105E621}"/>
              </a:ext>
            </a:extLst>
          </p:cNvPr>
          <p:cNvSpPr/>
          <p:nvPr/>
        </p:nvSpPr>
        <p:spPr>
          <a:xfrm>
            <a:off x="4544568" y="4882896"/>
            <a:ext cx="1261872" cy="420624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4CC8CB-AF50-038C-C275-179628003E9A}"/>
              </a:ext>
            </a:extLst>
          </p:cNvPr>
          <p:cNvSpPr txBox="1"/>
          <p:nvPr/>
        </p:nvSpPr>
        <p:spPr>
          <a:xfrm>
            <a:off x="6729984" y="4718304"/>
            <a:ext cx="5358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are mutually exclusive, while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(A, B) are  (A, C) are not mutually exclusive pairs</a:t>
            </a:r>
          </a:p>
        </p:txBody>
      </p:sp>
    </p:spTree>
    <p:extLst>
      <p:ext uri="{BB962C8B-B14F-4D97-AF65-F5344CB8AC3E}">
        <p14:creationId xmlns:p14="http://schemas.microsoft.com/office/powerpoint/2010/main" val="2443234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CB636-B44E-8D8C-E515-12E71EF0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AAE45E-A88E-163F-D8CD-3736746CF652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6370FF8-A1F9-DDC9-EEAF-E453C3A5AD7D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77B8DDE-34EC-AE81-1CC2-5BF905712A9E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05D1E9-794F-A464-403B-21036B8A8A62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0F32203-EB98-DCC1-51D2-56F0B7123B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461550-0735-304A-BD3A-DF9EDFD1835D}"/>
                  </a:ext>
                </a:extLst>
              </p:cNvPr>
              <p:cNvSpPr txBox="1"/>
              <p:nvPr/>
            </p:nvSpPr>
            <p:spPr>
              <a:xfrm>
                <a:off x="349322" y="1694043"/>
                <a:ext cx="11731752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Theorem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problem of partitioning features into a smallest number of exclusive bundles is NP-hard.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Greedy algorithm.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Steps: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 the optimal bundling problem to the graph coloring problem. Features as vertices and adding edges for every two features if they are not mutually exclusive. Each edges have a weight represents total conflicts between two nodes.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the features by their degrees in descending order.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Check each feature in the ordered list, and either assign it to an existing bundle with a small conflict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or create a new bundle.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461550-0735-304A-BD3A-DF9EDFD18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22" y="1694043"/>
                <a:ext cx="11731752" cy="2893100"/>
              </a:xfrm>
              <a:prstGeom prst="rect">
                <a:avLst/>
              </a:prstGeom>
              <a:blipFill>
                <a:blip r:embed="rId2"/>
                <a:stretch>
                  <a:fillRect l="-519" t="-1266" b="-2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D9F54C-91B3-DA91-C39E-9AF8CDEB9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9698905"/>
              </p:ext>
            </p:extLst>
          </p:nvPr>
        </p:nvGraphicFramePr>
        <p:xfrm>
          <a:off x="751658" y="4724738"/>
          <a:ext cx="788942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77884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1577884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29FD86-A83F-5F95-BCD0-91EFF56B21D6}"/>
                  </a:ext>
                </a:extLst>
              </p:cNvPr>
              <p:cNvSpPr txBox="1"/>
              <p:nvPr/>
            </p:nvSpPr>
            <p:spPr>
              <a:xfrm>
                <a:off x="9588116" y="5282506"/>
                <a:ext cx="9373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29FD86-A83F-5F95-BCD0-91EFF56B21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8116" y="5282506"/>
                <a:ext cx="937378" cy="369332"/>
              </a:xfrm>
              <a:prstGeom prst="rect">
                <a:avLst/>
              </a:prstGeom>
              <a:blipFill>
                <a:blip r:embed="rId3"/>
                <a:stretch>
                  <a:fillRect t="-1166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7061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A327-91E6-4A55-D6A0-468C15267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2FE063B-977E-A428-9A5E-B8FB293CBF0C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8D30D2-AEA5-FA09-C8CE-CB8ABB9DF376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6D7C69-795E-8437-8CAC-E1E54CB4B64F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1B74CC6-9C46-F5E3-4758-2BBCCE917C4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B89B112-1E2F-2A31-E737-205CE7EC7D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44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5AFAAC-294B-0DC7-6E85-1AF2B2BD4535}"/>
              </a:ext>
            </a:extLst>
          </p:cNvPr>
          <p:cNvSpPr txBox="1"/>
          <p:nvPr/>
        </p:nvSpPr>
        <p:spPr>
          <a:xfrm>
            <a:off x="481658" y="1711014"/>
            <a:ext cx="1173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graph based on dataset.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observe that there are 5 vertices (A, B, C, D, E) but only 2 edges (B, D) and (A, E).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850CD8-6233-814E-B3CB-08DEBB8895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643997"/>
              </p:ext>
            </p:extLst>
          </p:nvPr>
        </p:nvGraphicFramePr>
        <p:xfrm>
          <a:off x="481658" y="311539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22321727-EF0C-3E3D-5D65-D39EFA843881}"/>
              </a:ext>
            </a:extLst>
          </p:cNvPr>
          <p:cNvSpPr/>
          <p:nvPr/>
        </p:nvSpPr>
        <p:spPr>
          <a:xfrm>
            <a:off x="4965192" y="3639312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0F78A45-BC99-4A4E-86F2-7EA7A6637D74}"/>
              </a:ext>
            </a:extLst>
          </p:cNvPr>
          <p:cNvSpPr/>
          <p:nvPr/>
        </p:nvSpPr>
        <p:spPr>
          <a:xfrm>
            <a:off x="7040880" y="3639312"/>
            <a:ext cx="420624" cy="41148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A8E3873-F9B0-7DAD-8DCC-220340FB29F8}"/>
              </a:ext>
            </a:extLst>
          </p:cNvPr>
          <p:cNvSpPr/>
          <p:nvPr/>
        </p:nvSpPr>
        <p:spPr>
          <a:xfrm>
            <a:off x="8135112" y="276581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676B14A-5638-E0D2-4AAE-4389595C0F2F}"/>
              </a:ext>
            </a:extLst>
          </p:cNvPr>
          <p:cNvSpPr/>
          <p:nvPr/>
        </p:nvSpPr>
        <p:spPr>
          <a:xfrm>
            <a:off x="9671304" y="338317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DBBBD2-0B86-2B62-5225-5D55422FFAC1}"/>
              </a:ext>
            </a:extLst>
          </p:cNvPr>
          <p:cNvSpPr/>
          <p:nvPr/>
        </p:nvSpPr>
        <p:spPr>
          <a:xfrm>
            <a:off x="9232392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B1053DB-31B9-8DB5-75F1-00B0928973D7}"/>
              </a:ext>
            </a:extLst>
          </p:cNvPr>
          <p:cNvSpPr/>
          <p:nvPr/>
        </p:nvSpPr>
        <p:spPr>
          <a:xfrm>
            <a:off x="7697979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7E43868-5222-D76B-833F-208E78908394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99905" y="3990532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A188361-7D43-976D-2C77-CFA36304617D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94137" y="3117035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5A567B9-A072-A690-18F0-7BF6665A5DF1}"/>
              </a:ext>
            </a:extLst>
          </p:cNvPr>
          <p:cNvSpPr txBox="1"/>
          <p:nvPr/>
        </p:nvSpPr>
        <p:spPr>
          <a:xfrm>
            <a:off x="7605613" y="394255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ED5151-9346-E2D6-0CD9-314D9F501526}"/>
              </a:ext>
            </a:extLst>
          </p:cNvPr>
          <p:cNvSpPr txBox="1"/>
          <p:nvPr/>
        </p:nvSpPr>
        <p:spPr>
          <a:xfrm>
            <a:off x="8894064" y="355493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5243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0802-28DA-41B6-EF17-F5809F6EE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4E0EC23-2488-0B24-716F-DE57BB327A7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CE7DA3-28E5-BE42-A91E-8C1434E524DD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C61A1F-78BF-6DD3-3083-51500D359B8E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500EF1E-F312-75FB-1B36-5A1AC172F5CA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F74FDE1-3CE3-68CF-9958-9C9D84E311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45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93043D-5C39-7BA6-EDE5-053CEAD18BA8}"/>
              </a:ext>
            </a:extLst>
          </p:cNvPr>
          <p:cNvSpPr txBox="1"/>
          <p:nvPr/>
        </p:nvSpPr>
        <p:spPr>
          <a:xfrm>
            <a:off x="481658" y="1713116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Sort features by their degree in descending order.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B248351-F163-62B6-7751-162E97482FE7}"/>
              </a:ext>
            </a:extLst>
          </p:cNvPr>
          <p:cNvGraphicFramePr>
            <a:graphicFrameLocks noGrp="1"/>
          </p:cNvGraphicFramePr>
          <p:nvPr/>
        </p:nvGraphicFramePr>
        <p:xfrm>
          <a:off x="481658" y="311539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E619FEDB-A19F-96A4-1A84-182AF68F6E78}"/>
              </a:ext>
            </a:extLst>
          </p:cNvPr>
          <p:cNvSpPr/>
          <p:nvPr/>
        </p:nvSpPr>
        <p:spPr>
          <a:xfrm>
            <a:off x="4965192" y="3639312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988398-2591-37AF-FA0C-2844E65E0119}"/>
              </a:ext>
            </a:extLst>
          </p:cNvPr>
          <p:cNvSpPr/>
          <p:nvPr/>
        </p:nvSpPr>
        <p:spPr>
          <a:xfrm>
            <a:off x="7040880" y="3639312"/>
            <a:ext cx="420624" cy="41148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39A72EA-A239-33EF-A13D-7992EDAC2E3E}"/>
              </a:ext>
            </a:extLst>
          </p:cNvPr>
          <p:cNvSpPr/>
          <p:nvPr/>
        </p:nvSpPr>
        <p:spPr>
          <a:xfrm>
            <a:off x="8135112" y="276581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AB8EC5-B0EA-647D-E60A-E2A66CF44C9B}"/>
              </a:ext>
            </a:extLst>
          </p:cNvPr>
          <p:cNvSpPr/>
          <p:nvPr/>
        </p:nvSpPr>
        <p:spPr>
          <a:xfrm>
            <a:off x="9671304" y="3383175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2D77B28-E15E-8218-D0E5-A609C67731EB}"/>
              </a:ext>
            </a:extLst>
          </p:cNvPr>
          <p:cNvSpPr/>
          <p:nvPr/>
        </p:nvSpPr>
        <p:spPr>
          <a:xfrm>
            <a:off x="9232392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AF5245D-FBF8-9FDA-B99C-1D6075672FD5}"/>
              </a:ext>
            </a:extLst>
          </p:cNvPr>
          <p:cNvSpPr/>
          <p:nvPr/>
        </p:nvSpPr>
        <p:spPr>
          <a:xfrm>
            <a:off x="7697979" y="4311887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4F4A23A-1403-D14C-9B0E-A813F0AA7365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99905" y="3990532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586AA5C-8A37-6D1E-E046-28940D57B045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94137" y="3117035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57B0645-9019-704A-85F4-B965D8D73111}"/>
              </a:ext>
            </a:extLst>
          </p:cNvPr>
          <p:cNvSpPr txBox="1"/>
          <p:nvPr/>
        </p:nvSpPr>
        <p:spPr>
          <a:xfrm>
            <a:off x="1814418" y="5163957"/>
            <a:ext cx="130837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Deg(A)  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Deg(B) 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Deg(C)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Deg(D) = 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Deg(E) = 1 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9CB180-AACC-136D-DC67-4CA53CFB5318}"/>
              </a:ext>
            </a:extLst>
          </p:cNvPr>
          <p:cNvCxnSpPr/>
          <p:nvPr/>
        </p:nvCxnSpPr>
        <p:spPr>
          <a:xfrm>
            <a:off x="3255264" y="5815584"/>
            <a:ext cx="96926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AB42C9-FA8B-4DDA-460F-B8270787A57A}"/>
                  </a:ext>
                </a:extLst>
              </p:cNvPr>
              <p:cNvSpPr txBox="1"/>
              <p:nvPr/>
            </p:nvSpPr>
            <p:spPr>
              <a:xfrm>
                <a:off x="4430741" y="5677084"/>
                <a:ext cx="13472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1AB42C9-FA8B-4DDA-460F-B8270787A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0741" y="5677084"/>
                <a:ext cx="1347228" cy="276999"/>
              </a:xfrm>
              <a:prstGeom prst="rect">
                <a:avLst/>
              </a:prstGeom>
              <a:blipFill>
                <a:blip r:embed="rId2"/>
                <a:stretch>
                  <a:fillRect l="-6335" t="-2174" r="-5882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5899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8591F-4DD9-F9FD-C53C-FFE96BD1B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F3CDD6-08DC-DD94-B8AE-B5B0DF7EB18E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C5C7A1-9709-C2E6-662E-D27D7922155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4B9B808-FFB4-D9A3-7EDE-6EE45645F773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34799D8-AAEC-AD83-07E3-34DADBE2A4D7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11818BC-AE38-1292-6748-4B4D6A37C5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46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52EB77-B636-A15E-A900-9AF7A06584C7}"/>
              </a:ext>
            </a:extLst>
          </p:cNvPr>
          <p:cNvSpPr txBox="1"/>
          <p:nvPr/>
        </p:nvSpPr>
        <p:spPr>
          <a:xfrm>
            <a:off x="481658" y="1718651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B4675C-B0E7-1403-BAD6-01BCAC2F3B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122863"/>
              </p:ext>
            </p:extLst>
          </p:nvPr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360F8FEC-960D-2AA5-9005-FEDA23C469A3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1BC924B-62EB-BB68-3E8F-CBBABD2A5AFE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C6D3846-FFEA-69A5-1C2B-45F6F6703E87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3FF610-A116-2438-D8A7-DA50DF2B95F2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41ABE6-FADF-4CD6-1AF4-617BC9768838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FD6598E-397D-5BE2-F964-F705B294811A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85A1F8A-231B-2D0B-0C6F-6BB0380F7319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E7C1E4-1FE2-054E-70ED-82039F2596C1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0E04C36-B4B3-EC18-0BC7-AFDECDB7D549}"/>
              </a:ext>
            </a:extLst>
          </p:cNvPr>
          <p:cNvSpPr txBox="1"/>
          <p:nvPr/>
        </p:nvSpPr>
        <p:spPr>
          <a:xfrm>
            <a:off x="1156378" y="5175504"/>
            <a:ext cx="6689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Init: Bundles = {},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BundlesConflict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{}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A: create new bundle B1 = {A}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BundlesConflict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[B1] = 0</a:t>
            </a:r>
          </a:p>
        </p:txBody>
      </p:sp>
    </p:spTree>
    <p:extLst>
      <p:ext uri="{BB962C8B-B14F-4D97-AF65-F5344CB8AC3E}">
        <p14:creationId xmlns:p14="http://schemas.microsoft.com/office/powerpoint/2010/main" val="42775451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97B86-A94C-F9E7-3CCC-9E6F88909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1A679FC-94F5-01D0-238D-6C3712F6E275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630F8B3-DDAB-27C0-CE4D-E8754A51C65A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A427BA-2156-4AD4-B8CB-D35332906221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35B467-FA6B-5E19-095A-58F066E4574B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008C475-29E9-4815-486F-1F6545B022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47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5151F1-DE5C-301A-D8CD-B8C008687450}"/>
              </a:ext>
            </a:extLst>
          </p:cNvPr>
          <p:cNvSpPr txBox="1"/>
          <p:nvPr/>
        </p:nvSpPr>
        <p:spPr>
          <a:xfrm>
            <a:off x="481658" y="1729732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667C69-A338-1B42-227C-1A07A7398252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4FA89B15-C284-1580-A1D8-A7BC14EAA04C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0A6355-9922-DFF4-D9B7-B716C5E30C75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4FBDC1-7FA9-51D6-E523-11D9AC2FE361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FC74375-7DE3-192D-9CF9-6361C1957F95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2497CC4-F64F-600E-A9F6-AF971CD7E622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C8F7014-7E03-9553-181B-F938361E9CFD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3EDFF08-24A7-D084-4034-77C0C8E64FF8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DE73D95-D1CD-0FD3-5719-5A5D075F4698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0C64A1-EF73-1C26-8389-AACC55B53D47}"/>
                  </a:ext>
                </a:extLst>
              </p:cNvPr>
              <p:cNvSpPr txBox="1"/>
              <p:nvPr/>
            </p:nvSpPr>
            <p:spPr>
              <a:xfrm>
                <a:off x="1156378" y="5175504"/>
                <a:ext cx="668917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0}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B: conflict with B1 = 0 &lt;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Merge B with B1.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 : {B1 = {A, B}}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0C64A1-EF73-1C26-8389-AACC55B53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78" y="5175504"/>
                <a:ext cx="6689174" cy="1200329"/>
              </a:xfrm>
              <a:prstGeom prst="rect">
                <a:avLst/>
              </a:prstGeom>
              <a:blipFill>
                <a:blip r:embed="rId2"/>
                <a:stretch>
                  <a:fillRect l="-820"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1342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0351-2FFE-77AE-4C41-11ABF85F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4F4686-D94B-D6E6-A058-A7F5FF1E501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55F150-9C2F-2792-4663-E73776C298C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66B938E-5A26-A9EA-AA7B-9BA805A47468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63FE366-B927-ABB7-D715-C20C3F922B1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E64A5CD-8EDF-3E61-B61C-FD061D974A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48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D4DD1-6CB1-E51E-33EC-3006EA74CA4B}"/>
              </a:ext>
            </a:extLst>
          </p:cNvPr>
          <p:cNvSpPr txBox="1"/>
          <p:nvPr/>
        </p:nvSpPr>
        <p:spPr>
          <a:xfrm>
            <a:off x="481658" y="1709664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E7590E-D6C5-A569-56AD-F8F3FFE05515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FFD684DA-FA9C-50D9-AAFC-07667F084C0E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E6584D2-9BC9-F51F-2511-54877C4A7CEA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755B841-D201-0D7D-9F1C-100B2A43A51F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A242960-B081-0B99-DF58-73574B1B0093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515D13-FEA3-72BD-2CF2-AE62F7B41CFA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896D09-404B-7221-B493-720035006326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CF14EDB-7225-C444-EDC0-DD5496FC8081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04C527-1F26-ED43-26C6-43990A8A2118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50E55A-6BFC-7291-42A9-69E0E172D50F}"/>
                  </a:ext>
                </a:extLst>
              </p:cNvPr>
              <p:cNvSpPr txBox="1"/>
              <p:nvPr/>
            </p:nvSpPr>
            <p:spPr>
              <a:xfrm>
                <a:off x="1156378" y="5175504"/>
                <a:ext cx="958782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{A, B}},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0}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C: Conflict with B1 = {A, B} = 0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0 +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[B1] = 0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&lt;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Merge C with B1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Bundles: {B1 = {A, B, C}};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{B1: 0}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50E55A-6BFC-7291-42A9-69E0E172D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78" y="5175504"/>
                <a:ext cx="9587822" cy="1477328"/>
              </a:xfrm>
              <a:prstGeom prst="rect">
                <a:avLst/>
              </a:prstGeom>
              <a:blipFill>
                <a:blip r:embed="rId2"/>
                <a:stretch>
                  <a:fillRect l="-572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05357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CCDC2-3999-B02D-BEA8-3E18A9F9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39826E-E547-C22B-6BFB-4CAC818AEC7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91AD86-E84E-1654-48CF-DA2246EA63E2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9916F2E-92FD-B168-ABB8-8031D86CE027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77A9BB-D6F5-6159-4DE9-AC988B57832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2D98968-2D9A-483F-0C06-BB5D535C78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49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ADCA16-0612-F8D7-DAEB-A9AA85117824}"/>
              </a:ext>
            </a:extLst>
          </p:cNvPr>
          <p:cNvSpPr txBox="1"/>
          <p:nvPr/>
        </p:nvSpPr>
        <p:spPr>
          <a:xfrm>
            <a:off x="460248" y="1752689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594727-2D10-A2FB-3FCB-91BABC5CB94B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ADFFED07-DEE9-69AF-EC63-B48F0F2C25BA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7C80DA-01CE-70F5-6380-04D37D86B6D3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A9D71F5-BE2F-0C3E-8C10-A0CE245EF853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E08769-D70C-62DA-3AD8-F6928EF2DC85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F51E486-D4DE-941F-3D14-91F5438D4254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0C5E60-5246-24E1-6CD9-E575A40BD0CE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C523F3-713C-010A-30BE-3C6200D7CBB1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A5534EC-55E6-D1F7-8CB8-6734268E3634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049782-846F-9BA6-DA26-C0BB8E9B4580}"/>
                  </a:ext>
                </a:extLst>
              </p:cNvPr>
              <p:cNvSpPr txBox="1"/>
              <p:nvPr/>
            </p:nvSpPr>
            <p:spPr>
              <a:xfrm>
                <a:off x="1156378" y="5175504"/>
                <a:ext cx="1006331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{A, B}},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0}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D: Conflict with B1 = {A, B, C} = 1 (B)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1 +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[B1] = 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Merge D with B1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Bundles: {B1 = {A, B, C, D}};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{B1: 1}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0049782-846F-9BA6-DA26-C0BB8E9B4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378" y="5175504"/>
                <a:ext cx="10063310" cy="1477328"/>
              </a:xfrm>
              <a:prstGeom prst="rect">
                <a:avLst/>
              </a:prstGeom>
              <a:blipFill>
                <a:blip r:embed="rId3"/>
                <a:stretch>
                  <a:fillRect l="-545" t="-2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18920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CAE5-3BA9-A969-3E68-DEBBD639F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DB2D75-8467-06A7-D5E4-2956E6F5852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CDF3AAB-4E46-B8A0-3B39-E1EF9FAE8326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EFB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232C10C-60BD-B30E-5FDD-74F1A2FF4207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EFB reduce the number of features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03980E7-C395-BC0D-9DA6-E6588706AA8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7568CB0-15B0-EB7E-99DE-D8D3234828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50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A00652-C5FF-F6A4-12C9-D19ECFC8D3D0}"/>
              </a:ext>
            </a:extLst>
          </p:cNvPr>
          <p:cNvSpPr txBox="1"/>
          <p:nvPr/>
        </p:nvSpPr>
        <p:spPr>
          <a:xfrm>
            <a:off x="481658" y="1704154"/>
            <a:ext cx="1173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3.Greedily assign it to an existing bundle or create a new bundle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0CBC414-9845-0C77-6C1A-8965091613F5}"/>
              </a:ext>
            </a:extLst>
          </p:cNvPr>
          <p:cNvGraphicFramePr>
            <a:graphicFrameLocks noGrp="1"/>
          </p:cNvGraphicFramePr>
          <p:nvPr/>
        </p:nvGraphicFramePr>
        <p:xfrm>
          <a:off x="469121" y="2428934"/>
          <a:ext cx="4012365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2473">
                  <a:extLst>
                    <a:ext uri="{9D8B030D-6E8A-4147-A177-3AD203B41FA5}">
                      <a16:colId xmlns:a16="http://schemas.microsoft.com/office/drawing/2014/main" val="3029889720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482938873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3644324334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194663661"/>
                    </a:ext>
                  </a:extLst>
                </a:gridCol>
                <a:gridCol w="802473">
                  <a:extLst>
                    <a:ext uri="{9D8B030D-6E8A-4147-A177-3AD203B41FA5}">
                      <a16:colId xmlns:a16="http://schemas.microsoft.com/office/drawing/2014/main" val="20792768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749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8322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4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4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718691"/>
                  </a:ext>
                </a:extLst>
              </a:tr>
            </a:tbl>
          </a:graphicData>
        </a:graphic>
      </p:graphicFrame>
      <p:sp>
        <p:nvSpPr>
          <p:cNvPr id="3" name="Arrow: Right 2">
            <a:extLst>
              <a:ext uri="{FF2B5EF4-FFF2-40B4-BE49-F238E27FC236}">
                <a16:creationId xmlns:a16="http://schemas.microsoft.com/office/drawing/2014/main" id="{721EA1BA-730A-42B2-9C28-8C4B0FA1F3E6}"/>
              </a:ext>
            </a:extLst>
          </p:cNvPr>
          <p:cNvSpPr/>
          <p:nvPr/>
        </p:nvSpPr>
        <p:spPr>
          <a:xfrm>
            <a:off x="4857020" y="3177295"/>
            <a:ext cx="969264" cy="4114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1228F-5763-7FFE-EB02-4E68A62F6059}"/>
              </a:ext>
            </a:extLst>
          </p:cNvPr>
          <p:cNvSpPr/>
          <p:nvPr/>
        </p:nvSpPr>
        <p:spPr>
          <a:xfrm>
            <a:off x="6995160" y="3199079"/>
            <a:ext cx="420624" cy="4114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160A10-74B2-610F-F92C-3E40825ABEA6}"/>
              </a:ext>
            </a:extLst>
          </p:cNvPr>
          <p:cNvSpPr/>
          <p:nvPr/>
        </p:nvSpPr>
        <p:spPr>
          <a:xfrm>
            <a:off x="8089392" y="232558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38F05F-6BAF-B915-02FD-807FC801F78A}"/>
              </a:ext>
            </a:extLst>
          </p:cNvPr>
          <p:cNvSpPr/>
          <p:nvPr/>
        </p:nvSpPr>
        <p:spPr>
          <a:xfrm>
            <a:off x="9625584" y="2942942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D8543BA-EE60-C8E2-BCDE-8637A0494882}"/>
              </a:ext>
            </a:extLst>
          </p:cNvPr>
          <p:cNvSpPr/>
          <p:nvPr/>
        </p:nvSpPr>
        <p:spPr>
          <a:xfrm>
            <a:off x="9186672" y="3871654"/>
            <a:ext cx="420624" cy="41148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46FDA4-5863-8925-C585-76BAF63BB07D}"/>
              </a:ext>
            </a:extLst>
          </p:cNvPr>
          <p:cNvSpPr/>
          <p:nvPr/>
        </p:nvSpPr>
        <p:spPr>
          <a:xfrm>
            <a:off x="7652259" y="3871654"/>
            <a:ext cx="420624" cy="41148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7636FE0-6023-0868-FBE5-683BB2387A8F}"/>
              </a:ext>
            </a:extLst>
          </p:cNvPr>
          <p:cNvCxnSpPr>
            <a:stCxn id="19" idx="5"/>
            <a:endCxn id="24" idx="1"/>
          </p:cNvCxnSpPr>
          <p:nvPr/>
        </p:nvCxnSpPr>
        <p:spPr>
          <a:xfrm>
            <a:off x="7354185" y="3550299"/>
            <a:ext cx="359673" cy="381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2DA717-45F1-996C-649B-9E407A32B957}"/>
              </a:ext>
            </a:extLst>
          </p:cNvPr>
          <p:cNvCxnSpPr>
            <a:stCxn id="21" idx="5"/>
            <a:endCxn id="23" idx="1"/>
          </p:cNvCxnSpPr>
          <p:nvPr/>
        </p:nvCxnSpPr>
        <p:spPr>
          <a:xfrm>
            <a:off x="8448417" y="2676802"/>
            <a:ext cx="799854" cy="12551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A767DC-4919-13E9-FB45-15643B28C189}"/>
                  </a:ext>
                </a:extLst>
              </p:cNvPr>
              <p:cNvSpPr txBox="1"/>
              <p:nvPr/>
            </p:nvSpPr>
            <p:spPr>
              <a:xfrm>
                <a:off x="751658" y="4899034"/>
                <a:ext cx="1055947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 : {B1 = {A, B, C, D}},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{B1: 1}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E: Conflict with B1 = {A, B, C, D} = 1 (A)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1 +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[B1] = 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𝛾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Cannot merge E with B1  Create new bundle B2 = {E}.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 Bundles: {B1 = {A, B, C, D}, B2{E}};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BundlesConflict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: {B1: 1, B2: 0}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A767DC-4919-13E9-FB45-15643B28C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8" y="4899034"/>
                <a:ext cx="10559470" cy="1754326"/>
              </a:xfrm>
              <a:prstGeom prst="rect">
                <a:avLst/>
              </a:prstGeom>
              <a:blipFill>
                <a:blip r:embed="rId3"/>
                <a:stretch>
                  <a:fillRect l="-462" t="-2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8367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F9CC2-111F-E095-E3D6-64A6DCFB5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D73A99-CE01-7186-7199-971610F6C5A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008BDD-44BF-52AC-5A16-9E7A706A31E9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D4D47B4-9A61-21D6-C746-56D4E8A73D81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Libraries + Load Dataset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0B19CA-066C-0229-2CCF-FD00BD147A3C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2592384-B89E-DADC-511F-28E1715583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535CFE-1E4D-A793-BF36-1A36BCEF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25" y="1809524"/>
            <a:ext cx="4667901" cy="16194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8D36E9-3575-420F-8FAE-93209F4FA1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6126" y="1809524"/>
            <a:ext cx="2934109" cy="704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4787E97-DFC6-A52C-B42F-BB9B65714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225" y="3981350"/>
            <a:ext cx="10148147" cy="263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5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EDEDC-3835-9868-8349-2C178D622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7A61F0-2826-AE0F-8CAF-E6EDFA7E788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719A56-143F-DFF4-0972-A9879B7AACBF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10DDB7-6F75-EFB1-1618-3FB942019C77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9A3EBE7-C5FF-5AB4-4230-135832B4FBB6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4A72DB9-869C-4009-498D-30FC1B0212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52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FC0E96-4425-1E44-7450-D73339673A66}"/>
              </a:ext>
            </a:extLst>
          </p:cNvPr>
          <p:cNvSpPr txBox="1"/>
          <p:nvPr/>
        </p:nvSpPr>
        <p:spPr>
          <a:xfrm>
            <a:off x="481658" y="1837944"/>
            <a:ext cx="11214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Class Balance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834280-CF1B-897D-9A45-28DCCF116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2" y="2280180"/>
            <a:ext cx="4820323" cy="248637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AE06D1C-63C6-3F24-0533-7C7C907F0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937" y="2207276"/>
            <a:ext cx="4520225" cy="3372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6132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517E9-51D9-052F-8DCF-184E86E3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FEE1A2-3DDC-1E2F-B49F-B7385D7624F7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F1069BB-1E64-5810-3F69-8BB62B044345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5426E7-1D6A-D841-C75B-1AB5504DFD69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88932B7-6637-4364-B0DE-5BC975EC3E0C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52A86FD-0CDF-D608-71D6-E978193DD1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53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320E9D-4CBA-891F-0DDC-6763A8450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210" y="2860808"/>
            <a:ext cx="6716062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2959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F13CF-BB66-91A7-7040-6A0BDF1D4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AA13EB-9D3E-0F85-993A-CC369E51F2E4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43B135-498D-768C-61A8-46D67A4AD03A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DCB575-E6FA-3ACC-8F2A-702DB5F04F16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C4A607-6553-65C9-F097-EFB7659EB91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79886AE-47EC-4745-54CA-44F1412A75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A4A1C-947A-CCDD-68D7-D097B6AE47DD}"/>
              </a:ext>
            </a:extLst>
          </p:cNvPr>
          <p:cNvSpPr txBox="1"/>
          <p:nvPr/>
        </p:nvSpPr>
        <p:spPr>
          <a:xfrm>
            <a:off x="356780" y="2850250"/>
            <a:ext cx="52576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Params: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data_sample_strategy</a:t>
            </a:r>
            <a:r>
              <a:rPr lang="en-US" dirty="0"/>
              <a:t>=“</a:t>
            </a:r>
            <a:r>
              <a:rPr lang="en-US" dirty="0" err="1"/>
              <a:t>goss</a:t>
            </a:r>
            <a:r>
              <a:rPr lang="en-US" dirty="0"/>
              <a:t>” </a:t>
            </a:r>
            <a:r>
              <a:rPr lang="en-US" dirty="0">
                <a:sym typeface="Wingdings" panose="05000000000000000000" pitchFamily="2" charset="2"/>
              </a:rPr>
              <a:t> using </a:t>
            </a:r>
            <a:r>
              <a:rPr lang="en-US" b="1" i="1" dirty="0" err="1">
                <a:sym typeface="Wingdings" panose="05000000000000000000" pitchFamily="2" charset="2"/>
              </a:rPr>
              <a:t>goss</a:t>
            </a:r>
            <a:r>
              <a:rPr lang="en-US" dirty="0">
                <a:sym typeface="Wingdings" panose="05000000000000000000" pitchFamily="2" charset="2"/>
              </a:rPr>
              <a:t> instead of </a:t>
            </a:r>
            <a:r>
              <a:rPr lang="en-US" dirty="0"/>
              <a:t>Randomly Bagging Sampling.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enable_bundle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= True </a:t>
            </a:r>
            <a:r>
              <a:rPr lang="en-US" dirty="0">
                <a:sym typeface="Wingdings" panose="05000000000000000000" pitchFamily="2" charset="2"/>
              </a:rPr>
              <a:t> Allow </a:t>
            </a:r>
            <a:r>
              <a:rPr lang="en-US" b="1" i="1" dirty="0">
                <a:sym typeface="Wingdings" panose="05000000000000000000" pitchFamily="2" charset="2"/>
              </a:rPr>
              <a:t>EFB.</a:t>
            </a:r>
            <a:endParaRPr lang="en-US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E6060-0CE4-25AC-7C00-4BC1155E1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58" y="2205577"/>
            <a:ext cx="6430272" cy="3715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EC027F-93EA-EA0E-DED6-52872A546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58" y="5041198"/>
            <a:ext cx="4744112" cy="144800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D5DD69A-5A00-1DCA-8B86-0CEE457248FA}"/>
              </a:ext>
            </a:extLst>
          </p:cNvPr>
          <p:cNvSpPr txBox="1"/>
          <p:nvPr/>
        </p:nvSpPr>
        <p:spPr>
          <a:xfrm>
            <a:off x="896112" y="1764792"/>
            <a:ext cx="3197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model and training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E30C2C3-A61E-8D16-AC56-81315D94A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4416" y="2656988"/>
            <a:ext cx="6287377" cy="9907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90E6C7A-BD23-EADE-2762-CC751B028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0673" y="4079374"/>
            <a:ext cx="9098816" cy="78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456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BB5F8-CF59-B4E7-9D56-5FD6BB1B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000FFCD-880A-A99B-2045-6031F4ABDFC6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6CFCA62-CF4F-F6F8-1E8B-BB353A164A20}"/>
              </a:ext>
            </a:extLst>
          </p:cNvPr>
          <p:cNvSpPr txBox="1">
            <a:spLocks/>
          </p:cNvSpPr>
          <p:nvPr/>
        </p:nvSpPr>
        <p:spPr>
          <a:xfrm>
            <a:off x="0" y="53791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Classification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9A0E767-62FE-1AF5-9F12-24D3BFD1FDDA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E76ABD9-1668-ECB5-8976-0331C4481834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8FDAF71-651F-008E-95D3-B37508E31D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55</a:t>
            </a:fld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74169-5022-495A-6CAD-9C44FDF38A78}"/>
              </a:ext>
            </a:extLst>
          </p:cNvPr>
          <p:cNvSpPr txBox="1"/>
          <p:nvPr/>
        </p:nvSpPr>
        <p:spPr>
          <a:xfrm>
            <a:off x="896112" y="1764792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8A48B-4FD5-34DC-DCFF-A98964C82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906" y="2302204"/>
            <a:ext cx="4782217" cy="2000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4C5837-F1AC-1670-A95C-24A0612763F4}"/>
              </a:ext>
            </a:extLst>
          </p:cNvPr>
          <p:cNvSpPr txBox="1"/>
          <p:nvPr/>
        </p:nvSpPr>
        <p:spPr>
          <a:xfrm>
            <a:off x="1064012" y="4846320"/>
            <a:ext cx="279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F7ABD4-6B6C-8FC9-8B81-350182CC78AE}"/>
              </a:ext>
            </a:extLst>
          </p:cNvPr>
          <p:cNvSpPr txBox="1"/>
          <p:nvPr/>
        </p:nvSpPr>
        <p:spPr>
          <a:xfrm>
            <a:off x="1254228" y="5215652"/>
            <a:ext cx="45115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Time: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Training time: 0.0943 seconds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Training time: 0.0273 seconds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B4258-9825-C382-95D4-131814E4D1FC}"/>
              </a:ext>
            </a:extLst>
          </p:cNvPr>
          <p:cNvSpPr txBox="1"/>
          <p:nvPr/>
        </p:nvSpPr>
        <p:spPr>
          <a:xfrm>
            <a:off x="6426217" y="5215652"/>
            <a:ext cx="4729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ACC: 0.9629629629629629</a:t>
            </a:r>
          </a:p>
          <a:p>
            <a:pPr marL="285750" indent="-285750">
              <a:buFontTx/>
              <a:buChar char="-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Test ACC: 0.9444444444444444</a:t>
            </a:r>
          </a:p>
        </p:txBody>
      </p:sp>
    </p:spTree>
    <p:extLst>
      <p:ext uri="{BB962C8B-B14F-4D97-AF65-F5344CB8AC3E}">
        <p14:creationId xmlns:p14="http://schemas.microsoft.com/office/powerpoint/2010/main" val="7305145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67AC0-5144-5AE0-05F7-8A51E009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AA61417-3F77-7F3E-40A7-E03EFEF92CED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7BB4CB-6E6C-C3BE-424A-F0259B30D505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D181D71-CD9A-435C-C14D-B5FD0617E860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Dataset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341F53-D44E-271A-CCD3-F89C8F4A923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2AB30E4-E654-D7F9-55F3-5829ABB74F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56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7EBB8C-54AD-1D2C-0F45-5D3EDDC5C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58" y="1630324"/>
            <a:ext cx="8140630" cy="510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2063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B3D01-DBC2-EEE8-7BBA-5111F5D6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AC502B-CEF2-059F-7291-1B2E53D609C1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D27E2D1-A373-C868-9A4E-59B70B61B2C2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5797AC6-527C-BCB4-2DF3-FCAE36B0AD36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002957-21A3-1C62-CF53-B61B6DF1ACD2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A761724-BB8E-48DB-938F-F59942B21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97499-9460-EBAE-6037-90F969D20E56}"/>
              </a:ext>
            </a:extLst>
          </p:cNvPr>
          <p:cNvSpPr txBox="1"/>
          <p:nvPr/>
        </p:nvSpPr>
        <p:spPr>
          <a:xfrm>
            <a:off x="868680" y="1630324"/>
            <a:ext cx="243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null value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752E57-DCA8-C2B3-5303-042E8927B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58" y="2170324"/>
            <a:ext cx="8345065" cy="11336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C1ABC4-A019-2C96-C1A2-EAE76434C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58" y="3303957"/>
            <a:ext cx="2041858" cy="3529138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B99FAEE9-C30F-DAD5-E71B-3EADBE62A007}"/>
              </a:ext>
            </a:extLst>
          </p:cNvPr>
          <p:cNvSpPr/>
          <p:nvPr/>
        </p:nvSpPr>
        <p:spPr>
          <a:xfrm>
            <a:off x="4050792" y="4443984"/>
            <a:ext cx="1234440" cy="475488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7C69C1-66DB-2DFE-CE7A-E51D6B46B4C3}"/>
              </a:ext>
            </a:extLst>
          </p:cNvPr>
          <p:cNvSpPr txBox="1"/>
          <p:nvPr/>
        </p:nvSpPr>
        <p:spPr>
          <a:xfrm>
            <a:off x="5843016" y="4718304"/>
            <a:ext cx="2630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Need to fill the null value</a:t>
            </a:r>
          </a:p>
        </p:txBody>
      </p:sp>
    </p:spTree>
    <p:extLst>
      <p:ext uri="{BB962C8B-B14F-4D97-AF65-F5344CB8AC3E}">
        <p14:creationId xmlns:p14="http://schemas.microsoft.com/office/powerpoint/2010/main" val="33120485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E32F-674B-B602-BB6F-F8D8615E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2E93F23-2D4E-CA39-A40F-2D9BD60B4EEE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54EE5E-0322-B3AF-95DC-A2A506D7ADF2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C2DC1A-2ABC-8766-1F86-977D5FC2C19D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DAC8E4A-D5CF-12C9-9D36-3718E93621A8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2F73C-3749-4384-A2A2-9679772EB1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418FC-B962-42A2-10C7-7CD0333C7387}"/>
              </a:ext>
            </a:extLst>
          </p:cNvPr>
          <p:cNvSpPr txBox="1"/>
          <p:nvPr/>
        </p:nvSpPr>
        <p:spPr>
          <a:xfrm>
            <a:off x="868680" y="1630324"/>
            <a:ext cx="10469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null value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object type, we use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ffill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 to fill the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1369D5-B361-E20C-BA26-09EAA2093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57" y="2468495"/>
            <a:ext cx="4143953" cy="3810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3AB447-D103-A9CA-47C8-28EBA6C19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58" y="3003045"/>
            <a:ext cx="4143954" cy="3905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A094C3A-9721-3F61-94AA-76A0E4B74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57" y="3543045"/>
            <a:ext cx="4143953" cy="39058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248ED8F-8A59-2F21-C135-9A6A17DE3299}"/>
              </a:ext>
            </a:extLst>
          </p:cNvPr>
          <p:cNvSpPr txBox="1"/>
          <p:nvPr/>
        </p:nvSpPr>
        <p:spPr>
          <a:xfrm>
            <a:off x="1021658" y="4257790"/>
            <a:ext cx="665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numeric type, fill the null value with the median or with 0 value.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426F540-0340-EA0D-AB5F-282BAD291B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57" y="4896041"/>
            <a:ext cx="6620799" cy="4001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F86B726-205A-E01F-FC58-4D913C7D93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657" y="5385617"/>
            <a:ext cx="6087325" cy="39058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A6DF452-D020-64C6-2225-F17AF2596FD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657" y="5887036"/>
            <a:ext cx="5106113" cy="3715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6C08629-E816-60CF-F13A-560106A2AC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657" y="6369402"/>
            <a:ext cx="5630061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73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2273D-438C-419D-1562-6EC16421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52B23E-071F-D8A4-EC39-BB15F5556952}"/>
              </a:ext>
            </a:extLst>
          </p:cNvPr>
          <p:cNvSpPr/>
          <p:nvPr/>
        </p:nvSpPr>
        <p:spPr>
          <a:xfrm>
            <a:off x="-2512" y="921275"/>
            <a:ext cx="12192000" cy="136156"/>
          </a:xfrm>
          <a:prstGeom prst="rect">
            <a:avLst/>
          </a:prstGeom>
          <a:solidFill>
            <a:srgbClr val="BD5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4B47002-3678-E4C8-0E99-55F9BF16B793}"/>
              </a:ext>
            </a:extLst>
          </p:cNvPr>
          <p:cNvSpPr txBox="1">
            <a:spLocks/>
          </p:cNvSpPr>
          <p:nvPr/>
        </p:nvSpPr>
        <p:spPr>
          <a:xfrm>
            <a:off x="0" y="48733"/>
            <a:ext cx="12192000" cy="872542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5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LightGBM</a:t>
            </a:r>
            <a:r>
              <a:rPr lang="en-US" sz="5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Regression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410EC61-AC41-C5D3-73CA-EDCB60E93F0B}"/>
              </a:ext>
            </a:extLst>
          </p:cNvPr>
          <p:cNvSpPr/>
          <p:nvPr/>
        </p:nvSpPr>
        <p:spPr>
          <a:xfrm>
            <a:off x="1156378" y="1081803"/>
            <a:ext cx="10539678" cy="548521"/>
          </a:xfrm>
          <a:prstGeom prst="round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Clr>
                <a:srgbClr val="FFC000"/>
              </a:buClr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Evaluation</a:t>
            </a:r>
            <a:endParaRPr lang="en-VN" sz="2400" b="1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CB188D8-456E-B479-EAEF-2CD834381A40}"/>
              </a:ext>
            </a:extLst>
          </p:cNvPr>
          <p:cNvSpPr/>
          <p:nvPr/>
        </p:nvSpPr>
        <p:spPr>
          <a:xfrm>
            <a:off x="481658" y="1090324"/>
            <a:ext cx="540000" cy="54000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40C95F0-EBFE-60B0-86B3-726524DAE9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446B2FC-BDAF-434F-A36C-1F2F7069A7B4}" type="slidenum">
              <a:rPr lang="en-US" smtClean="0"/>
              <a:t>59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38442F-3C76-AFA4-91B8-6278C875096B}"/>
              </a:ext>
            </a:extLst>
          </p:cNvPr>
          <p:cNvSpPr txBox="1"/>
          <p:nvPr/>
        </p:nvSpPr>
        <p:spPr>
          <a:xfrm>
            <a:off x="868680" y="1630324"/>
            <a:ext cx="10469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 model and Training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AEB71-EEBE-7FE2-556F-267990FC8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59" y="2082362"/>
            <a:ext cx="7258486" cy="23826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30FDDC-3C68-FE71-9FCE-B3AB1F6D1403}"/>
              </a:ext>
            </a:extLst>
          </p:cNvPr>
          <p:cNvSpPr txBox="1"/>
          <p:nvPr/>
        </p:nvSpPr>
        <p:spPr>
          <a:xfrm>
            <a:off x="1021658" y="5226685"/>
            <a:ext cx="1520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C535B0-46B0-A904-84D6-AEB38D012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010" y="4650154"/>
            <a:ext cx="2953990" cy="205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844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4188</Words>
  <Application>Microsoft Office PowerPoint</Application>
  <PresentationFormat>Widescreen</PresentationFormat>
  <Paragraphs>1429</Paragraphs>
  <Slides>59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Aptos</vt:lpstr>
      <vt:lpstr>Aptos Display</vt:lpstr>
      <vt:lpstr>Arial</vt:lpstr>
      <vt:lpstr>Cambria Math</vt:lpstr>
      <vt:lpstr>Raleway Thin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 Quang Hien</dc:creator>
  <cp:lastModifiedBy>Chu Tuan Nghia 20225056</cp:lastModifiedBy>
  <cp:revision>9</cp:revision>
  <dcterms:created xsi:type="dcterms:W3CDTF">2025-09-10T02:39:27Z</dcterms:created>
  <dcterms:modified xsi:type="dcterms:W3CDTF">2025-09-13T02:35:16Z</dcterms:modified>
</cp:coreProperties>
</file>